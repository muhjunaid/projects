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</p:sldIdLst>
  <p:sldSz cx="12192000" cy="6858000"/>
  <p:notesSz cx="6858000" cy="12192000"/>
  <p:embeddedFontLst>
    <p:embeddedFont>
      <p:font typeface="Calibri" pitchFamily="34" charset="0"/>
      <p:regular r:id="rId22"/>
      <p:bold r:id="rId23"/>
      <p:italic r:id="rId24"/>
      <p:boldItalic r:id="rId25"/>
    </p:embeddedFont>
    <p:embeddedFont>
      <p:font typeface="MiSans" charset="-122"/>
      <p:regular r:id="rId26"/>
    </p:embeddedFont>
    <p:embeddedFont>
      <p:font typeface="Liter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-370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B186B-C885-48FF-88AD-30BAD43BAEE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72928-6BE2-439E-8C86-F22C76F3C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92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  <a:alpha val="5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b2a43b86a275d5a46d4bfe338f6b38db4fb90365.jpe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0000">
                <a:srgbClr val="191919">
                  <a:alpha val="85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594672" y="981474"/>
            <a:ext cx="3150997" cy="574307"/>
          </a:xfrm>
          <a:custGeom>
            <a:avLst/>
            <a:gdLst/>
            <a:ahLst/>
            <a:cxnLst/>
            <a:rect l="l" t="t" r="r" b="b"/>
            <a:pathLst>
              <a:path w="2341245" h="426720">
                <a:moveTo>
                  <a:pt x="213360" y="0"/>
                </a:moveTo>
                <a:lnTo>
                  <a:pt x="2127885" y="0"/>
                </a:lnTo>
                <a:cubicBezTo>
                  <a:pt x="2245720" y="0"/>
                  <a:pt x="2341245" y="95525"/>
                  <a:pt x="2341245" y="213360"/>
                </a:cubicBezTo>
                <a:lnTo>
                  <a:pt x="2341245" y="213360"/>
                </a:lnTo>
                <a:cubicBezTo>
                  <a:pt x="2341245" y="331195"/>
                  <a:pt x="2245720" y="426720"/>
                  <a:pt x="2127885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chemeClr val="bg1">
              <a:lumMod val="75000"/>
              <a:alpha val="20000"/>
            </a:scheme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784220" y="1069104"/>
            <a:ext cx="2826036" cy="350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68" dirty="0" smtClean="0">
                <a:solidFill>
                  <a:schemeClr val="bg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SMIT MEMON SOCIETY CAMPUS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2949178" y="1664970"/>
            <a:ext cx="62960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Recognition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Attendance System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360807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4594672" y="4364938"/>
            <a:ext cx="164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53" dirty="0" smtClean="0">
                <a:solidFill>
                  <a:srgbClr val="00B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Students:</a:t>
            </a:r>
            <a:endParaRPr lang="en-US" sz="1600" b="1" dirty="0">
              <a:solidFill>
                <a:srgbClr val="00B0F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4594672" y="4631637"/>
            <a:ext cx="1942578" cy="134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20000"/>
              </a:lnSpc>
              <a:buFont typeface="Wingdings" pitchFamily="2" charset="2"/>
              <a:buChar char="q"/>
            </a:pPr>
            <a:r>
              <a:rPr lang="en-US" sz="1200" b="1" dirty="0" err="1" smtClean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Junaid</a:t>
            </a:r>
            <a:endParaRPr lang="en-US" sz="1200" b="1" dirty="0" smtClean="0">
              <a:solidFill>
                <a:srgbClr val="EFEFEF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q"/>
            </a:pPr>
            <a:r>
              <a:rPr lang="en-US" sz="1200" b="1" dirty="0" err="1" smtClean="0">
                <a:solidFill>
                  <a:srgbClr val="EFEFEF"/>
                </a:solidFill>
                <a:latin typeface="Liter" pitchFamily="34" charset="0"/>
              </a:rPr>
              <a:t>Ayan</a:t>
            </a:r>
            <a:r>
              <a:rPr lang="en-US" sz="1200" b="1" dirty="0" smtClean="0">
                <a:solidFill>
                  <a:srgbClr val="EFEFEF"/>
                </a:solidFill>
                <a:latin typeface="Liter" pitchFamily="34" charset="0"/>
              </a:rPr>
              <a:t> Ali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q"/>
            </a:pPr>
            <a:r>
              <a:rPr lang="en-US" sz="1200" b="1" dirty="0" smtClean="0">
                <a:solidFill>
                  <a:srgbClr val="EFEFEF"/>
                </a:solidFill>
                <a:latin typeface="Liter" pitchFamily="34" charset="0"/>
              </a:rPr>
              <a:t>Abdul </a:t>
            </a:r>
            <a:r>
              <a:rPr lang="en-US" sz="1200" b="1" dirty="0" err="1" smtClean="0">
                <a:solidFill>
                  <a:srgbClr val="EFEFEF"/>
                </a:solidFill>
                <a:latin typeface="Liter" pitchFamily="34" charset="0"/>
              </a:rPr>
              <a:t>Basit</a:t>
            </a:r>
            <a:endParaRPr lang="en-US" sz="1200" b="1" dirty="0" smtClean="0">
              <a:solidFill>
                <a:srgbClr val="EFEFEF"/>
              </a:solidFill>
              <a:latin typeface="Liter" pitchFamily="34" charset="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q"/>
            </a:pPr>
            <a:r>
              <a:rPr lang="en-US" sz="1200" b="1" dirty="0" err="1" smtClean="0">
                <a:solidFill>
                  <a:srgbClr val="EFEFEF"/>
                </a:solidFill>
                <a:latin typeface="Liter" pitchFamily="34" charset="0"/>
              </a:rPr>
              <a:t>Umair</a:t>
            </a:r>
            <a:r>
              <a:rPr lang="en-US" sz="1200" b="1" dirty="0" smtClean="0">
                <a:solidFill>
                  <a:srgbClr val="EFEFEF"/>
                </a:solidFill>
                <a:latin typeface="Liter" pitchFamily="34" charset="0"/>
              </a:rPr>
              <a:t> </a:t>
            </a:r>
            <a:r>
              <a:rPr lang="en-US" sz="1200" b="1" dirty="0" err="1" smtClean="0">
                <a:solidFill>
                  <a:srgbClr val="EFEFEF"/>
                </a:solidFill>
                <a:latin typeface="Liter" pitchFamily="34" charset="0"/>
              </a:rPr>
              <a:t>Qureshi</a:t>
            </a:r>
            <a:endParaRPr lang="en-US" sz="1200" b="1" dirty="0" smtClean="0">
              <a:solidFill>
                <a:srgbClr val="EFEFEF"/>
              </a:solidFill>
              <a:latin typeface="Liter" pitchFamily="34" charset="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q"/>
            </a:pPr>
            <a:r>
              <a:rPr lang="en-US" sz="1200" b="1" dirty="0" err="1" smtClean="0">
                <a:solidFill>
                  <a:srgbClr val="EFEFEF"/>
                </a:solidFill>
                <a:latin typeface="Liter" pitchFamily="34" charset="0"/>
              </a:rPr>
              <a:t>Huzaifa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37666" y="4364938"/>
            <a:ext cx="164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53" dirty="0">
                <a:solidFill>
                  <a:srgbClr val="00B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Teacher</a:t>
            </a:r>
          </a:p>
        </p:txBody>
      </p:sp>
      <p:sp>
        <p:nvSpPr>
          <p:cNvPr id="12" name="Text 9"/>
          <p:cNvSpPr/>
          <p:nvPr/>
        </p:nvSpPr>
        <p:spPr>
          <a:xfrm>
            <a:off x="6637666" y="4631638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20000"/>
              </a:lnSpc>
              <a:buFont typeface="Wingdings" pitchFamily="2" charset="2"/>
              <a:buChar char="q"/>
            </a:pPr>
            <a:r>
              <a:rPr lang="en-US" sz="1500" b="1" dirty="0" smtClean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Sir </a:t>
            </a:r>
            <a:r>
              <a:rPr lang="en-US" sz="1500" b="1" dirty="0" err="1" smtClean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Yasir</a:t>
            </a:r>
            <a:r>
              <a:rPr lang="en-US" sz="1500" b="1" dirty="0" smtClean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Nawaz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90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6610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latin typeface="Liter" pitchFamily="34" charset="0"/>
                <a:ea typeface="Liter" pitchFamily="34" charset="-122"/>
                <a:cs typeface="Liter" pitchFamily="34" charset="-120"/>
              </a:rPr>
              <a:t>Technology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571500"/>
            <a:ext cx="6772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7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Face Recognition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84810" y="1261110"/>
            <a:ext cx="5589270" cy="2369820"/>
          </a:xfrm>
          <a:custGeom>
            <a:avLst/>
            <a:gdLst/>
            <a:ahLst/>
            <a:cxnLst/>
            <a:rect l="l" t="t" r="r" b="b"/>
            <a:pathLst>
              <a:path w="5589270" h="2369820">
                <a:moveTo>
                  <a:pt x="114296" y="0"/>
                </a:moveTo>
                <a:lnTo>
                  <a:pt x="5474974" y="0"/>
                </a:lnTo>
                <a:cubicBezTo>
                  <a:pt x="5538098" y="0"/>
                  <a:pt x="5589270" y="51172"/>
                  <a:pt x="5589270" y="114296"/>
                </a:cubicBezTo>
                <a:lnTo>
                  <a:pt x="5589270" y="2255524"/>
                </a:lnTo>
                <a:cubicBezTo>
                  <a:pt x="5589270" y="2318648"/>
                  <a:pt x="5538098" y="2369820"/>
                  <a:pt x="5474974" y="2369820"/>
                </a:cubicBezTo>
                <a:lnTo>
                  <a:pt x="114296" y="2369820"/>
                </a:lnTo>
                <a:cubicBezTo>
                  <a:pt x="51172" y="2369820"/>
                  <a:pt x="0" y="2318648"/>
                  <a:pt x="0" y="2255524"/>
                </a:cubicBezTo>
                <a:lnTo>
                  <a:pt x="0" y="114296"/>
                </a:lnTo>
                <a:cubicBezTo>
                  <a:pt x="0" y="51215"/>
                  <a:pt x="51215" y="0"/>
                  <a:pt x="114296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168116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50570" y="18145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1226820" y="1681163"/>
            <a:ext cx="4629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Face Recognition?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6820" y="2100143"/>
            <a:ext cx="460057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biometric  </a:t>
            </a:r>
            <a:r>
              <a:rPr lang="en-US" sz="1350" dirty="0" smtClean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</a:t>
            </a: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that identifies or verifies individuals by analyzing and comparing patterns based on the person's facial contours. It captures, analyzes, and compares patterns based on the person's facial details.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810" y="3832860"/>
            <a:ext cx="5589270" cy="2369820"/>
          </a:xfrm>
          <a:custGeom>
            <a:avLst/>
            <a:gdLst/>
            <a:ahLst/>
            <a:cxnLst/>
            <a:rect l="l" t="t" r="r" b="b"/>
            <a:pathLst>
              <a:path w="5589270" h="2369820">
                <a:moveTo>
                  <a:pt x="114296" y="0"/>
                </a:moveTo>
                <a:lnTo>
                  <a:pt x="5474974" y="0"/>
                </a:lnTo>
                <a:cubicBezTo>
                  <a:pt x="5538098" y="0"/>
                  <a:pt x="5589270" y="51172"/>
                  <a:pt x="5589270" y="114296"/>
                </a:cubicBezTo>
                <a:lnTo>
                  <a:pt x="5589270" y="2255524"/>
                </a:lnTo>
                <a:cubicBezTo>
                  <a:pt x="5589270" y="2318648"/>
                  <a:pt x="5538098" y="2369820"/>
                  <a:pt x="5474974" y="2369820"/>
                </a:cubicBezTo>
                <a:lnTo>
                  <a:pt x="114296" y="2369820"/>
                </a:lnTo>
                <a:cubicBezTo>
                  <a:pt x="51172" y="2369820"/>
                  <a:pt x="0" y="2318648"/>
                  <a:pt x="0" y="2255524"/>
                </a:cubicBezTo>
                <a:lnTo>
                  <a:pt x="0" y="114296"/>
                </a:lnTo>
                <a:cubicBezTo>
                  <a:pt x="0" y="51215"/>
                  <a:pt x="51215" y="0"/>
                  <a:pt x="114296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" y="42957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50570" y="4429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1226820" y="4295775"/>
            <a:ext cx="4429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Components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26820" y="4714756"/>
            <a:ext cx="440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Detection:</a:t>
            </a: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Locating faces in images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26820" y="5095756"/>
            <a:ext cx="440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Extraction:</a:t>
            </a: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Converting faces to numerical vectors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26820" y="5476756"/>
            <a:ext cx="440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Matching:</a:t>
            </a: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Comparing with stored embeddings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4110" y="1261110"/>
            <a:ext cx="5589270" cy="2369820"/>
          </a:xfrm>
          <a:custGeom>
            <a:avLst/>
            <a:gdLst/>
            <a:ahLst/>
            <a:cxnLst/>
            <a:rect l="l" t="t" r="r" b="b"/>
            <a:pathLst>
              <a:path w="5589270" h="2369820">
                <a:moveTo>
                  <a:pt x="114296" y="0"/>
                </a:moveTo>
                <a:lnTo>
                  <a:pt x="5474974" y="0"/>
                </a:lnTo>
                <a:cubicBezTo>
                  <a:pt x="5538098" y="0"/>
                  <a:pt x="5589270" y="51172"/>
                  <a:pt x="5589270" y="114296"/>
                </a:cubicBezTo>
                <a:lnTo>
                  <a:pt x="5589270" y="2255524"/>
                </a:lnTo>
                <a:cubicBezTo>
                  <a:pt x="5589270" y="2318648"/>
                  <a:pt x="5538098" y="2369820"/>
                  <a:pt x="5474974" y="2369820"/>
                </a:cubicBezTo>
                <a:lnTo>
                  <a:pt x="114296" y="2369820"/>
                </a:lnTo>
                <a:cubicBezTo>
                  <a:pt x="51172" y="2369820"/>
                  <a:pt x="0" y="2318648"/>
                  <a:pt x="0" y="2255524"/>
                </a:cubicBezTo>
                <a:lnTo>
                  <a:pt x="0" y="114296"/>
                </a:lnTo>
                <a:cubicBezTo>
                  <a:pt x="0" y="51215"/>
                  <a:pt x="51215" y="0"/>
                  <a:pt x="114296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75095" y="16286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6385" y="14288"/>
                  <a:pt x="0" y="20672"/>
                  <a:pt x="0" y="28575"/>
                </a:cubicBezTo>
                <a:lnTo>
                  <a:pt x="0" y="192881"/>
                </a:lnTo>
                <a:cubicBezTo>
                  <a:pt x="0" y="204713"/>
                  <a:pt x="9599" y="214313"/>
                  <a:pt x="21431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67955"/>
                </a:lnTo>
                <a:cubicBezTo>
                  <a:pt x="228600" y="59829"/>
                  <a:pt x="219938" y="54694"/>
                  <a:pt x="212794" y="58534"/>
                </a:cubicBezTo>
                <a:lnTo>
                  <a:pt x="142875" y="96173"/>
                </a:lnTo>
                <a:lnTo>
                  <a:pt x="142875" y="67955"/>
                </a:lnTo>
                <a:cubicBezTo>
                  <a:pt x="142875" y="59829"/>
                  <a:pt x="134213" y="54694"/>
                  <a:pt x="127069" y="58534"/>
                </a:cubicBezTo>
                <a:lnTo>
                  <a:pt x="57150" y="96173"/>
                </a:lnTo>
                <a:lnTo>
                  <a:pt x="57150" y="28575"/>
                </a:lnTo>
                <a:cubicBezTo>
                  <a:pt x="57150" y="20672"/>
                  <a:pt x="50765" y="14288"/>
                  <a:pt x="42863" y="14288"/>
                </a:cubicBezTo>
                <a:lnTo>
                  <a:pt x="14288" y="1428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6732270" y="1590675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46520" y="214300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6637020" y="2047756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Systems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86850" y="214300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9277350" y="2047756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Control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6520" y="263830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6637020" y="2543056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Attendance Tracking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86850" y="263830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9277350" y="2543056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Identity Verification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6520" y="313360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6637020" y="3038356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Devices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086850" y="313360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9277350" y="3038356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Law Enforcement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4110" y="3832860"/>
            <a:ext cx="5589270" cy="2369820"/>
          </a:xfrm>
          <a:custGeom>
            <a:avLst/>
            <a:gdLst/>
            <a:ahLst/>
            <a:cxnLst/>
            <a:rect l="l" t="t" r="r" b="b"/>
            <a:pathLst>
              <a:path w="5589270" h="2369820">
                <a:moveTo>
                  <a:pt x="114296" y="0"/>
                </a:moveTo>
                <a:lnTo>
                  <a:pt x="5474974" y="0"/>
                </a:lnTo>
                <a:cubicBezTo>
                  <a:pt x="5538098" y="0"/>
                  <a:pt x="5589270" y="51172"/>
                  <a:pt x="5589270" y="114296"/>
                </a:cubicBezTo>
                <a:lnTo>
                  <a:pt x="5589270" y="2255524"/>
                </a:lnTo>
                <a:cubicBezTo>
                  <a:pt x="5589270" y="2318648"/>
                  <a:pt x="5538098" y="2369820"/>
                  <a:pt x="5474974" y="2369820"/>
                </a:cubicBezTo>
                <a:lnTo>
                  <a:pt x="114296" y="2369820"/>
                </a:lnTo>
                <a:cubicBezTo>
                  <a:pt x="51172" y="2369820"/>
                  <a:pt x="0" y="2318648"/>
                  <a:pt x="0" y="2255524"/>
                </a:cubicBezTo>
                <a:lnTo>
                  <a:pt x="0" y="114296"/>
                </a:lnTo>
                <a:cubicBezTo>
                  <a:pt x="0" y="51215"/>
                  <a:pt x="51215" y="0"/>
                  <a:pt x="114296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75095" y="410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6732270" y="4067175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Growth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46520" y="4524256"/>
            <a:ext cx="20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Market Size (2024)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124009" y="4524256"/>
            <a:ext cx="533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$5.2B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46520" y="4867156"/>
            <a:ext cx="5124450" cy="114300"/>
          </a:xfrm>
          <a:custGeom>
            <a:avLst/>
            <a:gdLst/>
            <a:ahLst/>
            <a:cxnLst/>
            <a:rect l="l" t="t" r="r" b="b"/>
            <a:pathLst>
              <a:path w="5124450" h="114300">
                <a:moveTo>
                  <a:pt x="57150" y="0"/>
                </a:moveTo>
                <a:lnTo>
                  <a:pt x="5067300" y="0"/>
                </a:lnTo>
                <a:cubicBezTo>
                  <a:pt x="5098842" y="0"/>
                  <a:pt x="5124450" y="25608"/>
                  <a:pt x="5124450" y="57150"/>
                </a:cubicBezTo>
                <a:lnTo>
                  <a:pt x="5124450" y="57150"/>
                </a:lnTo>
                <a:cubicBezTo>
                  <a:pt x="5124450" y="88692"/>
                  <a:pt x="5098842" y="114300"/>
                  <a:pt x="50673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39" name="Shape 37"/>
          <p:cNvSpPr/>
          <p:nvPr/>
        </p:nvSpPr>
        <p:spPr>
          <a:xfrm>
            <a:off x="6446520" y="4867156"/>
            <a:ext cx="3333750" cy="114300"/>
          </a:xfrm>
          <a:custGeom>
            <a:avLst/>
            <a:gdLst/>
            <a:ahLst/>
            <a:cxnLst/>
            <a:rect l="l" t="t" r="r" b="b"/>
            <a:pathLst>
              <a:path w="3333750" h="114300">
                <a:moveTo>
                  <a:pt x="57150" y="0"/>
                </a:moveTo>
                <a:lnTo>
                  <a:pt x="3276600" y="0"/>
                </a:lnTo>
                <a:cubicBezTo>
                  <a:pt x="3308142" y="0"/>
                  <a:pt x="3333750" y="25608"/>
                  <a:pt x="3333750" y="57150"/>
                </a:cubicBezTo>
                <a:lnTo>
                  <a:pt x="3333750" y="57150"/>
                </a:lnTo>
                <a:cubicBezTo>
                  <a:pt x="3333750" y="88692"/>
                  <a:pt x="3308142" y="114300"/>
                  <a:pt x="32766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5133856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Projected (2030)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055430" y="5133856"/>
            <a:ext cx="60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$12.5B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46520" y="5476756"/>
            <a:ext cx="5124450" cy="114300"/>
          </a:xfrm>
          <a:custGeom>
            <a:avLst/>
            <a:gdLst/>
            <a:ahLst/>
            <a:cxnLst/>
            <a:rect l="l" t="t" r="r" b="b"/>
            <a:pathLst>
              <a:path w="5124450" h="114300">
                <a:moveTo>
                  <a:pt x="57150" y="0"/>
                </a:moveTo>
                <a:lnTo>
                  <a:pt x="5067300" y="0"/>
                </a:lnTo>
                <a:cubicBezTo>
                  <a:pt x="5098842" y="0"/>
                  <a:pt x="5124450" y="25608"/>
                  <a:pt x="5124450" y="57150"/>
                </a:cubicBezTo>
                <a:lnTo>
                  <a:pt x="5124450" y="57150"/>
                </a:lnTo>
                <a:cubicBezTo>
                  <a:pt x="5124450" y="88692"/>
                  <a:pt x="5098842" y="114300"/>
                  <a:pt x="50673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43" name="Shape 41"/>
          <p:cNvSpPr/>
          <p:nvPr/>
        </p:nvSpPr>
        <p:spPr>
          <a:xfrm>
            <a:off x="6446520" y="5476756"/>
            <a:ext cx="5124450" cy="114300"/>
          </a:xfrm>
          <a:custGeom>
            <a:avLst/>
            <a:gdLst/>
            <a:ahLst/>
            <a:cxnLst/>
            <a:rect l="l" t="t" r="r" b="b"/>
            <a:pathLst>
              <a:path w="5124450" h="114300">
                <a:moveTo>
                  <a:pt x="57150" y="0"/>
                </a:moveTo>
                <a:lnTo>
                  <a:pt x="5067300" y="0"/>
                </a:lnTo>
                <a:cubicBezTo>
                  <a:pt x="5098842" y="0"/>
                  <a:pt x="5124450" y="25608"/>
                  <a:pt x="5124450" y="57150"/>
                </a:cubicBezTo>
                <a:lnTo>
                  <a:pt x="5124450" y="57150"/>
                </a:lnTo>
                <a:cubicBezTo>
                  <a:pt x="5124450" y="88692"/>
                  <a:pt x="5098842" y="114300"/>
                  <a:pt x="50673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90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396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latin typeface="Liter" pitchFamily="34" charset="0"/>
                <a:ea typeface="Liter" pitchFamily="34" charset="-122"/>
                <a:cs typeface="Liter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596901"/>
            <a:ext cx="4124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0" b="1" dirty="0">
                <a:solidFill>
                  <a:srgbClr val="007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</a:p>
        </p:txBody>
      </p:sp>
      <p:sp>
        <p:nvSpPr>
          <p:cNvPr id="6" name="Shape 4"/>
          <p:cNvSpPr/>
          <p:nvPr/>
        </p:nvSpPr>
        <p:spPr>
          <a:xfrm>
            <a:off x="384810" y="1261110"/>
            <a:ext cx="5589270" cy="2369820"/>
          </a:xfrm>
          <a:custGeom>
            <a:avLst/>
            <a:gdLst/>
            <a:ahLst/>
            <a:cxnLst/>
            <a:rect l="l" t="t" r="r" b="b"/>
            <a:pathLst>
              <a:path w="5589270" h="2369820">
                <a:moveTo>
                  <a:pt x="114296" y="0"/>
                </a:moveTo>
                <a:lnTo>
                  <a:pt x="5474974" y="0"/>
                </a:lnTo>
                <a:cubicBezTo>
                  <a:pt x="5538098" y="0"/>
                  <a:pt x="5589270" y="51172"/>
                  <a:pt x="5589270" y="114296"/>
                </a:cubicBezTo>
                <a:lnTo>
                  <a:pt x="5589270" y="2255524"/>
                </a:lnTo>
                <a:cubicBezTo>
                  <a:pt x="5589270" y="2318648"/>
                  <a:pt x="5538098" y="2369820"/>
                  <a:pt x="5474974" y="2369820"/>
                </a:cubicBezTo>
                <a:lnTo>
                  <a:pt x="114296" y="2369820"/>
                </a:lnTo>
                <a:cubicBezTo>
                  <a:pt x="51172" y="2369820"/>
                  <a:pt x="0" y="2318648"/>
                  <a:pt x="0" y="2255524"/>
                </a:cubicBezTo>
                <a:lnTo>
                  <a:pt x="0" y="114296"/>
                </a:lnTo>
                <a:cubicBezTo>
                  <a:pt x="0" y="51215"/>
                  <a:pt x="51215" y="0"/>
                  <a:pt x="114296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1724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  <a:alpha val="20000"/>
            </a:schemeClr>
          </a:solidFill>
          <a:ln/>
        </p:spPr>
      </p:sp>
      <p:sp>
        <p:nvSpPr>
          <p:cNvPr id="8" name="Shape 6"/>
          <p:cNvSpPr/>
          <p:nvPr/>
        </p:nvSpPr>
        <p:spPr>
          <a:xfrm>
            <a:off x="750570" y="1857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7156" y="11906"/>
                </a:moveTo>
                <a:cubicBezTo>
                  <a:pt x="107156" y="5321"/>
                  <a:pt x="101836" y="0"/>
                  <a:pt x="95250" y="0"/>
                </a:cubicBezTo>
                <a:cubicBezTo>
                  <a:pt x="88664" y="0"/>
                  <a:pt x="83344" y="5321"/>
                  <a:pt x="83344" y="11906"/>
                </a:cubicBezTo>
                <a:lnTo>
                  <a:pt x="83344" y="89297"/>
                </a:lnTo>
                <a:cubicBezTo>
                  <a:pt x="83344" y="92571"/>
                  <a:pt x="80665" y="95250"/>
                  <a:pt x="77391" y="95250"/>
                </a:cubicBezTo>
                <a:cubicBezTo>
                  <a:pt x="74116" y="95250"/>
                  <a:pt x="71438" y="92571"/>
                  <a:pt x="71438" y="89297"/>
                </a:cubicBezTo>
                <a:lnTo>
                  <a:pt x="71438" y="23812"/>
                </a:lnTo>
                <a:cubicBezTo>
                  <a:pt x="71438" y="17227"/>
                  <a:pt x="66117" y="11906"/>
                  <a:pt x="59531" y="11906"/>
                </a:cubicBezTo>
                <a:cubicBezTo>
                  <a:pt x="52946" y="11906"/>
                  <a:pt x="47625" y="17227"/>
                  <a:pt x="47625" y="23812"/>
                </a:cubicBezTo>
                <a:lnTo>
                  <a:pt x="47625" y="125016"/>
                </a:lnTo>
                <a:cubicBezTo>
                  <a:pt x="47625" y="125574"/>
                  <a:pt x="47625" y="126169"/>
                  <a:pt x="47662" y="126727"/>
                </a:cubicBezTo>
                <a:lnTo>
                  <a:pt x="25152" y="105296"/>
                </a:lnTo>
                <a:cubicBezTo>
                  <a:pt x="19199" y="99640"/>
                  <a:pt x="9785" y="99864"/>
                  <a:pt x="4093" y="105817"/>
                </a:cubicBezTo>
                <a:cubicBezTo>
                  <a:pt x="-1600" y="111770"/>
                  <a:pt x="-1339" y="121183"/>
                  <a:pt x="4614" y="126876"/>
                </a:cubicBezTo>
                <a:lnTo>
                  <a:pt x="46434" y="166688"/>
                </a:lnTo>
                <a:cubicBezTo>
                  <a:pt x="62471" y="181980"/>
                  <a:pt x="83790" y="190500"/>
                  <a:pt x="105966" y="190500"/>
                </a:cubicBezTo>
                <a:lnTo>
                  <a:pt x="113109" y="190500"/>
                </a:lnTo>
                <a:cubicBezTo>
                  <a:pt x="149275" y="190500"/>
                  <a:pt x="178594" y="161181"/>
                  <a:pt x="178594" y="125016"/>
                </a:cubicBezTo>
                <a:lnTo>
                  <a:pt x="178594" y="47625"/>
                </a:lnTo>
                <a:cubicBezTo>
                  <a:pt x="178594" y="41039"/>
                  <a:pt x="173273" y="35719"/>
                  <a:pt x="166688" y="35719"/>
                </a:cubicBezTo>
                <a:cubicBezTo>
                  <a:pt x="160102" y="35719"/>
                  <a:pt x="154781" y="41039"/>
                  <a:pt x="154781" y="47625"/>
                </a:cubicBezTo>
                <a:lnTo>
                  <a:pt x="154781" y="89297"/>
                </a:lnTo>
                <a:cubicBezTo>
                  <a:pt x="154781" y="92571"/>
                  <a:pt x="152102" y="95250"/>
                  <a:pt x="148828" y="95250"/>
                </a:cubicBezTo>
                <a:cubicBezTo>
                  <a:pt x="145554" y="95250"/>
                  <a:pt x="142875" y="92571"/>
                  <a:pt x="142875" y="89297"/>
                </a:cubicBezTo>
                <a:lnTo>
                  <a:pt x="142875" y="23812"/>
                </a:lnTo>
                <a:cubicBezTo>
                  <a:pt x="142875" y="17227"/>
                  <a:pt x="137554" y="11906"/>
                  <a:pt x="130969" y="11906"/>
                </a:cubicBezTo>
                <a:cubicBezTo>
                  <a:pt x="124383" y="11906"/>
                  <a:pt x="119063" y="17227"/>
                  <a:pt x="119063" y="23812"/>
                </a:cubicBezTo>
                <a:lnTo>
                  <a:pt x="119063" y="89297"/>
                </a:lnTo>
                <a:cubicBezTo>
                  <a:pt x="119063" y="92571"/>
                  <a:pt x="116384" y="95250"/>
                  <a:pt x="113109" y="95250"/>
                </a:cubicBezTo>
                <a:cubicBezTo>
                  <a:pt x="109835" y="95250"/>
                  <a:pt x="107156" y="92571"/>
                  <a:pt x="107156" y="89297"/>
                </a:cubicBezTo>
                <a:lnTo>
                  <a:pt x="107156" y="11906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/>
        </p:spPr>
      </p:sp>
      <p:sp>
        <p:nvSpPr>
          <p:cNvPr id="9" name="Text 7"/>
          <p:cNvSpPr/>
          <p:nvPr/>
        </p:nvSpPr>
        <p:spPr>
          <a:xfrm>
            <a:off x="1226820" y="1724025"/>
            <a:ext cx="3533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Attendance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6820" y="2143006"/>
            <a:ext cx="3505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Time-Consuming:</a:t>
            </a: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5-10 minutes per class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26820" y="2524006"/>
            <a:ext cx="3505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Error:</a:t>
            </a: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Incorrect entries, missed names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26820" y="2905006"/>
            <a:ext cx="3505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Paper Records:</a:t>
            </a: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Difficult to maintain &amp; search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810" y="3832860"/>
            <a:ext cx="5589270" cy="2369820"/>
          </a:xfrm>
          <a:custGeom>
            <a:avLst/>
            <a:gdLst/>
            <a:ahLst/>
            <a:cxnLst/>
            <a:rect l="l" t="t" r="r" b="b"/>
            <a:pathLst>
              <a:path w="5589270" h="2369820">
                <a:moveTo>
                  <a:pt x="114296" y="0"/>
                </a:moveTo>
                <a:lnTo>
                  <a:pt x="5474974" y="0"/>
                </a:lnTo>
                <a:cubicBezTo>
                  <a:pt x="5538098" y="0"/>
                  <a:pt x="5589270" y="51172"/>
                  <a:pt x="5589270" y="114296"/>
                </a:cubicBezTo>
                <a:lnTo>
                  <a:pt x="5589270" y="2255524"/>
                </a:lnTo>
                <a:cubicBezTo>
                  <a:pt x="5589270" y="2318648"/>
                  <a:pt x="5538098" y="2369820"/>
                  <a:pt x="5474974" y="2369820"/>
                </a:cubicBezTo>
                <a:lnTo>
                  <a:pt x="114296" y="2369820"/>
                </a:lnTo>
                <a:cubicBezTo>
                  <a:pt x="51172" y="2369820"/>
                  <a:pt x="0" y="2318648"/>
                  <a:pt x="0" y="2255524"/>
                </a:cubicBezTo>
                <a:lnTo>
                  <a:pt x="0" y="114296"/>
                </a:lnTo>
                <a:cubicBezTo>
                  <a:pt x="0" y="51215"/>
                  <a:pt x="51215" y="0"/>
                  <a:pt x="114296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" y="42957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20000"/>
            </a:scheme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8664" y="44291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35719"/>
                </a:moveTo>
                <a:cubicBezTo>
                  <a:pt x="0" y="22585"/>
                  <a:pt x="10678" y="11906"/>
                  <a:pt x="23812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0" y="35719"/>
                </a:lnTo>
                <a:close/>
                <a:moveTo>
                  <a:pt x="0" y="53578"/>
                </a:moveTo>
                <a:lnTo>
                  <a:pt x="214313" y="53578"/>
                </a:lnTo>
                <a:lnTo>
                  <a:pt x="214313" y="154781"/>
                </a:lnTo>
                <a:cubicBezTo>
                  <a:pt x="214313" y="167915"/>
                  <a:pt x="203634" y="178594"/>
                  <a:pt x="190500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53578"/>
                </a:lnTo>
                <a:close/>
                <a:moveTo>
                  <a:pt x="92013" y="154781"/>
                </a:moveTo>
                <a:cubicBezTo>
                  <a:pt x="99529" y="154781"/>
                  <a:pt x="105147" y="147563"/>
                  <a:pt x="100347" y="141759"/>
                </a:cubicBezTo>
                <a:cubicBezTo>
                  <a:pt x="94878" y="135173"/>
                  <a:pt x="86618" y="130969"/>
                  <a:pt x="77391" y="130969"/>
                </a:cubicBezTo>
                <a:lnTo>
                  <a:pt x="53578" y="130969"/>
                </a:lnTo>
                <a:cubicBezTo>
                  <a:pt x="44351" y="130969"/>
                  <a:pt x="36091" y="135173"/>
                  <a:pt x="30621" y="141759"/>
                </a:cubicBezTo>
                <a:cubicBezTo>
                  <a:pt x="25822" y="147563"/>
                  <a:pt x="31440" y="154781"/>
                  <a:pt x="38956" y="154781"/>
                </a:cubicBezTo>
                <a:lnTo>
                  <a:pt x="91976" y="154781"/>
                </a:lnTo>
                <a:close/>
                <a:moveTo>
                  <a:pt x="65484" y="116086"/>
                </a:moveTo>
                <a:cubicBezTo>
                  <a:pt x="76984" y="116086"/>
                  <a:pt x="86320" y="106750"/>
                  <a:pt x="86320" y="95250"/>
                </a:cubicBezTo>
                <a:cubicBezTo>
                  <a:pt x="86320" y="83750"/>
                  <a:pt x="76984" y="74414"/>
                  <a:pt x="65484" y="74414"/>
                </a:cubicBezTo>
                <a:cubicBezTo>
                  <a:pt x="53985" y="74414"/>
                  <a:pt x="44648" y="83750"/>
                  <a:pt x="44648" y="95250"/>
                </a:cubicBezTo>
                <a:cubicBezTo>
                  <a:pt x="44648" y="106750"/>
                  <a:pt x="53985" y="116086"/>
                  <a:pt x="65484" y="116086"/>
                </a:cubicBezTo>
                <a:close/>
                <a:moveTo>
                  <a:pt x="133945" y="77391"/>
                </a:moveTo>
                <a:cubicBezTo>
                  <a:pt x="128997" y="77391"/>
                  <a:pt x="125016" y="81372"/>
                  <a:pt x="125016" y="86320"/>
                </a:cubicBezTo>
                <a:cubicBezTo>
                  <a:pt x="125016" y="91269"/>
                  <a:pt x="128997" y="95250"/>
                  <a:pt x="133945" y="95250"/>
                </a:cubicBezTo>
                <a:lnTo>
                  <a:pt x="175617" y="95250"/>
                </a:lnTo>
                <a:cubicBezTo>
                  <a:pt x="180566" y="95250"/>
                  <a:pt x="184547" y="91269"/>
                  <a:pt x="184547" y="86320"/>
                </a:cubicBezTo>
                <a:cubicBezTo>
                  <a:pt x="184547" y="81372"/>
                  <a:pt x="180566" y="77391"/>
                  <a:pt x="175617" y="77391"/>
                </a:cubicBezTo>
                <a:lnTo>
                  <a:pt x="133945" y="77391"/>
                </a:lnTo>
                <a:close/>
                <a:moveTo>
                  <a:pt x="133945" y="113109"/>
                </a:moveTo>
                <a:cubicBezTo>
                  <a:pt x="128997" y="113109"/>
                  <a:pt x="125016" y="117091"/>
                  <a:pt x="125016" y="122039"/>
                </a:cubicBezTo>
                <a:cubicBezTo>
                  <a:pt x="125016" y="126988"/>
                  <a:pt x="128997" y="130969"/>
                  <a:pt x="133945" y="130969"/>
                </a:cubicBezTo>
                <a:lnTo>
                  <a:pt x="175617" y="130969"/>
                </a:lnTo>
                <a:cubicBezTo>
                  <a:pt x="180566" y="130969"/>
                  <a:pt x="184547" y="126988"/>
                  <a:pt x="184547" y="122039"/>
                </a:cubicBezTo>
                <a:cubicBezTo>
                  <a:pt x="184547" y="117091"/>
                  <a:pt x="180566" y="113109"/>
                  <a:pt x="175617" y="113109"/>
                </a:cubicBezTo>
                <a:lnTo>
                  <a:pt x="133945" y="113109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/>
        </p:spPr>
      </p:sp>
      <p:sp>
        <p:nvSpPr>
          <p:cNvPr id="16" name="Text 14"/>
          <p:cNvSpPr/>
          <p:nvPr/>
        </p:nvSpPr>
        <p:spPr>
          <a:xfrm>
            <a:off x="1226820" y="4295775"/>
            <a:ext cx="3705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RFID/Card Systems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26820" y="4714756"/>
            <a:ext cx="367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Lost/Stolen Cards:</a:t>
            </a: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Security vulnerability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26820" y="5095756"/>
            <a:ext cx="367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Buddy Punching:</a:t>
            </a: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One student marks for another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26820" y="5476756"/>
            <a:ext cx="367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Replacement Cost:</a:t>
            </a: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$5-15 per card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4110" y="1261110"/>
            <a:ext cx="5442585" cy="2369820"/>
          </a:xfrm>
          <a:custGeom>
            <a:avLst/>
            <a:gdLst/>
            <a:ahLst/>
            <a:cxnLst/>
            <a:rect l="l" t="t" r="r" b="b"/>
            <a:pathLst>
              <a:path w="5589270" h="2712720">
                <a:moveTo>
                  <a:pt x="114287" y="0"/>
                </a:moveTo>
                <a:lnTo>
                  <a:pt x="5474983" y="0"/>
                </a:lnTo>
                <a:cubicBezTo>
                  <a:pt x="5538102" y="0"/>
                  <a:pt x="5589270" y="51168"/>
                  <a:pt x="5589270" y="114287"/>
                </a:cubicBezTo>
                <a:lnTo>
                  <a:pt x="5589270" y="2598433"/>
                </a:lnTo>
                <a:cubicBezTo>
                  <a:pt x="5589270" y="2661552"/>
                  <a:pt x="5538102" y="2712720"/>
                  <a:pt x="5474983" y="2712720"/>
                </a:cubicBezTo>
                <a:lnTo>
                  <a:pt x="114287" y="2712720"/>
                </a:lnTo>
                <a:cubicBezTo>
                  <a:pt x="51168" y="2712720"/>
                  <a:pt x="0" y="2661552"/>
                  <a:pt x="0" y="2598433"/>
                </a:cubicBezTo>
                <a:lnTo>
                  <a:pt x="0" y="114287"/>
                </a:lnTo>
                <a:cubicBezTo>
                  <a:pt x="0" y="51210"/>
                  <a:pt x="51210" y="0"/>
                  <a:pt x="114287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5095" y="153150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6732270" y="149352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Analysis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32270" y="2242366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Wasted Daily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46557" y="2769133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Entry Errors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4110" y="3832861"/>
            <a:ext cx="5589270" cy="2375416"/>
          </a:xfrm>
          <a:custGeom>
            <a:avLst/>
            <a:gdLst/>
            <a:ahLst/>
            <a:cxnLst/>
            <a:rect l="l" t="t" r="r" b="b"/>
            <a:pathLst>
              <a:path w="5589270" h="2036445">
                <a:moveTo>
                  <a:pt x="114306" y="0"/>
                </a:moveTo>
                <a:lnTo>
                  <a:pt x="5474964" y="0"/>
                </a:lnTo>
                <a:cubicBezTo>
                  <a:pt x="5538094" y="0"/>
                  <a:pt x="5589270" y="51176"/>
                  <a:pt x="5589270" y="114306"/>
                </a:cubicBezTo>
                <a:lnTo>
                  <a:pt x="5589270" y="1922139"/>
                </a:lnTo>
                <a:cubicBezTo>
                  <a:pt x="5589270" y="1985269"/>
                  <a:pt x="5538094" y="2036445"/>
                  <a:pt x="5474964" y="2036445"/>
                </a:cubicBezTo>
                <a:lnTo>
                  <a:pt x="114306" y="2036445"/>
                </a:lnTo>
                <a:cubicBezTo>
                  <a:pt x="51176" y="2036445"/>
                  <a:pt x="0" y="1985269"/>
                  <a:pt x="0" y="192213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422193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603682" y="435528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7056120" y="4221933"/>
            <a:ext cx="4629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Need for Solution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56120" y="4640914"/>
            <a:ext cx="460057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Educational institutions need an </a:t>
            </a: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automated, contactless, and accurate</a:t>
            </a: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attendance system that eliminates manual processes, prevents proxy attendance, and provides real-time digital records with minimal human intervention.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625" y="405518"/>
            <a:ext cx="493675" cy="493675"/>
          </a:xfrm>
          <a:custGeom>
            <a:avLst/>
            <a:gdLst/>
            <a:ahLst/>
            <a:cxnLst/>
            <a:rect l="l" t="t" r="r" b="b"/>
            <a:pathLst>
              <a:path w="493675" h="493675">
                <a:moveTo>
                  <a:pt x="105790" y="0"/>
                </a:moveTo>
                <a:lnTo>
                  <a:pt x="387885" y="0"/>
                </a:lnTo>
                <a:cubicBezTo>
                  <a:pt x="446311" y="0"/>
                  <a:pt x="493675" y="47364"/>
                  <a:pt x="493675" y="105790"/>
                </a:cubicBezTo>
                <a:lnTo>
                  <a:pt x="493675" y="387885"/>
                </a:lnTo>
                <a:cubicBezTo>
                  <a:pt x="493675" y="446311"/>
                  <a:pt x="446311" y="493675"/>
                  <a:pt x="387885" y="493675"/>
                </a:cubicBezTo>
                <a:lnTo>
                  <a:pt x="105790" y="493675"/>
                </a:lnTo>
                <a:cubicBezTo>
                  <a:pt x="47364" y="493675"/>
                  <a:pt x="0" y="446311"/>
                  <a:pt x="0" y="387885"/>
                </a:cubicBezTo>
                <a:lnTo>
                  <a:pt x="0" y="105790"/>
                </a:lnTo>
                <a:cubicBezTo>
                  <a:pt x="0" y="47364"/>
                  <a:pt x="47364" y="0"/>
                  <a:pt x="10579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3675" y="546568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>
                <a:moveTo>
                  <a:pt x="105787" y="211575"/>
                </a:moveTo>
                <a:cubicBezTo>
                  <a:pt x="164173" y="211575"/>
                  <a:pt x="211575" y="164173"/>
                  <a:pt x="211575" y="105787"/>
                </a:cubicBezTo>
                <a:cubicBezTo>
                  <a:pt x="211575" y="47402"/>
                  <a:pt x="164173" y="0"/>
                  <a:pt x="105787" y="0"/>
                </a:cubicBezTo>
                <a:cubicBezTo>
                  <a:pt x="47402" y="0"/>
                  <a:pt x="0" y="47402"/>
                  <a:pt x="0" y="105787"/>
                </a:cubicBezTo>
                <a:cubicBezTo>
                  <a:pt x="0" y="164173"/>
                  <a:pt x="47402" y="211575"/>
                  <a:pt x="105787" y="211575"/>
                </a:cubicBezTo>
                <a:close/>
                <a:moveTo>
                  <a:pt x="140664" y="87894"/>
                </a:moveTo>
                <a:lnTo>
                  <a:pt x="107606" y="140788"/>
                </a:lnTo>
                <a:cubicBezTo>
                  <a:pt x="105870" y="143557"/>
                  <a:pt x="102895" y="145292"/>
                  <a:pt x="99630" y="145458"/>
                </a:cubicBezTo>
                <a:cubicBezTo>
                  <a:pt x="96366" y="145623"/>
                  <a:pt x="93225" y="144135"/>
                  <a:pt x="91283" y="141491"/>
                </a:cubicBezTo>
                <a:lnTo>
                  <a:pt x="71448" y="115044"/>
                </a:lnTo>
                <a:cubicBezTo>
                  <a:pt x="68142" y="110664"/>
                  <a:pt x="69051" y="104465"/>
                  <a:pt x="73431" y="101159"/>
                </a:cubicBezTo>
                <a:cubicBezTo>
                  <a:pt x="77812" y="97853"/>
                  <a:pt x="84010" y="98762"/>
                  <a:pt x="87316" y="103143"/>
                </a:cubicBezTo>
                <a:lnTo>
                  <a:pt x="98473" y="118019"/>
                </a:lnTo>
                <a:lnTo>
                  <a:pt x="123846" y="77398"/>
                </a:lnTo>
                <a:cubicBezTo>
                  <a:pt x="126738" y="72770"/>
                  <a:pt x="132854" y="71324"/>
                  <a:pt x="137524" y="74258"/>
                </a:cubicBezTo>
                <a:cubicBezTo>
                  <a:pt x="142193" y="77192"/>
                  <a:pt x="143598" y="83266"/>
                  <a:pt x="140664" y="879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87349" y="352625"/>
            <a:ext cx="348216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latin typeface="Liter" pitchFamily="34" charset="0"/>
                <a:ea typeface="Liter" pitchFamily="34" charset="-122"/>
                <a:cs typeface="Liter" pitchFamily="34" charset="-120"/>
              </a:rPr>
              <a:t>Our Approach</a:t>
            </a:r>
          </a:p>
        </p:txBody>
      </p:sp>
      <p:sp>
        <p:nvSpPr>
          <p:cNvPr id="5" name="Text 3"/>
          <p:cNvSpPr/>
          <p:nvPr/>
        </p:nvSpPr>
        <p:spPr>
          <a:xfrm>
            <a:off x="987349" y="562805"/>
            <a:ext cx="3632035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0" b="1" dirty="0">
                <a:solidFill>
                  <a:srgbClr val="007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Proposed Solution</a:t>
            </a:r>
          </a:p>
        </p:txBody>
      </p:sp>
      <p:sp>
        <p:nvSpPr>
          <p:cNvPr id="6" name="Shape 4"/>
          <p:cNvSpPr/>
          <p:nvPr/>
        </p:nvSpPr>
        <p:spPr>
          <a:xfrm>
            <a:off x="356151" y="1167188"/>
            <a:ext cx="6803894" cy="3595009"/>
          </a:xfrm>
          <a:custGeom>
            <a:avLst/>
            <a:gdLst/>
            <a:ahLst/>
            <a:cxnLst/>
            <a:rect l="l" t="t" r="r" b="b"/>
            <a:pathLst>
              <a:path w="6803894" h="3595009">
                <a:moveTo>
                  <a:pt x="105801" y="0"/>
                </a:moveTo>
                <a:lnTo>
                  <a:pt x="6698093" y="0"/>
                </a:lnTo>
                <a:cubicBezTo>
                  <a:pt x="6756525" y="0"/>
                  <a:pt x="6803894" y="47369"/>
                  <a:pt x="6803894" y="105801"/>
                </a:cubicBezTo>
                <a:lnTo>
                  <a:pt x="6803894" y="3489208"/>
                </a:lnTo>
                <a:cubicBezTo>
                  <a:pt x="6803894" y="3547640"/>
                  <a:pt x="6756525" y="3595009"/>
                  <a:pt x="6698093" y="3595009"/>
                </a:cubicBezTo>
                <a:lnTo>
                  <a:pt x="105801" y="3595009"/>
                </a:lnTo>
                <a:cubicBezTo>
                  <a:pt x="47369" y="3595009"/>
                  <a:pt x="0" y="3547640"/>
                  <a:pt x="0" y="3489208"/>
                </a:cubicBezTo>
                <a:lnTo>
                  <a:pt x="0" y="105801"/>
                </a:lnTo>
                <a:cubicBezTo>
                  <a:pt x="0" y="47369"/>
                  <a:pt x="47369" y="0"/>
                  <a:pt x="105801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252" y="1417442"/>
            <a:ext cx="264469" cy="211575"/>
          </a:xfrm>
          <a:custGeom>
            <a:avLst/>
            <a:gdLst/>
            <a:ahLst/>
            <a:cxnLst/>
            <a:rect l="l" t="t" r="r" b="b"/>
            <a:pathLst>
              <a:path w="264469" h="211575">
                <a:moveTo>
                  <a:pt x="145458" y="0"/>
                </a:moveTo>
                <a:cubicBezTo>
                  <a:pt x="145458" y="-7314"/>
                  <a:pt x="139548" y="-13223"/>
                  <a:pt x="132234" y="-13223"/>
                </a:cubicBezTo>
                <a:cubicBezTo>
                  <a:pt x="124920" y="-13223"/>
                  <a:pt x="119011" y="-7314"/>
                  <a:pt x="119011" y="0"/>
                </a:cubicBezTo>
                <a:lnTo>
                  <a:pt x="119011" y="26447"/>
                </a:lnTo>
                <a:lnTo>
                  <a:pt x="79341" y="26447"/>
                </a:lnTo>
                <a:cubicBezTo>
                  <a:pt x="57439" y="26447"/>
                  <a:pt x="39670" y="44216"/>
                  <a:pt x="39670" y="66117"/>
                </a:cubicBezTo>
                <a:lnTo>
                  <a:pt x="39670" y="158681"/>
                </a:lnTo>
                <a:cubicBezTo>
                  <a:pt x="39670" y="180582"/>
                  <a:pt x="57439" y="198351"/>
                  <a:pt x="79341" y="198351"/>
                </a:cubicBezTo>
                <a:lnTo>
                  <a:pt x="185128" y="198351"/>
                </a:lnTo>
                <a:cubicBezTo>
                  <a:pt x="207029" y="198351"/>
                  <a:pt x="224798" y="180582"/>
                  <a:pt x="224798" y="158681"/>
                </a:cubicBezTo>
                <a:lnTo>
                  <a:pt x="224798" y="66117"/>
                </a:lnTo>
                <a:cubicBezTo>
                  <a:pt x="224798" y="44216"/>
                  <a:pt x="207029" y="26447"/>
                  <a:pt x="185128" y="26447"/>
                </a:cubicBezTo>
                <a:lnTo>
                  <a:pt x="145458" y="26447"/>
                </a:lnTo>
                <a:lnTo>
                  <a:pt x="145458" y="0"/>
                </a:lnTo>
                <a:close/>
                <a:moveTo>
                  <a:pt x="66117" y="152069"/>
                </a:moveTo>
                <a:cubicBezTo>
                  <a:pt x="66117" y="146573"/>
                  <a:pt x="70539" y="142152"/>
                  <a:pt x="76035" y="142152"/>
                </a:cubicBezTo>
                <a:lnTo>
                  <a:pt x="89258" y="142152"/>
                </a:lnTo>
                <a:cubicBezTo>
                  <a:pt x="94754" y="142152"/>
                  <a:pt x="99176" y="146573"/>
                  <a:pt x="99176" y="152069"/>
                </a:cubicBezTo>
                <a:cubicBezTo>
                  <a:pt x="99176" y="157565"/>
                  <a:pt x="94754" y="161987"/>
                  <a:pt x="89258" y="161987"/>
                </a:cubicBezTo>
                <a:lnTo>
                  <a:pt x="76035" y="161987"/>
                </a:lnTo>
                <a:cubicBezTo>
                  <a:pt x="70539" y="161987"/>
                  <a:pt x="66117" y="157565"/>
                  <a:pt x="66117" y="152069"/>
                </a:cubicBezTo>
                <a:close/>
                <a:moveTo>
                  <a:pt x="115705" y="152069"/>
                </a:moveTo>
                <a:cubicBezTo>
                  <a:pt x="115705" y="146573"/>
                  <a:pt x="120127" y="142152"/>
                  <a:pt x="125623" y="142152"/>
                </a:cubicBezTo>
                <a:lnTo>
                  <a:pt x="138846" y="142152"/>
                </a:lnTo>
                <a:cubicBezTo>
                  <a:pt x="144342" y="142152"/>
                  <a:pt x="148764" y="146573"/>
                  <a:pt x="148764" y="152069"/>
                </a:cubicBezTo>
                <a:cubicBezTo>
                  <a:pt x="148764" y="157565"/>
                  <a:pt x="144342" y="161987"/>
                  <a:pt x="138846" y="161987"/>
                </a:cubicBezTo>
                <a:lnTo>
                  <a:pt x="125623" y="161987"/>
                </a:lnTo>
                <a:cubicBezTo>
                  <a:pt x="120127" y="161987"/>
                  <a:pt x="115705" y="157565"/>
                  <a:pt x="115705" y="152069"/>
                </a:cubicBezTo>
                <a:close/>
                <a:moveTo>
                  <a:pt x="165293" y="152069"/>
                </a:moveTo>
                <a:cubicBezTo>
                  <a:pt x="165293" y="146573"/>
                  <a:pt x="169714" y="142152"/>
                  <a:pt x="175210" y="142152"/>
                </a:cubicBezTo>
                <a:lnTo>
                  <a:pt x="188434" y="142152"/>
                </a:lnTo>
                <a:cubicBezTo>
                  <a:pt x="193930" y="142152"/>
                  <a:pt x="198351" y="146573"/>
                  <a:pt x="198351" y="152069"/>
                </a:cubicBezTo>
                <a:cubicBezTo>
                  <a:pt x="198351" y="157565"/>
                  <a:pt x="193930" y="161987"/>
                  <a:pt x="188434" y="161987"/>
                </a:cubicBezTo>
                <a:lnTo>
                  <a:pt x="175210" y="161987"/>
                </a:lnTo>
                <a:cubicBezTo>
                  <a:pt x="169714" y="161987"/>
                  <a:pt x="165293" y="157565"/>
                  <a:pt x="165293" y="152069"/>
                </a:cubicBezTo>
                <a:close/>
                <a:moveTo>
                  <a:pt x="92564" y="72729"/>
                </a:moveTo>
                <a:cubicBezTo>
                  <a:pt x="103511" y="72729"/>
                  <a:pt x="112399" y="81617"/>
                  <a:pt x="112399" y="92564"/>
                </a:cubicBezTo>
                <a:cubicBezTo>
                  <a:pt x="112399" y="103511"/>
                  <a:pt x="103511" y="112399"/>
                  <a:pt x="92564" y="112399"/>
                </a:cubicBezTo>
                <a:cubicBezTo>
                  <a:pt x="81617" y="112399"/>
                  <a:pt x="72729" y="103511"/>
                  <a:pt x="72729" y="92564"/>
                </a:cubicBezTo>
                <a:cubicBezTo>
                  <a:pt x="72729" y="81617"/>
                  <a:pt x="81617" y="72729"/>
                  <a:pt x="92564" y="72729"/>
                </a:cubicBezTo>
                <a:close/>
                <a:moveTo>
                  <a:pt x="152069" y="92564"/>
                </a:moveTo>
                <a:cubicBezTo>
                  <a:pt x="152069" y="81617"/>
                  <a:pt x="160957" y="72729"/>
                  <a:pt x="171905" y="72729"/>
                </a:cubicBezTo>
                <a:cubicBezTo>
                  <a:pt x="182852" y="72729"/>
                  <a:pt x="191740" y="81617"/>
                  <a:pt x="191740" y="92564"/>
                </a:cubicBezTo>
                <a:cubicBezTo>
                  <a:pt x="191740" y="103511"/>
                  <a:pt x="182852" y="112399"/>
                  <a:pt x="171905" y="112399"/>
                </a:cubicBezTo>
                <a:cubicBezTo>
                  <a:pt x="160957" y="112399"/>
                  <a:pt x="152069" y="103511"/>
                  <a:pt x="152069" y="92564"/>
                </a:cubicBezTo>
                <a:close/>
                <a:moveTo>
                  <a:pt x="26447" y="92564"/>
                </a:moveTo>
                <a:cubicBezTo>
                  <a:pt x="26447" y="85250"/>
                  <a:pt x="20538" y="79341"/>
                  <a:pt x="13223" y="79341"/>
                </a:cubicBezTo>
                <a:cubicBezTo>
                  <a:pt x="5909" y="79341"/>
                  <a:pt x="0" y="85250"/>
                  <a:pt x="0" y="92564"/>
                </a:cubicBezTo>
                <a:lnTo>
                  <a:pt x="0" y="132234"/>
                </a:lnTo>
                <a:cubicBezTo>
                  <a:pt x="0" y="139548"/>
                  <a:pt x="5909" y="145458"/>
                  <a:pt x="13223" y="145458"/>
                </a:cubicBezTo>
                <a:cubicBezTo>
                  <a:pt x="20538" y="145458"/>
                  <a:pt x="26447" y="139548"/>
                  <a:pt x="26447" y="132234"/>
                </a:cubicBezTo>
                <a:lnTo>
                  <a:pt x="26447" y="92564"/>
                </a:lnTo>
                <a:close/>
                <a:moveTo>
                  <a:pt x="251245" y="79341"/>
                </a:moveTo>
                <a:cubicBezTo>
                  <a:pt x="243931" y="79341"/>
                  <a:pt x="238022" y="85250"/>
                  <a:pt x="238022" y="92564"/>
                </a:cubicBezTo>
                <a:lnTo>
                  <a:pt x="238022" y="132234"/>
                </a:lnTo>
                <a:cubicBezTo>
                  <a:pt x="238022" y="139548"/>
                  <a:pt x="243931" y="145458"/>
                  <a:pt x="251245" y="145458"/>
                </a:cubicBezTo>
                <a:cubicBezTo>
                  <a:pt x="258559" y="145458"/>
                  <a:pt x="264469" y="139548"/>
                  <a:pt x="264469" y="132234"/>
                </a:cubicBezTo>
                <a:lnTo>
                  <a:pt x="264469" y="92564"/>
                </a:lnTo>
                <a:cubicBezTo>
                  <a:pt x="264469" y="85250"/>
                  <a:pt x="258559" y="79341"/>
                  <a:pt x="251245" y="793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35721" y="1382289"/>
            <a:ext cx="6215011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Recognition Attendance 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252" y="1805329"/>
            <a:ext cx="6453033" cy="775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intelligent, automated system that uses computer vision and machine learning to identify students through facial features and mark attendance in real-time without any physical contact or manual intervention.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4778" y="2758738"/>
            <a:ext cx="3110150" cy="818089"/>
          </a:xfrm>
          <a:custGeom>
            <a:avLst/>
            <a:gdLst/>
            <a:ahLst/>
            <a:cxnLst/>
            <a:rect l="l" t="t" r="r" b="b"/>
            <a:pathLst>
              <a:path w="3110150" h="818089">
                <a:moveTo>
                  <a:pt x="70527" y="0"/>
                </a:moveTo>
                <a:lnTo>
                  <a:pt x="3039623" y="0"/>
                </a:lnTo>
                <a:cubicBezTo>
                  <a:pt x="3078574" y="0"/>
                  <a:pt x="3110150" y="31576"/>
                  <a:pt x="3110150" y="70527"/>
                </a:cubicBezTo>
                <a:lnTo>
                  <a:pt x="3110150" y="747562"/>
                </a:lnTo>
                <a:cubicBezTo>
                  <a:pt x="3110150" y="786513"/>
                  <a:pt x="3078574" y="818089"/>
                  <a:pt x="3039623" y="818089"/>
                </a:cubicBezTo>
                <a:lnTo>
                  <a:pt x="70527" y="818089"/>
                </a:lnTo>
                <a:cubicBezTo>
                  <a:pt x="31576" y="818089"/>
                  <a:pt x="0" y="786513"/>
                  <a:pt x="0" y="747562"/>
                </a:cubicBezTo>
                <a:lnTo>
                  <a:pt x="0" y="70527"/>
                </a:lnTo>
                <a:cubicBezTo>
                  <a:pt x="0" y="31602"/>
                  <a:pt x="31602" y="0"/>
                  <a:pt x="70527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1311" y="2947393"/>
            <a:ext cx="138846" cy="158681"/>
          </a:xfrm>
          <a:custGeom>
            <a:avLst/>
            <a:gdLst/>
            <a:ahLst/>
            <a:cxnLst/>
            <a:rect l="l" t="t" r="r" b="b"/>
            <a:pathLst>
              <a:path w="138846" h="158681">
                <a:moveTo>
                  <a:pt x="105002" y="-3068"/>
                </a:moveTo>
                <a:cubicBezTo>
                  <a:pt x="108690" y="-403"/>
                  <a:pt x="110054" y="4432"/>
                  <a:pt x="108380" y="8647"/>
                </a:cubicBezTo>
                <a:lnTo>
                  <a:pt x="84082" y="69423"/>
                </a:lnTo>
                <a:lnTo>
                  <a:pt x="128928" y="69423"/>
                </a:lnTo>
                <a:cubicBezTo>
                  <a:pt x="133112" y="69423"/>
                  <a:pt x="136831" y="72026"/>
                  <a:pt x="138257" y="75962"/>
                </a:cubicBezTo>
                <a:cubicBezTo>
                  <a:pt x="139683" y="79898"/>
                  <a:pt x="138474" y="84299"/>
                  <a:pt x="135282" y="86965"/>
                </a:cubicBezTo>
                <a:lnTo>
                  <a:pt x="46024" y="161346"/>
                </a:lnTo>
                <a:cubicBezTo>
                  <a:pt x="42522" y="164260"/>
                  <a:pt x="37532" y="164415"/>
                  <a:pt x="33844" y="161749"/>
                </a:cubicBezTo>
                <a:cubicBezTo>
                  <a:pt x="30156" y="159084"/>
                  <a:pt x="28792" y="154249"/>
                  <a:pt x="30466" y="150034"/>
                </a:cubicBezTo>
                <a:lnTo>
                  <a:pt x="54764" y="89258"/>
                </a:lnTo>
                <a:lnTo>
                  <a:pt x="9918" y="89258"/>
                </a:lnTo>
                <a:cubicBezTo>
                  <a:pt x="5734" y="89258"/>
                  <a:pt x="2015" y="86655"/>
                  <a:pt x="589" y="82719"/>
                </a:cubicBezTo>
                <a:cubicBezTo>
                  <a:pt x="-837" y="78783"/>
                  <a:pt x="372" y="74382"/>
                  <a:pt x="3564" y="71716"/>
                </a:cubicBezTo>
                <a:lnTo>
                  <a:pt x="92822" y="-2665"/>
                </a:lnTo>
                <a:cubicBezTo>
                  <a:pt x="96324" y="-5579"/>
                  <a:pt x="101314" y="-5734"/>
                  <a:pt x="105002" y="-306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23493" y="2903315"/>
            <a:ext cx="758143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9354" y="3220677"/>
            <a:ext cx="289152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chemeClr val="bg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recognition &amp; marking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30607" y="2758738"/>
            <a:ext cx="3110150" cy="818089"/>
          </a:xfrm>
          <a:custGeom>
            <a:avLst/>
            <a:gdLst/>
            <a:ahLst/>
            <a:cxnLst/>
            <a:rect l="l" t="t" r="r" b="b"/>
            <a:pathLst>
              <a:path w="3110150" h="818089">
                <a:moveTo>
                  <a:pt x="70527" y="0"/>
                </a:moveTo>
                <a:lnTo>
                  <a:pt x="3039623" y="0"/>
                </a:lnTo>
                <a:cubicBezTo>
                  <a:pt x="3078574" y="0"/>
                  <a:pt x="3110150" y="31576"/>
                  <a:pt x="3110150" y="70527"/>
                </a:cubicBezTo>
                <a:lnTo>
                  <a:pt x="3110150" y="747562"/>
                </a:lnTo>
                <a:cubicBezTo>
                  <a:pt x="3110150" y="786513"/>
                  <a:pt x="3078574" y="818089"/>
                  <a:pt x="3039623" y="818089"/>
                </a:cubicBezTo>
                <a:lnTo>
                  <a:pt x="70527" y="818089"/>
                </a:lnTo>
                <a:cubicBezTo>
                  <a:pt x="31576" y="818089"/>
                  <a:pt x="0" y="786513"/>
                  <a:pt x="0" y="747562"/>
                </a:cubicBezTo>
                <a:lnTo>
                  <a:pt x="0" y="70527"/>
                </a:lnTo>
                <a:cubicBezTo>
                  <a:pt x="0" y="31602"/>
                  <a:pt x="31602" y="0"/>
                  <a:pt x="70527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77387" y="2947393"/>
            <a:ext cx="198351" cy="158681"/>
          </a:xfrm>
          <a:custGeom>
            <a:avLst/>
            <a:gdLst/>
            <a:ahLst/>
            <a:cxnLst/>
            <a:rect l="l" t="t" r="r" b="b"/>
            <a:pathLst>
              <a:path w="198351" h="158681">
                <a:moveTo>
                  <a:pt x="99176" y="0"/>
                </a:moveTo>
                <a:cubicBezTo>
                  <a:pt x="104661" y="0"/>
                  <a:pt x="109093" y="4432"/>
                  <a:pt x="109093" y="9918"/>
                </a:cubicBezTo>
                <a:lnTo>
                  <a:pt x="109093" y="74382"/>
                </a:lnTo>
                <a:cubicBezTo>
                  <a:pt x="109093" y="77109"/>
                  <a:pt x="111325" y="79341"/>
                  <a:pt x="114052" y="79341"/>
                </a:cubicBezTo>
                <a:cubicBezTo>
                  <a:pt x="116779" y="79341"/>
                  <a:pt x="119011" y="77109"/>
                  <a:pt x="119011" y="74382"/>
                </a:cubicBezTo>
                <a:lnTo>
                  <a:pt x="119011" y="19835"/>
                </a:lnTo>
                <a:cubicBezTo>
                  <a:pt x="119011" y="14349"/>
                  <a:pt x="123443" y="9918"/>
                  <a:pt x="128928" y="9918"/>
                </a:cubicBezTo>
                <a:cubicBezTo>
                  <a:pt x="134414" y="9918"/>
                  <a:pt x="138846" y="14349"/>
                  <a:pt x="138846" y="19835"/>
                </a:cubicBezTo>
                <a:lnTo>
                  <a:pt x="138846" y="74382"/>
                </a:lnTo>
                <a:cubicBezTo>
                  <a:pt x="138846" y="77109"/>
                  <a:pt x="141077" y="79341"/>
                  <a:pt x="143805" y="79341"/>
                </a:cubicBezTo>
                <a:cubicBezTo>
                  <a:pt x="146532" y="79341"/>
                  <a:pt x="148764" y="77109"/>
                  <a:pt x="148764" y="74382"/>
                </a:cubicBezTo>
                <a:lnTo>
                  <a:pt x="148764" y="39670"/>
                </a:lnTo>
                <a:cubicBezTo>
                  <a:pt x="148764" y="34185"/>
                  <a:pt x="153195" y="29753"/>
                  <a:pt x="158681" y="29753"/>
                </a:cubicBezTo>
                <a:cubicBezTo>
                  <a:pt x="164167" y="29753"/>
                  <a:pt x="168599" y="34185"/>
                  <a:pt x="168599" y="39670"/>
                </a:cubicBezTo>
                <a:lnTo>
                  <a:pt x="168599" y="94899"/>
                </a:lnTo>
                <a:cubicBezTo>
                  <a:pt x="162648" y="96572"/>
                  <a:pt x="157844" y="101221"/>
                  <a:pt x="156078" y="107389"/>
                </a:cubicBezTo>
                <a:lnTo>
                  <a:pt x="154063" y="114424"/>
                </a:lnTo>
                <a:lnTo>
                  <a:pt x="147028" y="116438"/>
                </a:lnTo>
                <a:cubicBezTo>
                  <a:pt x="139218" y="118670"/>
                  <a:pt x="133856" y="125798"/>
                  <a:pt x="133856" y="133918"/>
                </a:cubicBezTo>
                <a:cubicBezTo>
                  <a:pt x="133856" y="140768"/>
                  <a:pt x="137699" y="146935"/>
                  <a:pt x="143588" y="150003"/>
                </a:cubicBezTo>
                <a:cubicBezTo>
                  <a:pt x="135065" y="155520"/>
                  <a:pt x="124930" y="158712"/>
                  <a:pt x="114021" y="158712"/>
                </a:cubicBezTo>
                <a:lnTo>
                  <a:pt x="108071" y="158712"/>
                </a:lnTo>
                <a:cubicBezTo>
                  <a:pt x="89599" y="158712"/>
                  <a:pt x="71840" y="151615"/>
                  <a:pt x="58483" y="138877"/>
                </a:cubicBezTo>
                <a:lnTo>
                  <a:pt x="23678" y="105684"/>
                </a:lnTo>
                <a:cubicBezTo>
                  <a:pt x="18719" y="100973"/>
                  <a:pt x="18533" y="93101"/>
                  <a:pt x="23244" y="88142"/>
                </a:cubicBezTo>
                <a:cubicBezTo>
                  <a:pt x="27955" y="83184"/>
                  <a:pt x="35827" y="82998"/>
                  <a:pt x="40786" y="87709"/>
                </a:cubicBezTo>
                <a:lnTo>
                  <a:pt x="59536" y="105560"/>
                </a:lnTo>
                <a:cubicBezTo>
                  <a:pt x="59536" y="105095"/>
                  <a:pt x="59505" y="104599"/>
                  <a:pt x="59505" y="104134"/>
                </a:cubicBezTo>
                <a:lnTo>
                  <a:pt x="59505" y="19835"/>
                </a:lnTo>
                <a:cubicBezTo>
                  <a:pt x="59505" y="14349"/>
                  <a:pt x="63937" y="9918"/>
                  <a:pt x="69423" y="9918"/>
                </a:cubicBezTo>
                <a:cubicBezTo>
                  <a:pt x="74909" y="9918"/>
                  <a:pt x="79341" y="14349"/>
                  <a:pt x="79341" y="19835"/>
                </a:cubicBezTo>
                <a:lnTo>
                  <a:pt x="79341" y="74382"/>
                </a:lnTo>
                <a:cubicBezTo>
                  <a:pt x="79341" y="77109"/>
                  <a:pt x="81572" y="79341"/>
                  <a:pt x="84299" y="79341"/>
                </a:cubicBezTo>
                <a:cubicBezTo>
                  <a:pt x="87027" y="79341"/>
                  <a:pt x="89258" y="77109"/>
                  <a:pt x="89258" y="74382"/>
                </a:cubicBezTo>
                <a:lnTo>
                  <a:pt x="89258" y="9918"/>
                </a:lnTo>
                <a:cubicBezTo>
                  <a:pt x="89258" y="4432"/>
                  <a:pt x="93690" y="0"/>
                  <a:pt x="99176" y="0"/>
                </a:cubicBezTo>
                <a:close/>
                <a:moveTo>
                  <a:pt x="96913" y="101221"/>
                </a:moveTo>
                <a:cubicBezTo>
                  <a:pt x="96572" y="100013"/>
                  <a:pt x="95457" y="99176"/>
                  <a:pt x="94217" y="99176"/>
                </a:cubicBezTo>
                <a:cubicBezTo>
                  <a:pt x="92977" y="99176"/>
                  <a:pt x="91861" y="100013"/>
                  <a:pt x="91521" y="101221"/>
                </a:cubicBezTo>
                <a:lnTo>
                  <a:pt x="89258" y="109093"/>
                </a:lnTo>
                <a:lnTo>
                  <a:pt x="81386" y="111356"/>
                </a:lnTo>
                <a:cubicBezTo>
                  <a:pt x="80177" y="111697"/>
                  <a:pt x="79341" y="112812"/>
                  <a:pt x="79341" y="114052"/>
                </a:cubicBezTo>
                <a:cubicBezTo>
                  <a:pt x="79341" y="115292"/>
                  <a:pt x="80177" y="116407"/>
                  <a:pt x="81386" y="116748"/>
                </a:cubicBezTo>
                <a:lnTo>
                  <a:pt x="89258" y="119011"/>
                </a:lnTo>
                <a:lnTo>
                  <a:pt x="91521" y="126883"/>
                </a:lnTo>
                <a:cubicBezTo>
                  <a:pt x="91861" y="128092"/>
                  <a:pt x="92977" y="128928"/>
                  <a:pt x="94217" y="128928"/>
                </a:cubicBezTo>
                <a:cubicBezTo>
                  <a:pt x="95457" y="128928"/>
                  <a:pt x="96572" y="128092"/>
                  <a:pt x="96913" y="126883"/>
                </a:cubicBezTo>
                <a:lnTo>
                  <a:pt x="99176" y="119011"/>
                </a:lnTo>
                <a:lnTo>
                  <a:pt x="107048" y="116748"/>
                </a:lnTo>
                <a:cubicBezTo>
                  <a:pt x="108256" y="116407"/>
                  <a:pt x="109093" y="115292"/>
                  <a:pt x="109093" y="114052"/>
                </a:cubicBezTo>
                <a:cubicBezTo>
                  <a:pt x="109093" y="112812"/>
                  <a:pt x="108256" y="111697"/>
                  <a:pt x="107048" y="111356"/>
                </a:cubicBezTo>
                <a:lnTo>
                  <a:pt x="99176" y="109093"/>
                </a:lnTo>
                <a:lnTo>
                  <a:pt x="96913" y="101221"/>
                </a:lnTo>
                <a:close/>
                <a:moveTo>
                  <a:pt x="32232" y="37191"/>
                </a:moveTo>
                <a:lnTo>
                  <a:pt x="47201" y="41468"/>
                </a:lnTo>
                <a:cubicBezTo>
                  <a:pt x="48627" y="41871"/>
                  <a:pt x="49588" y="43172"/>
                  <a:pt x="49588" y="44629"/>
                </a:cubicBezTo>
                <a:cubicBezTo>
                  <a:pt x="49588" y="46086"/>
                  <a:pt x="48627" y="47387"/>
                  <a:pt x="47201" y="47790"/>
                </a:cubicBezTo>
                <a:lnTo>
                  <a:pt x="32232" y="52067"/>
                </a:lnTo>
                <a:lnTo>
                  <a:pt x="27955" y="67037"/>
                </a:lnTo>
                <a:cubicBezTo>
                  <a:pt x="27552" y="68462"/>
                  <a:pt x="26251" y="69423"/>
                  <a:pt x="24794" y="69423"/>
                </a:cubicBezTo>
                <a:cubicBezTo>
                  <a:pt x="23337" y="69423"/>
                  <a:pt x="22036" y="68462"/>
                  <a:pt x="21633" y="67037"/>
                </a:cubicBezTo>
                <a:lnTo>
                  <a:pt x="17356" y="52067"/>
                </a:lnTo>
                <a:lnTo>
                  <a:pt x="2386" y="47790"/>
                </a:lnTo>
                <a:cubicBezTo>
                  <a:pt x="961" y="47387"/>
                  <a:pt x="0" y="46086"/>
                  <a:pt x="0" y="44629"/>
                </a:cubicBezTo>
                <a:cubicBezTo>
                  <a:pt x="0" y="43172"/>
                  <a:pt x="961" y="41871"/>
                  <a:pt x="2386" y="41468"/>
                </a:cubicBezTo>
                <a:lnTo>
                  <a:pt x="17356" y="37191"/>
                </a:lnTo>
                <a:lnTo>
                  <a:pt x="21633" y="22222"/>
                </a:lnTo>
                <a:cubicBezTo>
                  <a:pt x="22036" y="20796"/>
                  <a:pt x="23337" y="19835"/>
                  <a:pt x="24794" y="19835"/>
                </a:cubicBezTo>
                <a:cubicBezTo>
                  <a:pt x="26251" y="19835"/>
                  <a:pt x="27552" y="20796"/>
                  <a:pt x="27955" y="22222"/>
                </a:cubicBezTo>
                <a:lnTo>
                  <a:pt x="32232" y="37191"/>
                </a:lnTo>
                <a:close/>
                <a:moveTo>
                  <a:pt x="180996" y="126449"/>
                </a:moveTo>
                <a:lnTo>
                  <a:pt x="195965" y="130726"/>
                </a:lnTo>
                <a:cubicBezTo>
                  <a:pt x="197391" y="131129"/>
                  <a:pt x="198351" y="132431"/>
                  <a:pt x="198351" y="133887"/>
                </a:cubicBezTo>
                <a:cubicBezTo>
                  <a:pt x="198351" y="135344"/>
                  <a:pt x="197391" y="136646"/>
                  <a:pt x="195965" y="137048"/>
                </a:cubicBezTo>
                <a:lnTo>
                  <a:pt x="180996" y="141325"/>
                </a:lnTo>
                <a:lnTo>
                  <a:pt x="176719" y="156295"/>
                </a:lnTo>
                <a:cubicBezTo>
                  <a:pt x="176316" y="157720"/>
                  <a:pt x="175014" y="158681"/>
                  <a:pt x="173557" y="158681"/>
                </a:cubicBezTo>
                <a:cubicBezTo>
                  <a:pt x="172101" y="158681"/>
                  <a:pt x="170799" y="157720"/>
                  <a:pt x="170396" y="156295"/>
                </a:cubicBezTo>
                <a:lnTo>
                  <a:pt x="166119" y="141325"/>
                </a:lnTo>
                <a:lnTo>
                  <a:pt x="151150" y="137048"/>
                </a:lnTo>
                <a:cubicBezTo>
                  <a:pt x="149724" y="136646"/>
                  <a:pt x="148764" y="135344"/>
                  <a:pt x="148764" y="133887"/>
                </a:cubicBezTo>
                <a:cubicBezTo>
                  <a:pt x="148764" y="132431"/>
                  <a:pt x="149724" y="131129"/>
                  <a:pt x="151150" y="130726"/>
                </a:cubicBezTo>
                <a:lnTo>
                  <a:pt x="166119" y="126449"/>
                </a:lnTo>
                <a:lnTo>
                  <a:pt x="170396" y="111480"/>
                </a:lnTo>
                <a:cubicBezTo>
                  <a:pt x="170799" y="110054"/>
                  <a:pt x="172101" y="109093"/>
                  <a:pt x="173557" y="109093"/>
                </a:cubicBezTo>
                <a:cubicBezTo>
                  <a:pt x="175014" y="109093"/>
                  <a:pt x="176316" y="110054"/>
                  <a:pt x="176719" y="111480"/>
                </a:cubicBezTo>
                <a:lnTo>
                  <a:pt x="180996" y="12644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4279322" y="2903315"/>
            <a:ext cx="916824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Contactless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75183" y="3220677"/>
            <a:ext cx="289152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chemeClr val="bg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physical interaction needed</a:t>
            </a:r>
          </a:p>
        </p:txBody>
      </p:sp>
      <p:sp>
        <p:nvSpPr>
          <p:cNvPr id="18" name="Shape 16"/>
          <p:cNvSpPr/>
          <p:nvPr/>
        </p:nvSpPr>
        <p:spPr>
          <a:xfrm>
            <a:off x="574778" y="3724929"/>
            <a:ext cx="3110150" cy="818089"/>
          </a:xfrm>
          <a:custGeom>
            <a:avLst/>
            <a:gdLst/>
            <a:ahLst/>
            <a:cxnLst/>
            <a:rect l="l" t="t" r="r" b="b"/>
            <a:pathLst>
              <a:path w="3110150" h="818089">
                <a:moveTo>
                  <a:pt x="70527" y="0"/>
                </a:moveTo>
                <a:lnTo>
                  <a:pt x="3039623" y="0"/>
                </a:lnTo>
                <a:cubicBezTo>
                  <a:pt x="3078574" y="0"/>
                  <a:pt x="3110150" y="31576"/>
                  <a:pt x="3110150" y="70527"/>
                </a:cubicBezTo>
                <a:lnTo>
                  <a:pt x="3110150" y="747562"/>
                </a:lnTo>
                <a:cubicBezTo>
                  <a:pt x="3110150" y="786513"/>
                  <a:pt x="3078574" y="818089"/>
                  <a:pt x="3039623" y="818089"/>
                </a:cubicBezTo>
                <a:lnTo>
                  <a:pt x="70527" y="818089"/>
                </a:lnTo>
                <a:cubicBezTo>
                  <a:pt x="31576" y="818089"/>
                  <a:pt x="0" y="786513"/>
                  <a:pt x="0" y="747562"/>
                </a:cubicBezTo>
                <a:lnTo>
                  <a:pt x="0" y="70527"/>
                </a:lnTo>
                <a:cubicBezTo>
                  <a:pt x="0" y="31602"/>
                  <a:pt x="31602" y="0"/>
                  <a:pt x="70527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1393" y="3913584"/>
            <a:ext cx="158681" cy="158681"/>
          </a:xfrm>
          <a:custGeom>
            <a:avLst/>
            <a:gdLst/>
            <a:ahLst/>
            <a:cxnLst/>
            <a:rect l="l" t="t" r="r" b="b"/>
            <a:pathLst>
              <a:path w="158681" h="158681">
                <a:moveTo>
                  <a:pt x="79341" y="0"/>
                </a:moveTo>
                <a:cubicBezTo>
                  <a:pt x="80766" y="0"/>
                  <a:pt x="82192" y="310"/>
                  <a:pt x="83494" y="899"/>
                </a:cubicBezTo>
                <a:lnTo>
                  <a:pt x="141883" y="25662"/>
                </a:lnTo>
                <a:cubicBezTo>
                  <a:pt x="148702" y="28544"/>
                  <a:pt x="153784" y="35269"/>
                  <a:pt x="153753" y="43389"/>
                </a:cubicBezTo>
                <a:cubicBezTo>
                  <a:pt x="153598" y="74134"/>
                  <a:pt x="140953" y="130385"/>
                  <a:pt x="87554" y="155954"/>
                </a:cubicBezTo>
                <a:cubicBezTo>
                  <a:pt x="82378" y="158433"/>
                  <a:pt x="76365" y="158433"/>
                  <a:pt x="71190" y="155954"/>
                </a:cubicBezTo>
                <a:cubicBezTo>
                  <a:pt x="17759" y="130385"/>
                  <a:pt x="5145" y="74134"/>
                  <a:pt x="4990" y="43389"/>
                </a:cubicBezTo>
                <a:cubicBezTo>
                  <a:pt x="4959" y="35269"/>
                  <a:pt x="10042" y="28544"/>
                  <a:pt x="16860" y="25662"/>
                </a:cubicBezTo>
                <a:lnTo>
                  <a:pt x="75219" y="899"/>
                </a:lnTo>
                <a:cubicBezTo>
                  <a:pt x="76520" y="310"/>
                  <a:pt x="77915" y="0"/>
                  <a:pt x="79341" y="0"/>
                </a:cubicBezTo>
                <a:close/>
                <a:moveTo>
                  <a:pt x="79341" y="20703"/>
                </a:moveTo>
                <a:lnTo>
                  <a:pt x="79341" y="137885"/>
                </a:lnTo>
                <a:cubicBezTo>
                  <a:pt x="122110" y="117182"/>
                  <a:pt x="133608" y="71314"/>
                  <a:pt x="133887" y="43854"/>
                </a:cubicBezTo>
                <a:lnTo>
                  <a:pt x="79341" y="20734"/>
                </a:lnTo>
                <a:lnTo>
                  <a:pt x="79341" y="2073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1023493" y="3869505"/>
            <a:ext cx="573015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9354" y="4186868"/>
            <a:ext cx="289152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chemeClr val="bg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Prevents proxy attendance</a:t>
            </a:r>
          </a:p>
        </p:txBody>
      </p:sp>
      <p:sp>
        <p:nvSpPr>
          <p:cNvPr id="22" name="Shape 20"/>
          <p:cNvSpPr/>
          <p:nvPr/>
        </p:nvSpPr>
        <p:spPr>
          <a:xfrm>
            <a:off x="3830607" y="3724929"/>
            <a:ext cx="3110150" cy="818089"/>
          </a:xfrm>
          <a:custGeom>
            <a:avLst/>
            <a:gdLst/>
            <a:ahLst/>
            <a:cxnLst/>
            <a:rect l="l" t="t" r="r" b="b"/>
            <a:pathLst>
              <a:path w="3110150" h="818089">
                <a:moveTo>
                  <a:pt x="70527" y="0"/>
                </a:moveTo>
                <a:lnTo>
                  <a:pt x="3039623" y="0"/>
                </a:lnTo>
                <a:cubicBezTo>
                  <a:pt x="3078574" y="0"/>
                  <a:pt x="3110150" y="31576"/>
                  <a:pt x="3110150" y="70527"/>
                </a:cubicBezTo>
                <a:lnTo>
                  <a:pt x="3110150" y="747562"/>
                </a:lnTo>
                <a:cubicBezTo>
                  <a:pt x="3110150" y="786513"/>
                  <a:pt x="3078574" y="818089"/>
                  <a:pt x="3039623" y="818089"/>
                </a:cubicBezTo>
                <a:lnTo>
                  <a:pt x="70527" y="818089"/>
                </a:lnTo>
                <a:cubicBezTo>
                  <a:pt x="31576" y="818089"/>
                  <a:pt x="0" y="786513"/>
                  <a:pt x="0" y="747562"/>
                </a:cubicBezTo>
                <a:lnTo>
                  <a:pt x="0" y="70527"/>
                </a:lnTo>
                <a:cubicBezTo>
                  <a:pt x="0" y="31602"/>
                  <a:pt x="31602" y="0"/>
                  <a:pt x="70527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7139" y="3913584"/>
            <a:ext cx="138846" cy="158681"/>
          </a:xfrm>
          <a:custGeom>
            <a:avLst/>
            <a:gdLst/>
            <a:ahLst/>
            <a:cxnLst/>
            <a:rect l="l" t="t" r="r" b="b"/>
            <a:pathLst>
              <a:path w="138846" h="158681">
                <a:moveTo>
                  <a:pt x="138846" y="63782"/>
                </a:moveTo>
                <a:cubicBezTo>
                  <a:pt x="134259" y="66820"/>
                  <a:pt x="128990" y="69268"/>
                  <a:pt x="123505" y="71221"/>
                </a:cubicBezTo>
                <a:cubicBezTo>
                  <a:pt x="108938" y="76427"/>
                  <a:pt x="89816" y="79341"/>
                  <a:pt x="69423" y="79341"/>
                </a:cubicBezTo>
                <a:cubicBezTo>
                  <a:pt x="49030" y="79341"/>
                  <a:pt x="29877" y="76396"/>
                  <a:pt x="15341" y="71221"/>
                </a:cubicBezTo>
                <a:cubicBezTo>
                  <a:pt x="9887" y="69268"/>
                  <a:pt x="4587" y="66820"/>
                  <a:pt x="0" y="63782"/>
                </a:cubicBezTo>
                <a:lnTo>
                  <a:pt x="0" y="89258"/>
                </a:lnTo>
                <a:cubicBezTo>
                  <a:pt x="0" y="102957"/>
                  <a:pt x="31085" y="114052"/>
                  <a:pt x="69423" y="114052"/>
                </a:cubicBezTo>
                <a:cubicBezTo>
                  <a:pt x="107761" y="114052"/>
                  <a:pt x="138846" y="102957"/>
                  <a:pt x="138846" y="89258"/>
                </a:cubicBezTo>
                <a:lnTo>
                  <a:pt x="138846" y="63782"/>
                </a:lnTo>
                <a:close/>
                <a:moveTo>
                  <a:pt x="138846" y="39670"/>
                </a:moveTo>
                <a:lnTo>
                  <a:pt x="138846" y="24794"/>
                </a:lnTo>
                <a:cubicBezTo>
                  <a:pt x="138846" y="11095"/>
                  <a:pt x="107761" y="0"/>
                  <a:pt x="69423" y="0"/>
                </a:cubicBezTo>
                <a:cubicBezTo>
                  <a:pt x="31085" y="0"/>
                  <a:pt x="0" y="11095"/>
                  <a:pt x="0" y="24794"/>
                </a:cubicBezTo>
                <a:lnTo>
                  <a:pt x="0" y="39670"/>
                </a:lnTo>
                <a:cubicBezTo>
                  <a:pt x="0" y="53369"/>
                  <a:pt x="31085" y="64464"/>
                  <a:pt x="69423" y="64464"/>
                </a:cubicBezTo>
                <a:cubicBezTo>
                  <a:pt x="107761" y="64464"/>
                  <a:pt x="138846" y="53369"/>
                  <a:pt x="138846" y="39670"/>
                </a:cubicBezTo>
                <a:close/>
                <a:moveTo>
                  <a:pt x="123505" y="120808"/>
                </a:moveTo>
                <a:cubicBezTo>
                  <a:pt x="108969" y="125984"/>
                  <a:pt x="89847" y="128928"/>
                  <a:pt x="69423" y="128928"/>
                </a:cubicBezTo>
                <a:cubicBezTo>
                  <a:pt x="48999" y="128928"/>
                  <a:pt x="29877" y="125984"/>
                  <a:pt x="15341" y="120808"/>
                </a:cubicBezTo>
                <a:cubicBezTo>
                  <a:pt x="9887" y="118856"/>
                  <a:pt x="4587" y="116407"/>
                  <a:pt x="0" y="113370"/>
                </a:cubicBezTo>
                <a:lnTo>
                  <a:pt x="0" y="133887"/>
                </a:lnTo>
                <a:cubicBezTo>
                  <a:pt x="0" y="147586"/>
                  <a:pt x="31085" y="158681"/>
                  <a:pt x="69423" y="158681"/>
                </a:cubicBezTo>
                <a:cubicBezTo>
                  <a:pt x="107761" y="158681"/>
                  <a:pt x="138846" y="147586"/>
                  <a:pt x="138846" y="133887"/>
                </a:cubicBezTo>
                <a:lnTo>
                  <a:pt x="138846" y="113370"/>
                </a:lnTo>
                <a:cubicBezTo>
                  <a:pt x="134259" y="116407"/>
                  <a:pt x="128990" y="118856"/>
                  <a:pt x="123505" y="12080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279322" y="3869505"/>
            <a:ext cx="528937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975183" y="4186868"/>
            <a:ext cx="289152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chemeClr val="bg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record keeping</a:t>
            </a:r>
          </a:p>
        </p:txBody>
      </p:sp>
      <p:sp>
        <p:nvSpPr>
          <p:cNvPr id="26" name="Shape 24"/>
          <p:cNvSpPr/>
          <p:nvPr/>
        </p:nvSpPr>
        <p:spPr>
          <a:xfrm>
            <a:off x="356151" y="4945012"/>
            <a:ext cx="6803894" cy="1911226"/>
          </a:xfrm>
          <a:custGeom>
            <a:avLst/>
            <a:gdLst/>
            <a:ahLst/>
            <a:cxnLst/>
            <a:rect l="l" t="t" r="r" b="b"/>
            <a:pathLst>
              <a:path w="6803894" h="1911226">
                <a:moveTo>
                  <a:pt x="105786" y="0"/>
                </a:moveTo>
                <a:lnTo>
                  <a:pt x="6698108" y="0"/>
                </a:lnTo>
                <a:cubicBezTo>
                  <a:pt x="6756532" y="0"/>
                  <a:pt x="6803894" y="47362"/>
                  <a:pt x="6803894" y="105786"/>
                </a:cubicBezTo>
                <a:lnTo>
                  <a:pt x="6803894" y="1805440"/>
                </a:lnTo>
                <a:cubicBezTo>
                  <a:pt x="6803894" y="1863864"/>
                  <a:pt x="6756532" y="1911226"/>
                  <a:pt x="6698108" y="1911226"/>
                </a:cubicBezTo>
                <a:lnTo>
                  <a:pt x="105786" y="1911226"/>
                </a:lnTo>
                <a:cubicBezTo>
                  <a:pt x="47362" y="1911226"/>
                  <a:pt x="0" y="1863864"/>
                  <a:pt x="0" y="1805440"/>
                </a:cubicBezTo>
                <a:lnTo>
                  <a:pt x="0" y="105786"/>
                </a:lnTo>
                <a:cubicBezTo>
                  <a:pt x="0" y="47401"/>
                  <a:pt x="47401" y="0"/>
                  <a:pt x="105786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252" y="5160113"/>
            <a:ext cx="6479479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1252" y="5618413"/>
            <a:ext cx="282100" cy="282100"/>
          </a:xfrm>
          <a:custGeom>
            <a:avLst/>
            <a:gdLst/>
            <a:ahLst/>
            <a:cxnLst/>
            <a:rect l="l" t="t" r="r" b="b"/>
            <a:pathLst>
              <a:path w="282100" h="282100">
                <a:moveTo>
                  <a:pt x="70525" y="0"/>
                </a:moveTo>
                <a:lnTo>
                  <a:pt x="211575" y="0"/>
                </a:lnTo>
                <a:cubicBezTo>
                  <a:pt x="250525" y="0"/>
                  <a:pt x="282100" y="31575"/>
                  <a:pt x="282100" y="70525"/>
                </a:cubicBezTo>
                <a:lnTo>
                  <a:pt x="282100" y="211575"/>
                </a:lnTo>
                <a:cubicBezTo>
                  <a:pt x="282100" y="250525"/>
                  <a:pt x="250525" y="282100"/>
                  <a:pt x="211575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2797" y="5697754"/>
            <a:ext cx="123419" cy="123419"/>
          </a:xfrm>
          <a:custGeom>
            <a:avLst/>
            <a:gdLst/>
            <a:ahLst/>
            <a:cxnLst/>
            <a:rect l="l" t="t" r="r" b="b"/>
            <a:pathLst>
              <a:path w="123419" h="123419">
                <a:moveTo>
                  <a:pt x="35941" y="15620"/>
                </a:moveTo>
                <a:lnTo>
                  <a:pt x="33434" y="23141"/>
                </a:lnTo>
                <a:lnTo>
                  <a:pt x="15427" y="23141"/>
                </a:lnTo>
                <a:cubicBezTo>
                  <a:pt x="6918" y="23141"/>
                  <a:pt x="0" y="30059"/>
                  <a:pt x="0" y="38568"/>
                </a:cubicBezTo>
                <a:lnTo>
                  <a:pt x="0" y="100278"/>
                </a:lnTo>
                <a:cubicBezTo>
                  <a:pt x="0" y="108787"/>
                  <a:pt x="6918" y="115705"/>
                  <a:pt x="15427" y="115705"/>
                </a:cubicBezTo>
                <a:lnTo>
                  <a:pt x="107991" y="115705"/>
                </a:lnTo>
                <a:cubicBezTo>
                  <a:pt x="116500" y="115705"/>
                  <a:pt x="123419" y="108787"/>
                  <a:pt x="123419" y="100278"/>
                </a:cubicBezTo>
                <a:lnTo>
                  <a:pt x="123419" y="38568"/>
                </a:lnTo>
                <a:cubicBezTo>
                  <a:pt x="123419" y="30059"/>
                  <a:pt x="116500" y="23141"/>
                  <a:pt x="107991" y="23141"/>
                </a:cubicBezTo>
                <a:lnTo>
                  <a:pt x="89985" y="23141"/>
                </a:lnTo>
                <a:lnTo>
                  <a:pt x="87478" y="15620"/>
                </a:lnTo>
                <a:cubicBezTo>
                  <a:pt x="85911" y="10896"/>
                  <a:pt x="81500" y="7714"/>
                  <a:pt x="76510" y="7714"/>
                </a:cubicBezTo>
                <a:lnTo>
                  <a:pt x="46909" y="7714"/>
                </a:lnTo>
                <a:cubicBezTo>
                  <a:pt x="41919" y="7714"/>
                  <a:pt x="37508" y="10896"/>
                  <a:pt x="35941" y="15620"/>
                </a:cubicBezTo>
                <a:close/>
                <a:moveTo>
                  <a:pt x="61709" y="46282"/>
                </a:moveTo>
                <a:cubicBezTo>
                  <a:pt x="74481" y="46282"/>
                  <a:pt x="84850" y="56651"/>
                  <a:pt x="84850" y="69423"/>
                </a:cubicBezTo>
                <a:cubicBezTo>
                  <a:pt x="84850" y="82195"/>
                  <a:pt x="74481" y="92564"/>
                  <a:pt x="61709" y="92564"/>
                </a:cubicBezTo>
                <a:cubicBezTo>
                  <a:pt x="48937" y="92564"/>
                  <a:pt x="38568" y="82195"/>
                  <a:pt x="38568" y="69423"/>
                </a:cubicBezTo>
                <a:cubicBezTo>
                  <a:pt x="38568" y="56651"/>
                  <a:pt x="48937" y="46282"/>
                  <a:pt x="61709" y="4628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959139" y="5583151"/>
            <a:ext cx="1507471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Webcam Integration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59139" y="5829988"/>
            <a:ext cx="1498655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video capture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62343" y="5618413"/>
            <a:ext cx="282100" cy="282100"/>
          </a:xfrm>
          <a:custGeom>
            <a:avLst/>
            <a:gdLst/>
            <a:ahLst/>
            <a:cxnLst/>
            <a:rect l="l" t="t" r="r" b="b"/>
            <a:pathLst>
              <a:path w="282100" h="282100">
                <a:moveTo>
                  <a:pt x="70525" y="0"/>
                </a:moveTo>
                <a:lnTo>
                  <a:pt x="211575" y="0"/>
                </a:lnTo>
                <a:cubicBezTo>
                  <a:pt x="250525" y="0"/>
                  <a:pt x="282100" y="31575"/>
                  <a:pt x="282100" y="70525"/>
                </a:cubicBezTo>
                <a:lnTo>
                  <a:pt x="282100" y="211575"/>
                </a:lnTo>
                <a:cubicBezTo>
                  <a:pt x="282100" y="250525"/>
                  <a:pt x="250525" y="282100"/>
                  <a:pt x="211575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43887" y="5697754"/>
            <a:ext cx="123419" cy="123419"/>
          </a:xfrm>
          <a:custGeom>
            <a:avLst/>
            <a:gdLst/>
            <a:ahLst/>
            <a:cxnLst/>
            <a:rect l="l" t="t" r="r" b="b"/>
            <a:pathLst>
              <a:path w="123419" h="123419">
                <a:moveTo>
                  <a:pt x="28926" y="13499"/>
                </a:moveTo>
                <a:cubicBezTo>
                  <a:pt x="28926" y="6050"/>
                  <a:pt x="34977" y="0"/>
                  <a:pt x="42425" y="0"/>
                </a:cubicBezTo>
                <a:lnTo>
                  <a:pt x="48210" y="0"/>
                </a:lnTo>
                <a:cubicBezTo>
                  <a:pt x="52477" y="0"/>
                  <a:pt x="55924" y="3447"/>
                  <a:pt x="55924" y="7714"/>
                </a:cubicBezTo>
                <a:lnTo>
                  <a:pt x="55924" y="115705"/>
                </a:lnTo>
                <a:cubicBezTo>
                  <a:pt x="55924" y="119972"/>
                  <a:pt x="52477" y="123419"/>
                  <a:pt x="48210" y="123419"/>
                </a:cubicBezTo>
                <a:lnTo>
                  <a:pt x="40497" y="123419"/>
                </a:lnTo>
                <a:cubicBezTo>
                  <a:pt x="33313" y="123419"/>
                  <a:pt x="27263" y="118501"/>
                  <a:pt x="25552" y="111848"/>
                </a:cubicBezTo>
                <a:cubicBezTo>
                  <a:pt x="25383" y="111848"/>
                  <a:pt x="25238" y="111848"/>
                  <a:pt x="25069" y="111848"/>
                </a:cubicBezTo>
                <a:cubicBezTo>
                  <a:pt x="14415" y="111848"/>
                  <a:pt x="5785" y="103218"/>
                  <a:pt x="5785" y="92564"/>
                </a:cubicBezTo>
                <a:cubicBezTo>
                  <a:pt x="5785" y="88225"/>
                  <a:pt x="7232" y="84224"/>
                  <a:pt x="9642" y="80993"/>
                </a:cubicBezTo>
                <a:cubicBezTo>
                  <a:pt x="4966" y="77474"/>
                  <a:pt x="1928" y="71882"/>
                  <a:pt x="1928" y="65566"/>
                </a:cubicBezTo>
                <a:cubicBezTo>
                  <a:pt x="1928" y="58118"/>
                  <a:pt x="6171" y="51633"/>
                  <a:pt x="12342" y="48427"/>
                </a:cubicBezTo>
                <a:cubicBezTo>
                  <a:pt x="10630" y="45535"/>
                  <a:pt x="9642" y="42160"/>
                  <a:pt x="9642" y="38568"/>
                </a:cubicBezTo>
                <a:cubicBezTo>
                  <a:pt x="9642" y="27914"/>
                  <a:pt x="18272" y="19284"/>
                  <a:pt x="28926" y="19284"/>
                </a:cubicBezTo>
                <a:lnTo>
                  <a:pt x="28926" y="13499"/>
                </a:lnTo>
                <a:close/>
                <a:moveTo>
                  <a:pt x="94492" y="13499"/>
                </a:moveTo>
                <a:lnTo>
                  <a:pt x="94492" y="19284"/>
                </a:lnTo>
                <a:cubicBezTo>
                  <a:pt x="105147" y="19284"/>
                  <a:pt x="113777" y="27914"/>
                  <a:pt x="113777" y="38568"/>
                </a:cubicBezTo>
                <a:cubicBezTo>
                  <a:pt x="113777" y="42184"/>
                  <a:pt x="112788" y="45559"/>
                  <a:pt x="111077" y="48427"/>
                </a:cubicBezTo>
                <a:cubicBezTo>
                  <a:pt x="117272" y="51633"/>
                  <a:pt x="121490" y="58094"/>
                  <a:pt x="121490" y="65566"/>
                </a:cubicBezTo>
                <a:cubicBezTo>
                  <a:pt x="121490" y="71882"/>
                  <a:pt x="118453" y="77474"/>
                  <a:pt x="113777" y="80993"/>
                </a:cubicBezTo>
                <a:cubicBezTo>
                  <a:pt x="116187" y="84224"/>
                  <a:pt x="117633" y="88225"/>
                  <a:pt x="117633" y="92564"/>
                </a:cubicBezTo>
                <a:cubicBezTo>
                  <a:pt x="117633" y="103218"/>
                  <a:pt x="109004" y="111848"/>
                  <a:pt x="98349" y="111848"/>
                </a:cubicBezTo>
                <a:cubicBezTo>
                  <a:pt x="98181" y="111848"/>
                  <a:pt x="98036" y="111848"/>
                  <a:pt x="97867" y="111848"/>
                </a:cubicBezTo>
                <a:cubicBezTo>
                  <a:pt x="96156" y="118501"/>
                  <a:pt x="90105" y="123419"/>
                  <a:pt x="82922" y="123419"/>
                </a:cubicBezTo>
                <a:lnTo>
                  <a:pt x="75208" y="123419"/>
                </a:lnTo>
                <a:cubicBezTo>
                  <a:pt x="70942" y="123419"/>
                  <a:pt x="67495" y="119972"/>
                  <a:pt x="67495" y="115705"/>
                </a:cubicBezTo>
                <a:lnTo>
                  <a:pt x="67495" y="7714"/>
                </a:lnTo>
                <a:cubicBezTo>
                  <a:pt x="67495" y="3447"/>
                  <a:pt x="70942" y="0"/>
                  <a:pt x="75208" y="0"/>
                </a:cubicBezTo>
                <a:lnTo>
                  <a:pt x="80993" y="0"/>
                </a:lnTo>
                <a:cubicBezTo>
                  <a:pt x="88442" y="0"/>
                  <a:pt x="94492" y="6050"/>
                  <a:pt x="94492" y="1349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4250230" y="5583151"/>
            <a:ext cx="161325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ML-Powered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250230" y="5829988"/>
            <a:ext cx="160444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classifier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71252" y="6217875"/>
            <a:ext cx="282100" cy="282100"/>
          </a:xfrm>
          <a:custGeom>
            <a:avLst/>
            <a:gdLst/>
            <a:ahLst/>
            <a:cxnLst/>
            <a:rect l="l" t="t" r="r" b="b"/>
            <a:pathLst>
              <a:path w="282100" h="282100">
                <a:moveTo>
                  <a:pt x="70525" y="0"/>
                </a:moveTo>
                <a:lnTo>
                  <a:pt x="211575" y="0"/>
                </a:lnTo>
                <a:cubicBezTo>
                  <a:pt x="250525" y="0"/>
                  <a:pt x="282100" y="31575"/>
                  <a:pt x="282100" y="70525"/>
                </a:cubicBezTo>
                <a:lnTo>
                  <a:pt x="282100" y="211575"/>
                </a:lnTo>
                <a:cubicBezTo>
                  <a:pt x="282100" y="250525"/>
                  <a:pt x="250525" y="282100"/>
                  <a:pt x="211575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2797" y="6297216"/>
            <a:ext cx="123419" cy="123419"/>
          </a:xfrm>
          <a:custGeom>
            <a:avLst/>
            <a:gdLst/>
            <a:ahLst/>
            <a:cxnLst/>
            <a:rect l="l" t="t" r="r" b="b"/>
            <a:pathLst>
              <a:path w="123419" h="123419">
                <a:moveTo>
                  <a:pt x="84826" y="67495"/>
                </a:moveTo>
                <a:lnTo>
                  <a:pt x="38809" y="67495"/>
                </a:lnTo>
                <a:cubicBezTo>
                  <a:pt x="39508" y="83042"/>
                  <a:pt x="42955" y="97361"/>
                  <a:pt x="47849" y="107847"/>
                </a:cubicBezTo>
                <a:cubicBezTo>
                  <a:pt x="50597" y="113752"/>
                  <a:pt x="53562" y="117923"/>
                  <a:pt x="56310" y="120478"/>
                </a:cubicBezTo>
                <a:cubicBezTo>
                  <a:pt x="59010" y="123009"/>
                  <a:pt x="60866" y="123419"/>
                  <a:pt x="61830" y="123419"/>
                </a:cubicBezTo>
                <a:cubicBezTo>
                  <a:pt x="62794" y="123419"/>
                  <a:pt x="64650" y="123009"/>
                  <a:pt x="67350" y="120478"/>
                </a:cubicBezTo>
                <a:cubicBezTo>
                  <a:pt x="70098" y="117923"/>
                  <a:pt x="73063" y="113728"/>
                  <a:pt x="75811" y="107847"/>
                </a:cubicBezTo>
                <a:cubicBezTo>
                  <a:pt x="80704" y="97361"/>
                  <a:pt x="84151" y="83042"/>
                  <a:pt x="84850" y="67495"/>
                </a:cubicBezTo>
                <a:close/>
                <a:moveTo>
                  <a:pt x="38785" y="55924"/>
                </a:moveTo>
                <a:lnTo>
                  <a:pt x="84802" y="55924"/>
                </a:lnTo>
                <a:cubicBezTo>
                  <a:pt x="84127" y="40376"/>
                  <a:pt x="80680" y="26058"/>
                  <a:pt x="75787" y="15572"/>
                </a:cubicBezTo>
                <a:cubicBezTo>
                  <a:pt x="73039" y="9690"/>
                  <a:pt x="70074" y="5496"/>
                  <a:pt x="67326" y="2941"/>
                </a:cubicBezTo>
                <a:cubicBezTo>
                  <a:pt x="64626" y="410"/>
                  <a:pt x="62770" y="0"/>
                  <a:pt x="61806" y="0"/>
                </a:cubicBezTo>
                <a:cubicBezTo>
                  <a:pt x="60842" y="0"/>
                  <a:pt x="58985" y="410"/>
                  <a:pt x="56286" y="2941"/>
                </a:cubicBezTo>
                <a:cubicBezTo>
                  <a:pt x="53538" y="5496"/>
                  <a:pt x="50573" y="9690"/>
                  <a:pt x="47825" y="15572"/>
                </a:cubicBezTo>
                <a:cubicBezTo>
                  <a:pt x="42931" y="26058"/>
                  <a:pt x="39484" y="40376"/>
                  <a:pt x="38785" y="55924"/>
                </a:cubicBezTo>
                <a:close/>
                <a:moveTo>
                  <a:pt x="27215" y="55924"/>
                </a:moveTo>
                <a:cubicBezTo>
                  <a:pt x="28058" y="35290"/>
                  <a:pt x="33386" y="16126"/>
                  <a:pt x="41172" y="3543"/>
                </a:cubicBezTo>
                <a:cubicBezTo>
                  <a:pt x="18971" y="11402"/>
                  <a:pt x="2627" y="31626"/>
                  <a:pt x="362" y="55924"/>
                </a:cubicBezTo>
                <a:lnTo>
                  <a:pt x="27215" y="55924"/>
                </a:lnTo>
                <a:close/>
                <a:moveTo>
                  <a:pt x="362" y="67495"/>
                </a:moveTo>
                <a:cubicBezTo>
                  <a:pt x="2627" y="91793"/>
                  <a:pt x="18971" y="112017"/>
                  <a:pt x="41172" y="119875"/>
                </a:cubicBezTo>
                <a:cubicBezTo>
                  <a:pt x="33386" y="107292"/>
                  <a:pt x="28058" y="88129"/>
                  <a:pt x="27215" y="67495"/>
                </a:cubicBezTo>
                <a:lnTo>
                  <a:pt x="362" y="67495"/>
                </a:lnTo>
                <a:close/>
                <a:moveTo>
                  <a:pt x="96397" y="67495"/>
                </a:moveTo>
                <a:cubicBezTo>
                  <a:pt x="95553" y="88129"/>
                  <a:pt x="90226" y="107292"/>
                  <a:pt x="82440" y="119875"/>
                </a:cubicBezTo>
                <a:cubicBezTo>
                  <a:pt x="104641" y="111993"/>
                  <a:pt x="120984" y="91793"/>
                  <a:pt x="123250" y="67495"/>
                </a:cubicBezTo>
                <a:lnTo>
                  <a:pt x="96397" y="67495"/>
                </a:lnTo>
                <a:close/>
                <a:moveTo>
                  <a:pt x="123250" y="55924"/>
                </a:moveTo>
                <a:cubicBezTo>
                  <a:pt x="120984" y="31626"/>
                  <a:pt x="104641" y="11402"/>
                  <a:pt x="82440" y="3543"/>
                </a:cubicBezTo>
                <a:cubicBezTo>
                  <a:pt x="90226" y="16126"/>
                  <a:pt x="95553" y="35290"/>
                  <a:pt x="96397" y="55924"/>
                </a:cubicBezTo>
                <a:lnTo>
                  <a:pt x="123250" y="5592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959139" y="6182613"/>
            <a:ext cx="1198924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Interface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59139" y="6429450"/>
            <a:ext cx="119010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Flask + JavaScript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62343" y="6217875"/>
            <a:ext cx="282100" cy="282100"/>
          </a:xfrm>
          <a:custGeom>
            <a:avLst/>
            <a:gdLst/>
            <a:ahLst/>
            <a:cxnLst/>
            <a:rect l="l" t="t" r="r" b="b"/>
            <a:pathLst>
              <a:path w="282100" h="282100">
                <a:moveTo>
                  <a:pt x="70525" y="0"/>
                </a:moveTo>
                <a:lnTo>
                  <a:pt x="211575" y="0"/>
                </a:lnTo>
                <a:cubicBezTo>
                  <a:pt x="250525" y="0"/>
                  <a:pt x="282100" y="31575"/>
                  <a:pt x="282100" y="70525"/>
                </a:cubicBezTo>
                <a:lnTo>
                  <a:pt x="282100" y="211575"/>
                </a:lnTo>
                <a:cubicBezTo>
                  <a:pt x="282100" y="250525"/>
                  <a:pt x="250525" y="282100"/>
                  <a:pt x="211575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43887" y="6297216"/>
            <a:ext cx="123419" cy="123419"/>
          </a:xfrm>
          <a:custGeom>
            <a:avLst/>
            <a:gdLst/>
            <a:ahLst/>
            <a:cxnLst/>
            <a:rect l="l" t="t" r="r" b="b"/>
            <a:pathLst>
              <a:path w="123419" h="123419">
                <a:moveTo>
                  <a:pt x="15885" y="55080"/>
                </a:moveTo>
                <a:cubicBezTo>
                  <a:pt x="19091" y="32663"/>
                  <a:pt x="38400" y="15427"/>
                  <a:pt x="61709" y="15427"/>
                </a:cubicBezTo>
                <a:cubicBezTo>
                  <a:pt x="74485" y="15427"/>
                  <a:pt x="86056" y="20610"/>
                  <a:pt x="94444" y="28974"/>
                </a:cubicBezTo>
                <a:cubicBezTo>
                  <a:pt x="94492" y="29023"/>
                  <a:pt x="94541" y="29071"/>
                  <a:pt x="94589" y="29119"/>
                </a:cubicBezTo>
                <a:lnTo>
                  <a:pt x="96421" y="30855"/>
                </a:lnTo>
                <a:lnTo>
                  <a:pt x="84874" y="30855"/>
                </a:lnTo>
                <a:cubicBezTo>
                  <a:pt x="80608" y="30855"/>
                  <a:pt x="77161" y="34302"/>
                  <a:pt x="77161" y="38568"/>
                </a:cubicBezTo>
                <a:cubicBezTo>
                  <a:pt x="77161" y="42835"/>
                  <a:pt x="80608" y="46282"/>
                  <a:pt x="84874" y="46282"/>
                </a:cubicBezTo>
                <a:lnTo>
                  <a:pt x="115729" y="46282"/>
                </a:lnTo>
                <a:cubicBezTo>
                  <a:pt x="119996" y="46282"/>
                  <a:pt x="123443" y="42835"/>
                  <a:pt x="123443" y="38568"/>
                </a:cubicBezTo>
                <a:lnTo>
                  <a:pt x="123443" y="7714"/>
                </a:lnTo>
                <a:cubicBezTo>
                  <a:pt x="123443" y="3447"/>
                  <a:pt x="119996" y="0"/>
                  <a:pt x="115729" y="0"/>
                </a:cubicBezTo>
                <a:cubicBezTo>
                  <a:pt x="111462" y="0"/>
                  <a:pt x="108015" y="3447"/>
                  <a:pt x="108015" y="7714"/>
                </a:cubicBezTo>
                <a:lnTo>
                  <a:pt x="108015" y="20586"/>
                </a:lnTo>
                <a:lnTo>
                  <a:pt x="105292" y="18007"/>
                </a:lnTo>
                <a:cubicBezTo>
                  <a:pt x="94131" y="6894"/>
                  <a:pt x="78703" y="0"/>
                  <a:pt x="61709" y="0"/>
                </a:cubicBezTo>
                <a:cubicBezTo>
                  <a:pt x="30614" y="0"/>
                  <a:pt x="4893" y="22996"/>
                  <a:pt x="627" y="52911"/>
                </a:cubicBezTo>
                <a:cubicBezTo>
                  <a:pt x="24" y="57129"/>
                  <a:pt x="2941" y="61034"/>
                  <a:pt x="7159" y="61637"/>
                </a:cubicBezTo>
                <a:cubicBezTo>
                  <a:pt x="11378" y="62240"/>
                  <a:pt x="15283" y="59299"/>
                  <a:pt x="15885" y="55105"/>
                </a:cubicBezTo>
                <a:close/>
                <a:moveTo>
                  <a:pt x="122792" y="70508"/>
                </a:moveTo>
                <a:cubicBezTo>
                  <a:pt x="123395" y="66289"/>
                  <a:pt x="120454" y="62384"/>
                  <a:pt x="116259" y="61782"/>
                </a:cubicBezTo>
                <a:cubicBezTo>
                  <a:pt x="112065" y="61179"/>
                  <a:pt x="108136" y="64120"/>
                  <a:pt x="107533" y="68314"/>
                </a:cubicBezTo>
                <a:cubicBezTo>
                  <a:pt x="104327" y="90732"/>
                  <a:pt x="85019" y="107967"/>
                  <a:pt x="61709" y="107967"/>
                </a:cubicBezTo>
                <a:cubicBezTo>
                  <a:pt x="48934" y="107967"/>
                  <a:pt x="37363" y="102785"/>
                  <a:pt x="28974" y="94420"/>
                </a:cubicBezTo>
                <a:cubicBezTo>
                  <a:pt x="28926" y="94372"/>
                  <a:pt x="28878" y="94324"/>
                  <a:pt x="28830" y="94275"/>
                </a:cubicBezTo>
                <a:lnTo>
                  <a:pt x="26998" y="92540"/>
                </a:lnTo>
                <a:lnTo>
                  <a:pt x="38544" y="92540"/>
                </a:lnTo>
                <a:cubicBezTo>
                  <a:pt x="42811" y="92540"/>
                  <a:pt x="46258" y="89093"/>
                  <a:pt x="46258" y="84826"/>
                </a:cubicBezTo>
                <a:cubicBezTo>
                  <a:pt x="46258" y="80560"/>
                  <a:pt x="42811" y="77113"/>
                  <a:pt x="38544" y="77113"/>
                </a:cubicBezTo>
                <a:lnTo>
                  <a:pt x="7714" y="77137"/>
                </a:lnTo>
                <a:cubicBezTo>
                  <a:pt x="5665" y="77137"/>
                  <a:pt x="3688" y="77956"/>
                  <a:pt x="2242" y="79427"/>
                </a:cubicBezTo>
                <a:cubicBezTo>
                  <a:pt x="795" y="80897"/>
                  <a:pt x="-24" y="82850"/>
                  <a:pt x="0" y="84923"/>
                </a:cubicBezTo>
                <a:lnTo>
                  <a:pt x="241" y="115536"/>
                </a:lnTo>
                <a:cubicBezTo>
                  <a:pt x="265" y="119803"/>
                  <a:pt x="3760" y="123226"/>
                  <a:pt x="8027" y="123178"/>
                </a:cubicBezTo>
                <a:cubicBezTo>
                  <a:pt x="12294" y="123129"/>
                  <a:pt x="15717" y="119658"/>
                  <a:pt x="15668" y="115392"/>
                </a:cubicBezTo>
                <a:lnTo>
                  <a:pt x="15572" y="102977"/>
                </a:lnTo>
                <a:lnTo>
                  <a:pt x="18151" y="105412"/>
                </a:lnTo>
                <a:cubicBezTo>
                  <a:pt x="29312" y="116525"/>
                  <a:pt x="44715" y="123419"/>
                  <a:pt x="61709" y="123419"/>
                </a:cubicBezTo>
                <a:cubicBezTo>
                  <a:pt x="92805" y="123419"/>
                  <a:pt x="118525" y="100422"/>
                  <a:pt x="122792" y="7050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Text 40"/>
          <p:cNvSpPr/>
          <p:nvPr/>
        </p:nvSpPr>
        <p:spPr>
          <a:xfrm>
            <a:off x="4250230" y="6182613"/>
            <a:ext cx="1525102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 Training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250230" y="6429450"/>
            <a:ext cx="1516286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Threading support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75587" y="1167188"/>
            <a:ext cx="4458940" cy="5693126"/>
          </a:xfrm>
          <a:custGeom>
            <a:avLst/>
            <a:gdLst/>
            <a:ahLst/>
            <a:cxnLst/>
            <a:rect l="l" t="t" r="r" b="b"/>
            <a:pathLst>
              <a:path w="4458940" h="5693126">
                <a:moveTo>
                  <a:pt x="105766" y="0"/>
                </a:moveTo>
                <a:lnTo>
                  <a:pt x="4353174" y="0"/>
                </a:lnTo>
                <a:cubicBezTo>
                  <a:pt x="4411587" y="0"/>
                  <a:pt x="4458940" y="47353"/>
                  <a:pt x="4458940" y="105766"/>
                </a:cubicBezTo>
                <a:lnTo>
                  <a:pt x="4458940" y="5587360"/>
                </a:lnTo>
                <a:cubicBezTo>
                  <a:pt x="4458940" y="5645773"/>
                  <a:pt x="4411587" y="5693126"/>
                  <a:pt x="4353174" y="5693126"/>
                </a:cubicBezTo>
                <a:lnTo>
                  <a:pt x="105766" y="5693126"/>
                </a:lnTo>
                <a:cubicBezTo>
                  <a:pt x="47353" y="5693126"/>
                  <a:pt x="0" y="5645773"/>
                  <a:pt x="0" y="5587360"/>
                </a:cubicBezTo>
                <a:lnTo>
                  <a:pt x="0" y="105766"/>
                </a:lnTo>
                <a:cubicBezTo>
                  <a:pt x="0" y="47392"/>
                  <a:pt x="47392" y="0"/>
                  <a:pt x="105766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17135" y="2548155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>
                <a:moveTo>
                  <a:pt x="59629" y="0"/>
                </a:moveTo>
                <a:lnTo>
                  <a:pt x="152193" y="0"/>
                </a:lnTo>
                <a:cubicBezTo>
                  <a:pt x="163144" y="0"/>
                  <a:pt x="172070" y="9008"/>
                  <a:pt x="171657" y="19918"/>
                </a:cubicBezTo>
                <a:cubicBezTo>
                  <a:pt x="171574" y="22108"/>
                  <a:pt x="171491" y="24298"/>
                  <a:pt x="171367" y="26447"/>
                </a:cubicBezTo>
                <a:lnTo>
                  <a:pt x="191864" y="26447"/>
                </a:lnTo>
                <a:cubicBezTo>
                  <a:pt x="202649" y="26447"/>
                  <a:pt x="212153" y="35373"/>
                  <a:pt x="211327" y="47026"/>
                </a:cubicBezTo>
                <a:cubicBezTo>
                  <a:pt x="208228" y="89878"/>
                  <a:pt x="186326" y="113432"/>
                  <a:pt x="162566" y="125747"/>
                </a:cubicBezTo>
                <a:cubicBezTo>
                  <a:pt x="156036" y="129135"/>
                  <a:pt x="149383" y="131656"/>
                  <a:pt x="143061" y="133515"/>
                </a:cubicBezTo>
                <a:cubicBezTo>
                  <a:pt x="134714" y="145334"/>
                  <a:pt x="126036" y="151574"/>
                  <a:pt x="119135" y="154921"/>
                </a:cubicBezTo>
                <a:lnTo>
                  <a:pt x="119135" y="185128"/>
                </a:lnTo>
                <a:lnTo>
                  <a:pt x="145582" y="185128"/>
                </a:lnTo>
                <a:cubicBezTo>
                  <a:pt x="152896" y="185128"/>
                  <a:pt x="158805" y="191037"/>
                  <a:pt x="158805" y="198351"/>
                </a:cubicBezTo>
                <a:cubicBezTo>
                  <a:pt x="158805" y="205666"/>
                  <a:pt x="152896" y="211575"/>
                  <a:pt x="145582" y="211575"/>
                </a:cubicBezTo>
                <a:lnTo>
                  <a:pt x="66241" y="211575"/>
                </a:lnTo>
                <a:cubicBezTo>
                  <a:pt x="58927" y="211575"/>
                  <a:pt x="53018" y="205666"/>
                  <a:pt x="53018" y="198351"/>
                </a:cubicBezTo>
                <a:cubicBezTo>
                  <a:pt x="53018" y="191037"/>
                  <a:pt x="58927" y="185128"/>
                  <a:pt x="66241" y="185128"/>
                </a:cubicBezTo>
                <a:lnTo>
                  <a:pt x="92688" y="185128"/>
                </a:lnTo>
                <a:lnTo>
                  <a:pt x="92688" y="154921"/>
                </a:lnTo>
                <a:cubicBezTo>
                  <a:pt x="86076" y="151739"/>
                  <a:pt x="77853" y="145830"/>
                  <a:pt x="69836" y="134962"/>
                </a:cubicBezTo>
                <a:cubicBezTo>
                  <a:pt x="62233" y="132978"/>
                  <a:pt x="53968" y="129961"/>
                  <a:pt x="45910" y="125416"/>
                </a:cubicBezTo>
                <a:cubicBezTo>
                  <a:pt x="23554" y="112895"/>
                  <a:pt x="3389" y="89299"/>
                  <a:pt x="496" y="46943"/>
                </a:cubicBezTo>
                <a:cubicBezTo>
                  <a:pt x="-289" y="35331"/>
                  <a:pt x="9174" y="26406"/>
                  <a:pt x="19959" y="26406"/>
                </a:cubicBezTo>
                <a:lnTo>
                  <a:pt x="40455" y="26406"/>
                </a:lnTo>
                <a:cubicBezTo>
                  <a:pt x="40331" y="24257"/>
                  <a:pt x="40249" y="22108"/>
                  <a:pt x="40166" y="19876"/>
                </a:cubicBezTo>
                <a:cubicBezTo>
                  <a:pt x="39753" y="8926"/>
                  <a:pt x="48679" y="-41"/>
                  <a:pt x="59629" y="-41"/>
                </a:cubicBezTo>
                <a:close/>
                <a:moveTo>
                  <a:pt x="41943" y="46282"/>
                </a:moveTo>
                <a:lnTo>
                  <a:pt x="20290" y="46282"/>
                </a:lnTo>
                <a:cubicBezTo>
                  <a:pt x="22852" y="81283"/>
                  <a:pt x="38926" y="98804"/>
                  <a:pt x="55497" y="108102"/>
                </a:cubicBezTo>
                <a:cubicBezTo>
                  <a:pt x="49547" y="92688"/>
                  <a:pt x="44629" y="72564"/>
                  <a:pt x="41943" y="46282"/>
                </a:cubicBezTo>
                <a:close/>
                <a:moveTo>
                  <a:pt x="157028" y="106118"/>
                </a:moveTo>
                <a:cubicBezTo>
                  <a:pt x="173764" y="96283"/>
                  <a:pt x="188888" y="78803"/>
                  <a:pt x="191450" y="46282"/>
                </a:cubicBezTo>
                <a:lnTo>
                  <a:pt x="169838" y="46282"/>
                </a:lnTo>
                <a:cubicBezTo>
                  <a:pt x="167276" y="71448"/>
                  <a:pt x="162648" y="90994"/>
                  <a:pt x="157028" y="10611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6" name="Text 44"/>
          <p:cNvSpPr/>
          <p:nvPr/>
        </p:nvSpPr>
        <p:spPr>
          <a:xfrm>
            <a:off x="7855157" y="2513002"/>
            <a:ext cx="3870056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90688" y="3006567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176312" y="0"/>
                </a:moveTo>
                <a:lnTo>
                  <a:pt x="176312" y="0"/>
                </a:lnTo>
                <a:cubicBezTo>
                  <a:pt x="273687" y="0"/>
                  <a:pt x="352625" y="78938"/>
                  <a:pt x="352625" y="176312"/>
                </a:cubicBezTo>
                <a:lnTo>
                  <a:pt x="352625" y="176312"/>
                </a:lnTo>
                <a:cubicBezTo>
                  <a:pt x="352625" y="273687"/>
                  <a:pt x="273687" y="352625"/>
                  <a:pt x="176312" y="352625"/>
                </a:cubicBezTo>
                <a:lnTo>
                  <a:pt x="176312" y="352625"/>
                </a:lnTo>
                <a:cubicBezTo>
                  <a:pt x="78938" y="352625"/>
                  <a:pt x="0" y="273687"/>
                  <a:pt x="0" y="176312"/>
                </a:cubicBezTo>
                <a:lnTo>
                  <a:pt x="0" y="176312"/>
                </a:lnTo>
                <a:cubicBezTo>
                  <a:pt x="0" y="78938"/>
                  <a:pt x="78938" y="0"/>
                  <a:pt x="17631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735264" y="3059461"/>
            <a:ext cx="141050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084363" y="3006567"/>
            <a:ext cx="1604443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99%+ Accuracy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084363" y="3288667"/>
            <a:ext cx="159562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Reliable face recognition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90688" y="3676554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176312" y="0"/>
                </a:moveTo>
                <a:lnTo>
                  <a:pt x="176312" y="0"/>
                </a:lnTo>
                <a:cubicBezTo>
                  <a:pt x="273687" y="0"/>
                  <a:pt x="352625" y="78938"/>
                  <a:pt x="352625" y="176312"/>
                </a:cubicBezTo>
                <a:lnTo>
                  <a:pt x="352625" y="176312"/>
                </a:lnTo>
                <a:cubicBezTo>
                  <a:pt x="352625" y="273687"/>
                  <a:pt x="273687" y="352625"/>
                  <a:pt x="176312" y="352625"/>
                </a:cubicBezTo>
                <a:lnTo>
                  <a:pt x="176312" y="352625"/>
                </a:lnTo>
                <a:cubicBezTo>
                  <a:pt x="78938" y="352625"/>
                  <a:pt x="0" y="273687"/>
                  <a:pt x="0" y="176312"/>
                </a:cubicBezTo>
                <a:lnTo>
                  <a:pt x="0" y="176312"/>
                </a:lnTo>
                <a:cubicBezTo>
                  <a:pt x="0" y="78938"/>
                  <a:pt x="78938" y="0"/>
                  <a:pt x="17631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720829" y="3729448"/>
            <a:ext cx="167497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084363" y="3676554"/>
            <a:ext cx="1525102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&lt;2 Seconds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084363" y="3958654"/>
            <a:ext cx="1516286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 student recognition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590688" y="4346541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176312" y="0"/>
                </a:moveTo>
                <a:lnTo>
                  <a:pt x="176312" y="0"/>
                </a:lnTo>
                <a:cubicBezTo>
                  <a:pt x="273687" y="0"/>
                  <a:pt x="352625" y="78938"/>
                  <a:pt x="352625" y="176312"/>
                </a:cubicBezTo>
                <a:lnTo>
                  <a:pt x="352625" y="176312"/>
                </a:lnTo>
                <a:cubicBezTo>
                  <a:pt x="352625" y="273687"/>
                  <a:pt x="273687" y="352625"/>
                  <a:pt x="176312" y="352625"/>
                </a:cubicBezTo>
                <a:lnTo>
                  <a:pt x="176312" y="352625"/>
                </a:lnTo>
                <a:cubicBezTo>
                  <a:pt x="78938" y="352625"/>
                  <a:pt x="0" y="273687"/>
                  <a:pt x="0" y="176312"/>
                </a:cubicBezTo>
                <a:lnTo>
                  <a:pt x="0" y="176312"/>
                </a:lnTo>
                <a:cubicBezTo>
                  <a:pt x="0" y="78938"/>
                  <a:pt x="78938" y="0"/>
                  <a:pt x="17631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7720167" y="4399435"/>
            <a:ext cx="176312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084363" y="4346541"/>
            <a:ext cx="175430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Proxy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084363" y="4628641"/>
            <a:ext cx="1745492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Eliminates buddy punching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2753" y="371166"/>
            <a:ext cx="451854" cy="451854"/>
          </a:xfrm>
          <a:custGeom>
            <a:avLst/>
            <a:gdLst/>
            <a:ahLst/>
            <a:cxnLst/>
            <a:rect l="l" t="t" r="r" b="b"/>
            <a:pathLst>
              <a:path w="451854" h="451854">
                <a:moveTo>
                  <a:pt x="96828" y="0"/>
                </a:moveTo>
                <a:lnTo>
                  <a:pt x="355027" y="0"/>
                </a:lnTo>
                <a:cubicBezTo>
                  <a:pt x="408467" y="0"/>
                  <a:pt x="451854" y="43387"/>
                  <a:pt x="451854" y="96828"/>
                </a:cubicBezTo>
                <a:lnTo>
                  <a:pt x="451854" y="355027"/>
                </a:lnTo>
                <a:cubicBezTo>
                  <a:pt x="451854" y="408467"/>
                  <a:pt x="408467" y="451854"/>
                  <a:pt x="355027" y="451854"/>
                </a:cubicBezTo>
                <a:lnTo>
                  <a:pt x="96828" y="451854"/>
                </a:lnTo>
                <a:cubicBezTo>
                  <a:pt x="43387" y="451854"/>
                  <a:pt x="0" y="408467"/>
                  <a:pt x="0" y="355027"/>
                </a:cubicBezTo>
                <a:lnTo>
                  <a:pt x="0" y="96828"/>
                </a:lnTo>
                <a:cubicBezTo>
                  <a:pt x="0" y="43387"/>
                  <a:pt x="43387" y="0"/>
                  <a:pt x="96828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1854" y="500267"/>
            <a:ext cx="193652" cy="193652"/>
          </a:xfrm>
          <a:custGeom>
            <a:avLst/>
            <a:gdLst/>
            <a:ahLst/>
            <a:cxnLst/>
            <a:rect l="l" t="t" r="r" b="b"/>
            <a:pathLst>
              <a:path w="193652" h="193652">
                <a:moveTo>
                  <a:pt x="169445" y="96826"/>
                </a:moveTo>
                <a:cubicBezTo>
                  <a:pt x="169445" y="56746"/>
                  <a:pt x="136906" y="24206"/>
                  <a:pt x="96826" y="24206"/>
                </a:cubicBezTo>
                <a:cubicBezTo>
                  <a:pt x="56746" y="24206"/>
                  <a:pt x="24206" y="56746"/>
                  <a:pt x="24206" y="96826"/>
                </a:cubicBezTo>
                <a:cubicBezTo>
                  <a:pt x="24206" y="136906"/>
                  <a:pt x="56746" y="169445"/>
                  <a:pt x="96826" y="169445"/>
                </a:cubicBezTo>
                <a:cubicBezTo>
                  <a:pt x="136906" y="169445"/>
                  <a:pt x="169445" y="136906"/>
                  <a:pt x="169445" y="96826"/>
                </a:cubicBezTo>
                <a:close/>
                <a:moveTo>
                  <a:pt x="0" y="96826"/>
                </a:moveTo>
                <a:cubicBezTo>
                  <a:pt x="0" y="43386"/>
                  <a:pt x="43386" y="0"/>
                  <a:pt x="96826" y="0"/>
                </a:cubicBezTo>
                <a:cubicBezTo>
                  <a:pt x="150266" y="0"/>
                  <a:pt x="193652" y="43386"/>
                  <a:pt x="193652" y="96826"/>
                </a:cubicBezTo>
                <a:cubicBezTo>
                  <a:pt x="193652" y="150266"/>
                  <a:pt x="150266" y="193652"/>
                  <a:pt x="96826" y="193652"/>
                </a:cubicBezTo>
                <a:cubicBezTo>
                  <a:pt x="43386" y="193652"/>
                  <a:pt x="0" y="150266"/>
                  <a:pt x="0" y="96826"/>
                </a:cubicBezTo>
                <a:close/>
                <a:moveTo>
                  <a:pt x="96826" y="127084"/>
                </a:moveTo>
                <a:cubicBezTo>
                  <a:pt x="113526" y="127084"/>
                  <a:pt x="127084" y="113526"/>
                  <a:pt x="127084" y="96826"/>
                </a:cubicBezTo>
                <a:cubicBezTo>
                  <a:pt x="127084" y="80126"/>
                  <a:pt x="113526" y="66568"/>
                  <a:pt x="96826" y="66568"/>
                </a:cubicBezTo>
                <a:cubicBezTo>
                  <a:pt x="80126" y="66568"/>
                  <a:pt x="66568" y="80126"/>
                  <a:pt x="66568" y="96826"/>
                </a:cubicBezTo>
                <a:cubicBezTo>
                  <a:pt x="66568" y="113526"/>
                  <a:pt x="80126" y="127084"/>
                  <a:pt x="96826" y="127084"/>
                </a:cubicBezTo>
                <a:close/>
                <a:moveTo>
                  <a:pt x="96826" y="42361"/>
                </a:moveTo>
                <a:cubicBezTo>
                  <a:pt x="126886" y="42361"/>
                  <a:pt x="151291" y="66766"/>
                  <a:pt x="151291" y="96826"/>
                </a:cubicBezTo>
                <a:cubicBezTo>
                  <a:pt x="151291" y="126886"/>
                  <a:pt x="126886" y="151291"/>
                  <a:pt x="96826" y="151291"/>
                </a:cubicBezTo>
                <a:cubicBezTo>
                  <a:pt x="66766" y="151291"/>
                  <a:pt x="42361" y="126886"/>
                  <a:pt x="42361" y="96826"/>
                </a:cubicBezTo>
                <a:cubicBezTo>
                  <a:pt x="42361" y="66766"/>
                  <a:pt x="66766" y="42361"/>
                  <a:pt x="96826" y="42361"/>
                </a:cubicBezTo>
                <a:close/>
                <a:moveTo>
                  <a:pt x="84723" y="96826"/>
                </a:moveTo>
                <a:cubicBezTo>
                  <a:pt x="84723" y="90146"/>
                  <a:pt x="90146" y="84723"/>
                  <a:pt x="96826" y="84723"/>
                </a:cubicBezTo>
                <a:cubicBezTo>
                  <a:pt x="103506" y="84723"/>
                  <a:pt x="108929" y="90146"/>
                  <a:pt x="108929" y="96826"/>
                </a:cubicBezTo>
                <a:cubicBezTo>
                  <a:pt x="108929" y="103506"/>
                  <a:pt x="103506" y="108929"/>
                  <a:pt x="96826" y="108929"/>
                </a:cubicBezTo>
                <a:cubicBezTo>
                  <a:pt x="90146" y="108929"/>
                  <a:pt x="84723" y="103506"/>
                  <a:pt x="84723" y="9682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03709" y="322753"/>
            <a:ext cx="3154912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latin typeface="Liter" pitchFamily="34" charset="0"/>
                <a:ea typeface="Liter" pitchFamily="34" charset="-122"/>
                <a:cs typeface="Liter" pitchFamily="34" charset="-120"/>
              </a:rPr>
              <a:t>Goals</a:t>
            </a:r>
          </a:p>
        </p:txBody>
      </p:sp>
      <p:sp>
        <p:nvSpPr>
          <p:cNvPr id="5" name="Text 3"/>
          <p:cNvSpPr/>
          <p:nvPr/>
        </p:nvSpPr>
        <p:spPr>
          <a:xfrm>
            <a:off x="903709" y="526465"/>
            <a:ext cx="3702158" cy="38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0" b="1" dirty="0">
                <a:solidFill>
                  <a:srgbClr val="007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</a:p>
        </p:txBody>
      </p:sp>
      <p:sp>
        <p:nvSpPr>
          <p:cNvPr id="6" name="Shape 4"/>
          <p:cNvSpPr/>
          <p:nvPr/>
        </p:nvSpPr>
        <p:spPr>
          <a:xfrm>
            <a:off x="325981" y="1068313"/>
            <a:ext cx="5670773" cy="2007525"/>
          </a:xfrm>
          <a:custGeom>
            <a:avLst/>
            <a:gdLst/>
            <a:ahLst/>
            <a:cxnLst/>
            <a:rect l="l" t="t" r="r" b="b"/>
            <a:pathLst>
              <a:path w="5670773" h="2007525">
                <a:moveTo>
                  <a:pt x="96823" y="0"/>
                </a:moveTo>
                <a:lnTo>
                  <a:pt x="5573950" y="0"/>
                </a:lnTo>
                <a:cubicBezTo>
                  <a:pt x="5627424" y="0"/>
                  <a:pt x="5670773" y="43349"/>
                  <a:pt x="5670773" y="96823"/>
                </a:cubicBezTo>
                <a:lnTo>
                  <a:pt x="5670773" y="1910702"/>
                </a:lnTo>
                <a:cubicBezTo>
                  <a:pt x="5670773" y="1964175"/>
                  <a:pt x="5627424" y="2007525"/>
                  <a:pt x="5573950" y="2007525"/>
                </a:cubicBezTo>
                <a:lnTo>
                  <a:pt x="96823" y="2007525"/>
                </a:lnTo>
                <a:cubicBezTo>
                  <a:pt x="43349" y="2007525"/>
                  <a:pt x="0" y="1964175"/>
                  <a:pt x="0" y="1910702"/>
                </a:cubicBezTo>
                <a:lnTo>
                  <a:pt x="0" y="96823"/>
                </a:lnTo>
                <a:cubicBezTo>
                  <a:pt x="0" y="43349"/>
                  <a:pt x="43349" y="0"/>
                  <a:pt x="96823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2860" y="1542155"/>
            <a:ext cx="451854" cy="451854"/>
          </a:xfrm>
          <a:custGeom>
            <a:avLst/>
            <a:gdLst/>
            <a:ahLst/>
            <a:cxnLst/>
            <a:rect l="l" t="t" r="r" b="b"/>
            <a:pathLst>
              <a:path w="451854" h="451854">
                <a:moveTo>
                  <a:pt x="96828" y="0"/>
                </a:moveTo>
                <a:lnTo>
                  <a:pt x="355027" y="0"/>
                </a:lnTo>
                <a:cubicBezTo>
                  <a:pt x="408467" y="0"/>
                  <a:pt x="451854" y="43387"/>
                  <a:pt x="451854" y="96828"/>
                </a:cubicBezTo>
                <a:lnTo>
                  <a:pt x="451854" y="355027"/>
                </a:lnTo>
                <a:cubicBezTo>
                  <a:pt x="451854" y="408467"/>
                  <a:pt x="408467" y="451854"/>
                  <a:pt x="355027" y="451854"/>
                </a:cubicBezTo>
                <a:lnTo>
                  <a:pt x="96828" y="451854"/>
                </a:lnTo>
                <a:cubicBezTo>
                  <a:pt x="43387" y="451854"/>
                  <a:pt x="0" y="408467"/>
                  <a:pt x="0" y="355027"/>
                </a:cubicBezTo>
                <a:lnTo>
                  <a:pt x="0" y="96828"/>
                </a:lnTo>
                <a:cubicBezTo>
                  <a:pt x="0" y="43387"/>
                  <a:pt x="43387" y="0"/>
                  <a:pt x="96828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8230" y="1638981"/>
            <a:ext cx="298547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03816" y="1542155"/>
            <a:ext cx="4792884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Recognition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3816" y="1897083"/>
            <a:ext cx="4768678" cy="710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a fully automated face recognition system that can accurately identify students and mark attendance without manual intervention, reducing administrative workload by 90%.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5981" y="3246897"/>
            <a:ext cx="5670773" cy="2007525"/>
          </a:xfrm>
          <a:custGeom>
            <a:avLst/>
            <a:gdLst/>
            <a:ahLst/>
            <a:cxnLst/>
            <a:rect l="l" t="t" r="r" b="b"/>
            <a:pathLst>
              <a:path w="5670773" h="2007525">
                <a:moveTo>
                  <a:pt x="96823" y="0"/>
                </a:moveTo>
                <a:lnTo>
                  <a:pt x="5573950" y="0"/>
                </a:lnTo>
                <a:cubicBezTo>
                  <a:pt x="5627424" y="0"/>
                  <a:pt x="5670773" y="43349"/>
                  <a:pt x="5670773" y="96823"/>
                </a:cubicBezTo>
                <a:lnTo>
                  <a:pt x="5670773" y="1910702"/>
                </a:lnTo>
                <a:cubicBezTo>
                  <a:pt x="5670773" y="1964175"/>
                  <a:pt x="5627424" y="2007525"/>
                  <a:pt x="5573950" y="2007525"/>
                </a:cubicBezTo>
                <a:lnTo>
                  <a:pt x="96823" y="2007525"/>
                </a:lnTo>
                <a:cubicBezTo>
                  <a:pt x="43349" y="2007525"/>
                  <a:pt x="0" y="1964175"/>
                  <a:pt x="0" y="1910702"/>
                </a:cubicBezTo>
                <a:lnTo>
                  <a:pt x="0" y="96823"/>
                </a:lnTo>
                <a:cubicBezTo>
                  <a:pt x="0" y="43349"/>
                  <a:pt x="43349" y="0"/>
                  <a:pt x="96823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2860" y="3720739"/>
            <a:ext cx="451854" cy="451854"/>
          </a:xfrm>
          <a:custGeom>
            <a:avLst/>
            <a:gdLst/>
            <a:ahLst/>
            <a:cxnLst/>
            <a:rect l="l" t="t" r="r" b="b"/>
            <a:pathLst>
              <a:path w="451854" h="451854">
                <a:moveTo>
                  <a:pt x="96828" y="0"/>
                </a:moveTo>
                <a:lnTo>
                  <a:pt x="355027" y="0"/>
                </a:lnTo>
                <a:cubicBezTo>
                  <a:pt x="408467" y="0"/>
                  <a:pt x="451854" y="43387"/>
                  <a:pt x="451854" y="96828"/>
                </a:cubicBezTo>
                <a:lnTo>
                  <a:pt x="451854" y="355027"/>
                </a:lnTo>
                <a:cubicBezTo>
                  <a:pt x="451854" y="408467"/>
                  <a:pt x="408467" y="451854"/>
                  <a:pt x="355027" y="451854"/>
                </a:cubicBezTo>
                <a:lnTo>
                  <a:pt x="96828" y="451854"/>
                </a:lnTo>
                <a:cubicBezTo>
                  <a:pt x="43387" y="451854"/>
                  <a:pt x="0" y="408467"/>
                  <a:pt x="0" y="355027"/>
                </a:cubicBezTo>
                <a:lnTo>
                  <a:pt x="0" y="96828"/>
                </a:lnTo>
                <a:cubicBezTo>
                  <a:pt x="0" y="43387"/>
                  <a:pt x="43387" y="0"/>
                  <a:pt x="96828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30680" y="3817565"/>
            <a:ext cx="330822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3816" y="3720739"/>
            <a:ext cx="4792884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Accuracy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3816" y="4075667"/>
            <a:ext cx="4768678" cy="710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Achieve minimum 95% accuracy in face detection and recognition under various lighting conditions and angles, ensuring reliable attendance tracking for all students.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6457" y="1068313"/>
            <a:ext cx="5670773" cy="2007525"/>
          </a:xfrm>
          <a:custGeom>
            <a:avLst/>
            <a:gdLst/>
            <a:ahLst/>
            <a:cxnLst/>
            <a:rect l="l" t="t" r="r" b="b"/>
            <a:pathLst>
              <a:path w="5670773" h="2007525">
                <a:moveTo>
                  <a:pt x="96823" y="0"/>
                </a:moveTo>
                <a:lnTo>
                  <a:pt x="5573950" y="0"/>
                </a:lnTo>
                <a:cubicBezTo>
                  <a:pt x="5627424" y="0"/>
                  <a:pt x="5670773" y="43349"/>
                  <a:pt x="5670773" y="96823"/>
                </a:cubicBezTo>
                <a:lnTo>
                  <a:pt x="5670773" y="1910702"/>
                </a:lnTo>
                <a:cubicBezTo>
                  <a:pt x="5670773" y="1964175"/>
                  <a:pt x="5627424" y="2007525"/>
                  <a:pt x="5573950" y="2007525"/>
                </a:cubicBezTo>
                <a:lnTo>
                  <a:pt x="96823" y="2007525"/>
                </a:lnTo>
                <a:cubicBezTo>
                  <a:pt x="43349" y="2007525"/>
                  <a:pt x="0" y="1964175"/>
                  <a:pt x="0" y="1910702"/>
                </a:cubicBezTo>
                <a:lnTo>
                  <a:pt x="0" y="96823"/>
                </a:lnTo>
                <a:cubicBezTo>
                  <a:pt x="0" y="43349"/>
                  <a:pt x="43349" y="0"/>
                  <a:pt x="96823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3337" y="1542155"/>
            <a:ext cx="451854" cy="451854"/>
          </a:xfrm>
          <a:custGeom>
            <a:avLst/>
            <a:gdLst/>
            <a:ahLst/>
            <a:cxnLst/>
            <a:rect l="l" t="t" r="r" b="b"/>
            <a:pathLst>
              <a:path w="451854" h="451854">
                <a:moveTo>
                  <a:pt x="96828" y="0"/>
                </a:moveTo>
                <a:lnTo>
                  <a:pt x="355027" y="0"/>
                </a:lnTo>
                <a:cubicBezTo>
                  <a:pt x="408467" y="0"/>
                  <a:pt x="451854" y="43387"/>
                  <a:pt x="451854" y="96828"/>
                </a:cubicBezTo>
                <a:lnTo>
                  <a:pt x="451854" y="355027"/>
                </a:lnTo>
                <a:cubicBezTo>
                  <a:pt x="451854" y="408467"/>
                  <a:pt x="408467" y="451854"/>
                  <a:pt x="355027" y="451854"/>
                </a:cubicBezTo>
                <a:lnTo>
                  <a:pt x="96828" y="451854"/>
                </a:lnTo>
                <a:cubicBezTo>
                  <a:pt x="43387" y="451854"/>
                  <a:pt x="0" y="408467"/>
                  <a:pt x="0" y="355027"/>
                </a:cubicBezTo>
                <a:lnTo>
                  <a:pt x="0" y="96828"/>
                </a:lnTo>
                <a:cubicBezTo>
                  <a:pt x="0" y="43387"/>
                  <a:pt x="43387" y="0"/>
                  <a:pt x="96828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500349" y="1638981"/>
            <a:ext cx="330822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74292" y="1542155"/>
            <a:ext cx="4792884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User-Friendly Interface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74292" y="1897083"/>
            <a:ext cx="4768678" cy="710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an intuitive web-based interface using Flask and JavaScript that allows easy student registration, real-time attendance monitoring, and report generation with minimal training.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6457" y="3246897"/>
            <a:ext cx="5670773" cy="2007525"/>
          </a:xfrm>
          <a:custGeom>
            <a:avLst/>
            <a:gdLst/>
            <a:ahLst/>
            <a:cxnLst/>
            <a:rect l="l" t="t" r="r" b="b"/>
            <a:pathLst>
              <a:path w="5670773" h="2007525">
                <a:moveTo>
                  <a:pt x="96823" y="0"/>
                </a:moveTo>
                <a:lnTo>
                  <a:pt x="5573950" y="0"/>
                </a:lnTo>
                <a:cubicBezTo>
                  <a:pt x="5627424" y="0"/>
                  <a:pt x="5670773" y="43349"/>
                  <a:pt x="5670773" y="96823"/>
                </a:cubicBezTo>
                <a:lnTo>
                  <a:pt x="5670773" y="1910702"/>
                </a:lnTo>
                <a:cubicBezTo>
                  <a:pt x="5670773" y="1964175"/>
                  <a:pt x="5627424" y="2007525"/>
                  <a:pt x="5573950" y="2007525"/>
                </a:cubicBezTo>
                <a:lnTo>
                  <a:pt x="96823" y="2007525"/>
                </a:lnTo>
                <a:cubicBezTo>
                  <a:pt x="43349" y="2007525"/>
                  <a:pt x="0" y="1964175"/>
                  <a:pt x="0" y="1910702"/>
                </a:cubicBezTo>
                <a:lnTo>
                  <a:pt x="0" y="96823"/>
                </a:lnTo>
                <a:cubicBezTo>
                  <a:pt x="0" y="43349"/>
                  <a:pt x="43349" y="0"/>
                  <a:pt x="96823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93337" y="3720739"/>
            <a:ext cx="451854" cy="451854"/>
          </a:xfrm>
          <a:custGeom>
            <a:avLst/>
            <a:gdLst/>
            <a:ahLst/>
            <a:cxnLst/>
            <a:rect l="l" t="t" r="r" b="b"/>
            <a:pathLst>
              <a:path w="451854" h="451854">
                <a:moveTo>
                  <a:pt x="96828" y="0"/>
                </a:moveTo>
                <a:lnTo>
                  <a:pt x="355027" y="0"/>
                </a:lnTo>
                <a:cubicBezTo>
                  <a:pt x="408467" y="0"/>
                  <a:pt x="451854" y="43387"/>
                  <a:pt x="451854" y="96828"/>
                </a:cubicBezTo>
                <a:lnTo>
                  <a:pt x="451854" y="355027"/>
                </a:lnTo>
                <a:cubicBezTo>
                  <a:pt x="451854" y="408467"/>
                  <a:pt x="408467" y="451854"/>
                  <a:pt x="355027" y="451854"/>
                </a:cubicBezTo>
                <a:lnTo>
                  <a:pt x="96828" y="451854"/>
                </a:lnTo>
                <a:cubicBezTo>
                  <a:pt x="43387" y="451854"/>
                  <a:pt x="0" y="408467"/>
                  <a:pt x="0" y="355027"/>
                </a:cubicBezTo>
                <a:lnTo>
                  <a:pt x="0" y="96828"/>
                </a:lnTo>
                <a:cubicBezTo>
                  <a:pt x="0" y="43387"/>
                  <a:pt x="43387" y="0"/>
                  <a:pt x="96828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500450" y="3817565"/>
            <a:ext cx="330822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74292" y="3720739"/>
            <a:ext cx="4792884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Database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74292" y="4075667"/>
            <a:ext cx="4768678" cy="710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SQLite database with proper schema design to store student information, face embeddings, and attendance records securely with data integrity and backup capabilities.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5981" y="5425480"/>
            <a:ext cx="11544880" cy="1103816"/>
          </a:xfrm>
          <a:custGeom>
            <a:avLst/>
            <a:gdLst/>
            <a:ahLst/>
            <a:cxnLst/>
            <a:rect l="l" t="t" r="r" b="b"/>
            <a:pathLst>
              <a:path w="11544880" h="1103816">
                <a:moveTo>
                  <a:pt x="96827" y="0"/>
                </a:moveTo>
                <a:lnTo>
                  <a:pt x="11448053" y="0"/>
                </a:lnTo>
                <a:cubicBezTo>
                  <a:pt x="11501529" y="0"/>
                  <a:pt x="11544880" y="43351"/>
                  <a:pt x="11544880" y="96827"/>
                </a:cubicBezTo>
                <a:lnTo>
                  <a:pt x="11544880" y="1006989"/>
                </a:lnTo>
                <a:cubicBezTo>
                  <a:pt x="11544880" y="1060465"/>
                  <a:pt x="11501529" y="1103816"/>
                  <a:pt x="11448053" y="1103816"/>
                </a:cubicBezTo>
                <a:lnTo>
                  <a:pt x="96827" y="1103816"/>
                </a:lnTo>
                <a:cubicBezTo>
                  <a:pt x="43351" y="1103816"/>
                  <a:pt x="0" y="1060465"/>
                  <a:pt x="0" y="1006989"/>
                </a:cubicBezTo>
                <a:lnTo>
                  <a:pt x="0" y="96827"/>
                </a:lnTo>
                <a:cubicBezTo>
                  <a:pt x="0" y="43387"/>
                  <a:pt x="43387" y="0"/>
                  <a:pt x="96827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0585" y="5590085"/>
            <a:ext cx="451854" cy="451854"/>
          </a:xfrm>
          <a:custGeom>
            <a:avLst/>
            <a:gdLst/>
            <a:ahLst/>
            <a:cxnLst/>
            <a:rect l="l" t="t" r="r" b="b"/>
            <a:pathLst>
              <a:path w="451854" h="451854">
                <a:moveTo>
                  <a:pt x="96828" y="0"/>
                </a:moveTo>
                <a:lnTo>
                  <a:pt x="355027" y="0"/>
                </a:lnTo>
                <a:cubicBezTo>
                  <a:pt x="408467" y="0"/>
                  <a:pt x="451854" y="43387"/>
                  <a:pt x="451854" y="96828"/>
                </a:cubicBezTo>
                <a:lnTo>
                  <a:pt x="451854" y="355027"/>
                </a:lnTo>
                <a:cubicBezTo>
                  <a:pt x="451854" y="408467"/>
                  <a:pt x="408467" y="451854"/>
                  <a:pt x="355027" y="451854"/>
                </a:cubicBezTo>
                <a:lnTo>
                  <a:pt x="96828" y="451854"/>
                </a:lnTo>
                <a:cubicBezTo>
                  <a:pt x="43387" y="451854"/>
                  <a:pt x="0" y="408467"/>
                  <a:pt x="0" y="355027"/>
                </a:cubicBezTo>
                <a:lnTo>
                  <a:pt x="0" y="96828"/>
                </a:lnTo>
                <a:cubicBezTo>
                  <a:pt x="0" y="43387"/>
                  <a:pt x="43387" y="0"/>
                  <a:pt x="96828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598909" y="5686911"/>
            <a:ext cx="330822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1540" y="5590085"/>
            <a:ext cx="10731542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Training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71540" y="5912736"/>
            <a:ext cx="10707336" cy="451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background model training using Python threading to allow continuous system operation while updating the recognition model with new student data, ensuring zero downtime.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780" y="416047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108536" y="0"/>
                </a:moveTo>
                <a:lnTo>
                  <a:pt x="397956" y="0"/>
                </a:lnTo>
                <a:cubicBezTo>
                  <a:pt x="457859" y="0"/>
                  <a:pt x="506493" y="48633"/>
                  <a:pt x="506493" y="108536"/>
                </a:cubicBezTo>
                <a:lnTo>
                  <a:pt x="506493" y="397956"/>
                </a:lnTo>
                <a:cubicBezTo>
                  <a:pt x="506493" y="457859"/>
                  <a:pt x="457859" y="506493"/>
                  <a:pt x="397956" y="506493"/>
                </a:cubicBezTo>
                <a:lnTo>
                  <a:pt x="108536" y="506493"/>
                </a:lnTo>
                <a:cubicBezTo>
                  <a:pt x="48633" y="506493"/>
                  <a:pt x="0" y="457859"/>
                  <a:pt x="0" y="397956"/>
                </a:cubicBezTo>
                <a:lnTo>
                  <a:pt x="0" y="108536"/>
                </a:lnTo>
                <a:cubicBezTo>
                  <a:pt x="0" y="48633"/>
                  <a:pt x="48633" y="0"/>
                  <a:pt x="10853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6493" y="560760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81401" y="27134"/>
                </a:moveTo>
                <a:cubicBezTo>
                  <a:pt x="81401" y="19629"/>
                  <a:pt x="87463" y="13567"/>
                  <a:pt x="94967" y="13567"/>
                </a:cubicBezTo>
                <a:lnTo>
                  <a:pt x="122101" y="13567"/>
                </a:lnTo>
                <a:cubicBezTo>
                  <a:pt x="129605" y="13567"/>
                  <a:pt x="135668" y="19629"/>
                  <a:pt x="135668" y="27134"/>
                </a:cubicBezTo>
                <a:lnTo>
                  <a:pt x="135668" y="54267"/>
                </a:lnTo>
                <a:cubicBezTo>
                  <a:pt x="135668" y="61771"/>
                  <a:pt x="129605" y="67834"/>
                  <a:pt x="122101" y="67834"/>
                </a:cubicBezTo>
                <a:lnTo>
                  <a:pt x="118709" y="67834"/>
                </a:lnTo>
                <a:lnTo>
                  <a:pt x="118709" y="94967"/>
                </a:lnTo>
                <a:lnTo>
                  <a:pt x="169585" y="94967"/>
                </a:lnTo>
                <a:cubicBezTo>
                  <a:pt x="186458" y="94967"/>
                  <a:pt x="200110" y="108619"/>
                  <a:pt x="200110" y="125493"/>
                </a:cubicBezTo>
                <a:lnTo>
                  <a:pt x="200110" y="149234"/>
                </a:lnTo>
                <a:lnTo>
                  <a:pt x="203501" y="149234"/>
                </a:lnTo>
                <a:cubicBezTo>
                  <a:pt x="211006" y="149234"/>
                  <a:pt x="217068" y="155297"/>
                  <a:pt x="217068" y="162801"/>
                </a:cubicBezTo>
                <a:lnTo>
                  <a:pt x="217068" y="189935"/>
                </a:lnTo>
                <a:cubicBezTo>
                  <a:pt x="217068" y="197439"/>
                  <a:pt x="211006" y="203501"/>
                  <a:pt x="203501" y="203501"/>
                </a:cubicBezTo>
                <a:lnTo>
                  <a:pt x="176368" y="203501"/>
                </a:lnTo>
                <a:cubicBezTo>
                  <a:pt x="168864" y="203501"/>
                  <a:pt x="162801" y="197439"/>
                  <a:pt x="162801" y="189935"/>
                </a:cubicBezTo>
                <a:lnTo>
                  <a:pt x="162801" y="162801"/>
                </a:lnTo>
                <a:cubicBezTo>
                  <a:pt x="162801" y="155297"/>
                  <a:pt x="168864" y="149234"/>
                  <a:pt x="176368" y="149234"/>
                </a:cubicBezTo>
                <a:lnTo>
                  <a:pt x="179760" y="149234"/>
                </a:lnTo>
                <a:lnTo>
                  <a:pt x="179760" y="125493"/>
                </a:lnTo>
                <a:cubicBezTo>
                  <a:pt x="179760" y="119854"/>
                  <a:pt x="175223" y="115318"/>
                  <a:pt x="169585" y="115318"/>
                </a:cubicBezTo>
                <a:lnTo>
                  <a:pt x="118709" y="115318"/>
                </a:lnTo>
                <a:lnTo>
                  <a:pt x="118709" y="149234"/>
                </a:lnTo>
                <a:lnTo>
                  <a:pt x="122101" y="149234"/>
                </a:lnTo>
                <a:cubicBezTo>
                  <a:pt x="129605" y="149234"/>
                  <a:pt x="135668" y="155297"/>
                  <a:pt x="135668" y="162801"/>
                </a:cubicBezTo>
                <a:lnTo>
                  <a:pt x="135668" y="189935"/>
                </a:lnTo>
                <a:cubicBezTo>
                  <a:pt x="135668" y="197439"/>
                  <a:pt x="129605" y="203501"/>
                  <a:pt x="122101" y="203501"/>
                </a:cubicBezTo>
                <a:lnTo>
                  <a:pt x="94967" y="203501"/>
                </a:lnTo>
                <a:cubicBezTo>
                  <a:pt x="87463" y="203501"/>
                  <a:pt x="81401" y="197439"/>
                  <a:pt x="81401" y="189935"/>
                </a:cubicBezTo>
                <a:lnTo>
                  <a:pt x="81401" y="162801"/>
                </a:lnTo>
                <a:cubicBezTo>
                  <a:pt x="81401" y="155297"/>
                  <a:pt x="87463" y="149234"/>
                  <a:pt x="94967" y="149234"/>
                </a:cubicBezTo>
                <a:lnTo>
                  <a:pt x="98359" y="149234"/>
                </a:lnTo>
                <a:lnTo>
                  <a:pt x="98359" y="115318"/>
                </a:lnTo>
                <a:lnTo>
                  <a:pt x="47484" y="115318"/>
                </a:lnTo>
                <a:cubicBezTo>
                  <a:pt x="41845" y="115318"/>
                  <a:pt x="37309" y="119854"/>
                  <a:pt x="37309" y="125493"/>
                </a:cubicBezTo>
                <a:lnTo>
                  <a:pt x="37309" y="149234"/>
                </a:lnTo>
                <a:lnTo>
                  <a:pt x="40700" y="149234"/>
                </a:lnTo>
                <a:cubicBezTo>
                  <a:pt x="48204" y="149234"/>
                  <a:pt x="54267" y="155297"/>
                  <a:pt x="54267" y="162801"/>
                </a:cubicBezTo>
                <a:lnTo>
                  <a:pt x="54267" y="189935"/>
                </a:lnTo>
                <a:cubicBezTo>
                  <a:pt x="54267" y="197439"/>
                  <a:pt x="48204" y="203501"/>
                  <a:pt x="40700" y="203501"/>
                </a:cubicBezTo>
                <a:lnTo>
                  <a:pt x="13567" y="203501"/>
                </a:lnTo>
                <a:cubicBezTo>
                  <a:pt x="6063" y="203501"/>
                  <a:pt x="0" y="197439"/>
                  <a:pt x="0" y="189935"/>
                </a:cubicBezTo>
                <a:lnTo>
                  <a:pt x="0" y="162801"/>
                </a:lnTo>
                <a:cubicBezTo>
                  <a:pt x="0" y="155297"/>
                  <a:pt x="6063" y="149234"/>
                  <a:pt x="13567" y="149234"/>
                </a:cubicBezTo>
                <a:lnTo>
                  <a:pt x="16958" y="149234"/>
                </a:lnTo>
                <a:lnTo>
                  <a:pt x="16958" y="125493"/>
                </a:lnTo>
                <a:cubicBezTo>
                  <a:pt x="16958" y="108619"/>
                  <a:pt x="30610" y="94967"/>
                  <a:pt x="47484" y="94967"/>
                </a:cubicBezTo>
                <a:lnTo>
                  <a:pt x="98359" y="94967"/>
                </a:lnTo>
                <a:lnTo>
                  <a:pt x="98359" y="67834"/>
                </a:lnTo>
                <a:lnTo>
                  <a:pt x="94967" y="67834"/>
                </a:lnTo>
                <a:cubicBezTo>
                  <a:pt x="87463" y="67834"/>
                  <a:pt x="81401" y="61771"/>
                  <a:pt x="81401" y="54267"/>
                </a:cubicBezTo>
                <a:lnTo>
                  <a:pt x="81401" y="2713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1012985" y="361780"/>
            <a:ext cx="3988629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latin typeface="Liter" pitchFamily="34" charset="0"/>
                <a:ea typeface="Liter" pitchFamily="34" charset="-122"/>
                <a:cs typeface="Liter" pitchFamily="34" charset="-120"/>
              </a:rPr>
              <a:t>System Design</a:t>
            </a:r>
          </a:p>
        </p:txBody>
      </p:sp>
      <p:sp>
        <p:nvSpPr>
          <p:cNvPr id="5" name="Text 3"/>
          <p:cNvSpPr/>
          <p:nvPr/>
        </p:nvSpPr>
        <p:spPr>
          <a:xfrm>
            <a:off x="1012985" y="568072"/>
            <a:ext cx="4142386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0" b="1" dirty="0">
                <a:solidFill>
                  <a:srgbClr val="007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</a:p>
        </p:txBody>
      </p:sp>
      <p:sp>
        <p:nvSpPr>
          <p:cNvPr id="6" name="Shape 4"/>
          <p:cNvSpPr/>
          <p:nvPr/>
        </p:nvSpPr>
        <p:spPr>
          <a:xfrm>
            <a:off x="365398" y="1125137"/>
            <a:ext cx="11457586" cy="1454357"/>
          </a:xfrm>
          <a:custGeom>
            <a:avLst/>
            <a:gdLst/>
            <a:ahLst/>
            <a:cxnLst/>
            <a:rect l="l" t="t" r="r" b="b"/>
            <a:pathLst>
              <a:path w="11457586" h="1454357">
                <a:moveTo>
                  <a:pt x="108539" y="0"/>
                </a:moveTo>
                <a:lnTo>
                  <a:pt x="11349047" y="0"/>
                </a:lnTo>
                <a:cubicBezTo>
                  <a:pt x="11408991" y="0"/>
                  <a:pt x="11457586" y="48594"/>
                  <a:pt x="11457586" y="108539"/>
                </a:cubicBezTo>
                <a:lnTo>
                  <a:pt x="11457586" y="1345819"/>
                </a:lnTo>
                <a:cubicBezTo>
                  <a:pt x="11457586" y="1405763"/>
                  <a:pt x="11408991" y="1454357"/>
                  <a:pt x="11349047" y="1454357"/>
                </a:cubicBezTo>
                <a:lnTo>
                  <a:pt x="108539" y="1454357"/>
                </a:lnTo>
                <a:cubicBezTo>
                  <a:pt x="48594" y="1454357"/>
                  <a:pt x="0" y="1405763"/>
                  <a:pt x="0" y="1345819"/>
                </a:cubicBezTo>
                <a:lnTo>
                  <a:pt x="0" y="108539"/>
                </a:lnTo>
                <a:cubicBezTo>
                  <a:pt x="0" y="48635"/>
                  <a:pt x="48635" y="0"/>
                  <a:pt x="108539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2788" y="1316883"/>
            <a:ext cx="566186" cy="566186"/>
          </a:xfrm>
          <a:custGeom>
            <a:avLst/>
            <a:gdLst/>
            <a:ahLst/>
            <a:cxnLst/>
            <a:rect l="l" t="t" r="r" b="b"/>
            <a:pathLst>
              <a:path w="566186" h="566186">
                <a:moveTo>
                  <a:pt x="108532" y="0"/>
                </a:moveTo>
                <a:lnTo>
                  <a:pt x="457654" y="0"/>
                </a:lnTo>
                <a:cubicBezTo>
                  <a:pt x="517595" y="0"/>
                  <a:pt x="566186" y="48592"/>
                  <a:pt x="566186" y="108532"/>
                </a:cubicBezTo>
                <a:lnTo>
                  <a:pt x="566186" y="457654"/>
                </a:lnTo>
                <a:cubicBezTo>
                  <a:pt x="566186" y="517595"/>
                  <a:pt x="517595" y="566186"/>
                  <a:pt x="457654" y="566186"/>
                </a:cubicBezTo>
                <a:lnTo>
                  <a:pt x="108532" y="566186"/>
                </a:lnTo>
                <a:cubicBezTo>
                  <a:pt x="48592" y="566186"/>
                  <a:pt x="0" y="517595"/>
                  <a:pt x="0" y="457654"/>
                </a:cubicBezTo>
                <a:lnTo>
                  <a:pt x="0" y="108532"/>
                </a:lnTo>
                <a:cubicBezTo>
                  <a:pt x="0" y="48632"/>
                  <a:pt x="48632" y="0"/>
                  <a:pt x="10853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20320">
            <a:solidFill>
              <a:srgbClr val="636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6443" y="1490538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63213" y="27473"/>
                </a:moveTo>
                <a:lnTo>
                  <a:pt x="58803" y="40700"/>
                </a:lnTo>
                <a:lnTo>
                  <a:pt x="27134" y="40700"/>
                </a:lnTo>
                <a:cubicBezTo>
                  <a:pt x="12168" y="40700"/>
                  <a:pt x="0" y="52868"/>
                  <a:pt x="0" y="67834"/>
                </a:cubicBezTo>
                <a:lnTo>
                  <a:pt x="0" y="176368"/>
                </a:lnTo>
                <a:cubicBezTo>
                  <a:pt x="0" y="191334"/>
                  <a:pt x="12168" y="203501"/>
                  <a:pt x="27134" y="203501"/>
                </a:cubicBezTo>
                <a:lnTo>
                  <a:pt x="189935" y="203501"/>
                </a:lnTo>
                <a:cubicBezTo>
                  <a:pt x="204901" y="203501"/>
                  <a:pt x="217068" y="191334"/>
                  <a:pt x="217068" y="176368"/>
                </a:cubicBezTo>
                <a:lnTo>
                  <a:pt x="217068" y="67834"/>
                </a:lnTo>
                <a:cubicBezTo>
                  <a:pt x="217068" y="52868"/>
                  <a:pt x="204901" y="40700"/>
                  <a:pt x="189935" y="40700"/>
                </a:cubicBezTo>
                <a:lnTo>
                  <a:pt x="158265" y="40700"/>
                </a:lnTo>
                <a:lnTo>
                  <a:pt x="153856" y="27473"/>
                </a:lnTo>
                <a:cubicBezTo>
                  <a:pt x="151100" y="19163"/>
                  <a:pt x="143341" y="13567"/>
                  <a:pt x="134565" y="13567"/>
                </a:cubicBezTo>
                <a:lnTo>
                  <a:pt x="82503" y="13567"/>
                </a:lnTo>
                <a:cubicBezTo>
                  <a:pt x="73727" y="13567"/>
                  <a:pt x="65968" y="19163"/>
                  <a:pt x="63213" y="27473"/>
                </a:cubicBezTo>
                <a:close/>
                <a:moveTo>
                  <a:pt x="108534" y="81401"/>
                </a:moveTo>
                <a:cubicBezTo>
                  <a:pt x="130997" y="81401"/>
                  <a:pt x="149234" y="99638"/>
                  <a:pt x="149234" y="122101"/>
                </a:cubicBezTo>
                <a:cubicBezTo>
                  <a:pt x="149234" y="144564"/>
                  <a:pt x="130997" y="162801"/>
                  <a:pt x="108534" y="162801"/>
                </a:cubicBezTo>
                <a:cubicBezTo>
                  <a:pt x="86071" y="162801"/>
                  <a:pt x="67834" y="144564"/>
                  <a:pt x="67834" y="122101"/>
                </a:cubicBezTo>
                <a:cubicBezTo>
                  <a:pt x="67834" y="99638"/>
                  <a:pt x="86071" y="81401"/>
                  <a:pt x="108534" y="8140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2199881" y="1967236"/>
            <a:ext cx="1465211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62659" y="1761873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177569" y="98430"/>
                </a:moveTo>
                <a:cubicBezTo>
                  <a:pt x="181985" y="94013"/>
                  <a:pt x="181985" y="86841"/>
                  <a:pt x="177569" y="82425"/>
                </a:cubicBezTo>
                <a:lnTo>
                  <a:pt x="121041" y="25897"/>
                </a:lnTo>
                <a:cubicBezTo>
                  <a:pt x="116625" y="21481"/>
                  <a:pt x="109453" y="21481"/>
                  <a:pt x="105036" y="25897"/>
                </a:cubicBezTo>
                <a:cubicBezTo>
                  <a:pt x="100620" y="30313"/>
                  <a:pt x="100620" y="37485"/>
                  <a:pt x="105036" y="41902"/>
                </a:cubicBezTo>
                <a:lnTo>
                  <a:pt x="142274" y="79139"/>
                </a:lnTo>
                <a:lnTo>
                  <a:pt x="11306" y="79139"/>
                </a:lnTo>
                <a:cubicBezTo>
                  <a:pt x="5052" y="79139"/>
                  <a:pt x="0" y="84192"/>
                  <a:pt x="0" y="90445"/>
                </a:cubicBezTo>
                <a:cubicBezTo>
                  <a:pt x="0" y="96699"/>
                  <a:pt x="5052" y="101751"/>
                  <a:pt x="11306" y="101751"/>
                </a:cubicBezTo>
                <a:lnTo>
                  <a:pt x="142274" y="101751"/>
                </a:lnTo>
                <a:lnTo>
                  <a:pt x="105036" y="138989"/>
                </a:lnTo>
                <a:cubicBezTo>
                  <a:pt x="100620" y="143405"/>
                  <a:pt x="100620" y="150577"/>
                  <a:pt x="105036" y="154993"/>
                </a:cubicBezTo>
                <a:cubicBezTo>
                  <a:pt x="109453" y="159409"/>
                  <a:pt x="116625" y="159409"/>
                  <a:pt x="121041" y="154993"/>
                </a:cubicBezTo>
                <a:lnTo>
                  <a:pt x="177569" y="9846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2579042" y="1316883"/>
            <a:ext cx="566186" cy="566186"/>
          </a:xfrm>
          <a:custGeom>
            <a:avLst/>
            <a:gdLst/>
            <a:ahLst/>
            <a:cxnLst/>
            <a:rect l="l" t="t" r="r" b="b"/>
            <a:pathLst>
              <a:path w="566186" h="566186">
                <a:moveTo>
                  <a:pt x="108532" y="0"/>
                </a:moveTo>
                <a:lnTo>
                  <a:pt x="457654" y="0"/>
                </a:lnTo>
                <a:cubicBezTo>
                  <a:pt x="517595" y="0"/>
                  <a:pt x="566186" y="48592"/>
                  <a:pt x="566186" y="108532"/>
                </a:cubicBezTo>
                <a:lnTo>
                  <a:pt x="566186" y="457654"/>
                </a:lnTo>
                <a:cubicBezTo>
                  <a:pt x="566186" y="517595"/>
                  <a:pt x="517595" y="566186"/>
                  <a:pt x="457654" y="566186"/>
                </a:cubicBezTo>
                <a:lnTo>
                  <a:pt x="108532" y="566186"/>
                </a:lnTo>
                <a:cubicBezTo>
                  <a:pt x="48592" y="566186"/>
                  <a:pt x="0" y="517595"/>
                  <a:pt x="0" y="457654"/>
                </a:cubicBezTo>
                <a:lnTo>
                  <a:pt x="0" y="108532"/>
                </a:lnTo>
                <a:cubicBezTo>
                  <a:pt x="0" y="48632"/>
                  <a:pt x="48632" y="0"/>
                  <a:pt x="10853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2032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52697" y="1490538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176368" y="88184"/>
                </a:moveTo>
                <a:cubicBezTo>
                  <a:pt x="176368" y="107644"/>
                  <a:pt x="170051" y="125620"/>
                  <a:pt x="159409" y="140204"/>
                </a:cubicBezTo>
                <a:lnTo>
                  <a:pt x="213083" y="193920"/>
                </a:lnTo>
                <a:cubicBezTo>
                  <a:pt x="218383" y="199219"/>
                  <a:pt x="218383" y="207826"/>
                  <a:pt x="213083" y="213125"/>
                </a:cubicBezTo>
                <a:cubicBezTo>
                  <a:pt x="207783" y="218425"/>
                  <a:pt x="199177" y="218425"/>
                  <a:pt x="193878" y="213125"/>
                </a:cubicBezTo>
                <a:lnTo>
                  <a:pt x="140204" y="159409"/>
                </a:lnTo>
                <a:cubicBezTo>
                  <a:pt x="125620" y="170051"/>
                  <a:pt x="107644" y="176368"/>
                  <a:pt x="88184" y="176368"/>
                </a:cubicBezTo>
                <a:cubicBezTo>
                  <a:pt x="39471" y="176368"/>
                  <a:pt x="0" y="136897"/>
                  <a:pt x="0" y="88184"/>
                </a:cubicBezTo>
                <a:cubicBezTo>
                  <a:pt x="0" y="39471"/>
                  <a:pt x="39471" y="0"/>
                  <a:pt x="88184" y="0"/>
                </a:cubicBezTo>
                <a:cubicBezTo>
                  <a:pt x="136897" y="0"/>
                  <a:pt x="176368" y="39471"/>
                  <a:pt x="176368" y="88184"/>
                </a:cubicBezTo>
                <a:close/>
                <a:moveTo>
                  <a:pt x="88184" y="149234"/>
                </a:moveTo>
                <a:cubicBezTo>
                  <a:pt x="121879" y="149234"/>
                  <a:pt x="149234" y="121879"/>
                  <a:pt x="149234" y="88184"/>
                </a:cubicBezTo>
                <a:cubicBezTo>
                  <a:pt x="149234" y="54489"/>
                  <a:pt x="121879" y="27134"/>
                  <a:pt x="88184" y="27134"/>
                </a:cubicBezTo>
                <a:cubicBezTo>
                  <a:pt x="54489" y="27134"/>
                  <a:pt x="27134" y="54489"/>
                  <a:pt x="27134" y="88184"/>
                </a:cubicBezTo>
                <a:cubicBezTo>
                  <a:pt x="27134" y="121879"/>
                  <a:pt x="54489" y="149234"/>
                  <a:pt x="88184" y="14923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566305" y="1967236"/>
            <a:ext cx="1465211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79026" y="1761873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177569" y="98430"/>
                </a:moveTo>
                <a:cubicBezTo>
                  <a:pt x="181985" y="94013"/>
                  <a:pt x="181985" y="86841"/>
                  <a:pt x="177569" y="82425"/>
                </a:cubicBezTo>
                <a:lnTo>
                  <a:pt x="121041" y="25897"/>
                </a:lnTo>
                <a:cubicBezTo>
                  <a:pt x="116625" y="21481"/>
                  <a:pt x="109453" y="21481"/>
                  <a:pt x="105036" y="25897"/>
                </a:cubicBezTo>
                <a:cubicBezTo>
                  <a:pt x="100620" y="30313"/>
                  <a:pt x="100620" y="37485"/>
                  <a:pt x="105036" y="41902"/>
                </a:cubicBezTo>
                <a:lnTo>
                  <a:pt x="142274" y="79139"/>
                </a:lnTo>
                <a:lnTo>
                  <a:pt x="11306" y="79139"/>
                </a:lnTo>
                <a:cubicBezTo>
                  <a:pt x="5052" y="79139"/>
                  <a:pt x="0" y="84192"/>
                  <a:pt x="0" y="90445"/>
                </a:cubicBezTo>
                <a:cubicBezTo>
                  <a:pt x="0" y="96699"/>
                  <a:pt x="5052" y="101751"/>
                  <a:pt x="11306" y="101751"/>
                </a:cubicBezTo>
                <a:lnTo>
                  <a:pt x="142274" y="101751"/>
                </a:lnTo>
                <a:lnTo>
                  <a:pt x="105036" y="138989"/>
                </a:lnTo>
                <a:cubicBezTo>
                  <a:pt x="100620" y="143405"/>
                  <a:pt x="100620" y="150577"/>
                  <a:pt x="105036" y="154993"/>
                </a:cubicBezTo>
                <a:cubicBezTo>
                  <a:pt x="109453" y="159409"/>
                  <a:pt x="116625" y="159409"/>
                  <a:pt x="121041" y="154993"/>
                </a:cubicBezTo>
                <a:lnTo>
                  <a:pt x="177569" y="9846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Shape 13"/>
          <p:cNvSpPr/>
          <p:nvPr/>
        </p:nvSpPr>
        <p:spPr>
          <a:xfrm>
            <a:off x="4195409" y="1316883"/>
            <a:ext cx="566186" cy="566186"/>
          </a:xfrm>
          <a:custGeom>
            <a:avLst/>
            <a:gdLst/>
            <a:ahLst/>
            <a:cxnLst/>
            <a:rect l="l" t="t" r="r" b="b"/>
            <a:pathLst>
              <a:path w="566186" h="566186">
                <a:moveTo>
                  <a:pt x="108532" y="0"/>
                </a:moveTo>
                <a:lnTo>
                  <a:pt x="457654" y="0"/>
                </a:lnTo>
                <a:cubicBezTo>
                  <a:pt x="517595" y="0"/>
                  <a:pt x="566186" y="48592"/>
                  <a:pt x="566186" y="108532"/>
                </a:cubicBezTo>
                <a:lnTo>
                  <a:pt x="566186" y="457654"/>
                </a:lnTo>
                <a:cubicBezTo>
                  <a:pt x="566186" y="517595"/>
                  <a:pt x="517595" y="566186"/>
                  <a:pt x="457654" y="566186"/>
                </a:cubicBezTo>
                <a:lnTo>
                  <a:pt x="108532" y="566186"/>
                </a:lnTo>
                <a:cubicBezTo>
                  <a:pt x="48592" y="566186"/>
                  <a:pt x="0" y="517595"/>
                  <a:pt x="0" y="457654"/>
                </a:cubicBezTo>
                <a:lnTo>
                  <a:pt x="0" y="108532"/>
                </a:lnTo>
                <a:cubicBezTo>
                  <a:pt x="0" y="48632"/>
                  <a:pt x="48632" y="0"/>
                  <a:pt x="10853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20320">
            <a:solidFill>
              <a:srgbClr val="636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69064" y="1490538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20350" y="108534"/>
                </a:moveTo>
                <a:cubicBezTo>
                  <a:pt x="20350" y="59821"/>
                  <a:pt x="59821" y="20350"/>
                  <a:pt x="108534" y="20350"/>
                </a:cubicBezTo>
                <a:cubicBezTo>
                  <a:pt x="135286" y="20350"/>
                  <a:pt x="159240" y="32263"/>
                  <a:pt x="175435" y="51087"/>
                </a:cubicBezTo>
                <a:cubicBezTo>
                  <a:pt x="179081" y="55369"/>
                  <a:pt x="185526" y="55836"/>
                  <a:pt x="189765" y="52190"/>
                </a:cubicBezTo>
                <a:cubicBezTo>
                  <a:pt x="194005" y="48544"/>
                  <a:pt x="194514" y="42099"/>
                  <a:pt x="190867" y="37860"/>
                </a:cubicBezTo>
                <a:cubicBezTo>
                  <a:pt x="170984" y="14669"/>
                  <a:pt x="141476" y="0"/>
                  <a:pt x="108534" y="0"/>
                </a:cubicBezTo>
                <a:cubicBezTo>
                  <a:pt x="48586" y="0"/>
                  <a:pt x="0" y="48586"/>
                  <a:pt x="0" y="108534"/>
                </a:cubicBezTo>
                <a:lnTo>
                  <a:pt x="0" y="125493"/>
                </a:lnTo>
                <a:cubicBezTo>
                  <a:pt x="0" y="131131"/>
                  <a:pt x="4536" y="135668"/>
                  <a:pt x="10175" y="135668"/>
                </a:cubicBezTo>
                <a:cubicBezTo>
                  <a:pt x="15814" y="135668"/>
                  <a:pt x="20350" y="131131"/>
                  <a:pt x="20350" y="125493"/>
                </a:cubicBezTo>
                <a:lnTo>
                  <a:pt x="20350" y="108534"/>
                </a:lnTo>
                <a:close/>
                <a:moveTo>
                  <a:pt x="214736" y="86107"/>
                </a:moveTo>
                <a:cubicBezTo>
                  <a:pt x="213592" y="80595"/>
                  <a:pt x="208165" y="77076"/>
                  <a:pt x="202696" y="78263"/>
                </a:cubicBezTo>
                <a:cubicBezTo>
                  <a:pt x="197227" y="79450"/>
                  <a:pt x="193666" y="84835"/>
                  <a:pt x="194853" y="90304"/>
                </a:cubicBezTo>
                <a:cubicBezTo>
                  <a:pt x="196082" y="96197"/>
                  <a:pt x="196760" y="102302"/>
                  <a:pt x="196760" y="108577"/>
                </a:cubicBezTo>
                <a:lnTo>
                  <a:pt x="196760" y="125535"/>
                </a:lnTo>
                <a:cubicBezTo>
                  <a:pt x="196760" y="131174"/>
                  <a:pt x="201297" y="135710"/>
                  <a:pt x="206936" y="135710"/>
                </a:cubicBezTo>
                <a:cubicBezTo>
                  <a:pt x="212574" y="135710"/>
                  <a:pt x="217111" y="131174"/>
                  <a:pt x="217111" y="125535"/>
                </a:cubicBezTo>
                <a:lnTo>
                  <a:pt x="217111" y="108577"/>
                </a:lnTo>
                <a:cubicBezTo>
                  <a:pt x="217111" y="100903"/>
                  <a:pt x="216305" y="93399"/>
                  <a:pt x="214779" y="86149"/>
                </a:cubicBezTo>
                <a:close/>
                <a:moveTo>
                  <a:pt x="108534" y="33917"/>
                </a:moveTo>
                <a:cubicBezTo>
                  <a:pt x="100479" y="33917"/>
                  <a:pt x="92678" y="35189"/>
                  <a:pt x="85428" y="37563"/>
                </a:cubicBezTo>
                <a:cubicBezTo>
                  <a:pt x="78984" y="39683"/>
                  <a:pt x="77500" y="47611"/>
                  <a:pt x="81909" y="52783"/>
                </a:cubicBezTo>
                <a:cubicBezTo>
                  <a:pt x="84919" y="56302"/>
                  <a:pt x="89880" y="57362"/>
                  <a:pt x="94374" y="56132"/>
                </a:cubicBezTo>
                <a:cubicBezTo>
                  <a:pt x="98868" y="54903"/>
                  <a:pt x="103616" y="54267"/>
                  <a:pt x="108534" y="54267"/>
                </a:cubicBezTo>
                <a:cubicBezTo>
                  <a:pt x="138508" y="54267"/>
                  <a:pt x="162801" y="78560"/>
                  <a:pt x="162801" y="108534"/>
                </a:cubicBezTo>
                <a:lnTo>
                  <a:pt x="162801" y="119091"/>
                </a:lnTo>
                <a:cubicBezTo>
                  <a:pt x="162801" y="129775"/>
                  <a:pt x="162165" y="140416"/>
                  <a:pt x="160936" y="151015"/>
                </a:cubicBezTo>
                <a:cubicBezTo>
                  <a:pt x="160215" y="157205"/>
                  <a:pt x="164921" y="162801"/>
                  <a:pt x="171196" y="162801"/>
                </a:cubicBezTo>
                <a:cubicBezTo>
                  <a:pt x="176198" y="162801"/>
                  <a:pt x="180480" y="159155"/>
                  <a:pt x="181074" y="154195"/>
                </a:cubicBezTo>
                <a:cubicBezTo>
                  <a:pt x="182473" y="142578"/>
                  <a:pt x="183194" y="130877"/>
                  <a:pt x="183194" y="119133"/>
                </a:cubicBezTo>
                <a:lnTo>
                  <a:pt x="183194" y="108577"/>
                </a:lnTo>
                <a:cubicBezTo>
                  <a:pt x="183194" y="67367"/>
                  <a:pt x="149786" y="33959"/>
                  <a:pt x="108577" y="33959"/>
                </a:cubicBezTo>
                <a:close/>
                <a:moveTo>
                  <a:pt x="63891" y="63043"/>
                </a:moveTo>
                <a:cubicBezTo>
                  <a:pt x="60033" y="58549"/>
                  <a:pt x="53165" y="58210"/>
                  <a:pt x="49519" y="62873"/>
                </a:cubicBezTo>
                <a:cubicBezTo>
                  <a:pt x="39725" y="75508"/>
                  <a:pt x="33917" y="91321"/>
                  <a:pt x="33917" y="108534"/>
                </a:cubicBezTo>
                <a:lnTo>
                  <a:pt x="33917" y="119091"/>
                </a:lnTo>
                <a:cubicBezTo>
                  <a:pt x="33917" y="129351"/>
                  <a:pt x="32815" y="139610"/>
                  <a:pt x="30610" y="149574"/>
                </a:cubicBezTo>
                <a:cubicBezTo>
                  <a:pt x="29169" y="156187"/>
                  <a:pt x="33959" y="162759"/>
                  <a:pt x="40743" y="162759"/>
                </a:cubicBezTo>
                <a:cubicBezTo>
                  <a:pt x="45194" y="162759"/>
                  <a:pt x="49180" y="159791"/>
                  <a:pt x="50155" y="155424"/>
                </a:cubicBezTo>
                <a:cubicBezTo>
                  <a:pt x="52868" y="143511"/>
                  <a:pt x="54267" y="131343"/>
                  <a:pt x="54267" y="119048"/>
                </a:cubicBezTo>
                <a:lnTo>
                  <a:pt x="54267" y="108492"/>
                </a:lnTo>
                <a:cubicBezTo>
                  <a:pt x="54267" y="96960"/>
                  <a:pt x="57871" y="86276"/>
                  <a:pt x="63976" y="77500"/>
                </a:cubicBezTo>
                <a:cubicBezTo>
                  <a:pt x="67028" y="73091"/>
                  <a:pt x="67367" y="67071"/>
                  <a:pt x="63891" y="63001"/>
                </a:cubicBezTo>
                <a:close/>
                <a:moveTo>
                  <a:pt x="108534" y="67834"/>
                </a:moveTo>
                <a:cubicBezTo>
                  <a:pt x="86064" y="67834"/>
                  <a:pt x="67834" y="86064"/>
                  <a:pt x="67834" y="108534"/>
                </a:cubicBezTo>
                <a:lnTo>
                  <a:pt x="67834" y="119091"/>
                </a:lnTo>
                <a:cubicBezTo>
                  <a:pt x="67834" y="134311"/>
                  <a:pt x="65884" y="149404"/>
                  <a:pt x="61983" y="164073"/>
                </a:cubicBezTo>
                <a:cubicBezTo>
                  <a:pt x="60372" y="170136"/>
                  <a:pt x="64824" y="176368"/>
                  <a:pt x="71098" y="176368"/>
                </a:cubicBezTo>
                <a:cubicBezTo>
                  <a:pt x="75126" y="176368"/>
                  <a:pt x="78687" y="173739"/>
                  <a:pt x="79747" y="169839"/>
                </a:cubicBezTo>
                <a:cubicBezTo>
                  <a:pt x="84199" y="153304"/>
                  <a:pt x="86488" y="136261"/>
                  <a:pt x="86488" y="119091"/>
                </a:cubicBezTo>
                <a:lnTo>
                  <a:pt x="86488" y="108534"/>
                </a:lnTo>
                <a:cubicBezTo>
                  <a:pt x="86488" y="96366"/>
                  <a:pt x="96366" y="86488"/>
                  <a:pt x="108534" y="86488"/>
                </a:cubicBezTo>
                <a:cubicBezTo>
                  <a:pt x="120702" y="86488"/>
                  <a:pt x="130580" y="96366"/>
                  <a:pt x="130580" y="108534"/>
                </a:cubicBezTo>
                <a:lnTo>
                  <a:pt x="130580" y="119091"/>
                </a:lnTo>
                <a:cubicBezTo>
                  <a:pt x="130580" y="134481"/>
                  <a:pt x="129096" y="149786"/>
                  <a:pt x="126171" y="164836"/>
                </a:cubicBezTo>
                <a:cubicBezTo>
                  <a:pt x="125026" y="170729"/>
                  <a:pt x="129435" y="176368"/>
                  <a:pt x="135413" y="176368"/>
                </a:cubicBezTo>
                <a:cubicBezTo>
                  <a:pt x="139738" y="176368"/>
                  <a:pt x="143469" y="173400"/>
                  <a:pt x="144316" y="169161"/>
                </a:cubicBezTo>
                <a:cubicBezTo>
                  <a:pt x="147581" y="152711"/>
                  <a:pt x="149234" y="135964"/>
                  <a:pt x="149234" y="119091"/>
                </a:cubicBezTo>
                <a:lnTo>
                  <a:pt x="149234" y="108534"/>
                </a:lnTo>
                <a:cubicBezTo>
                  <a:pt x="149234" y="86064"/>
                  <a:pt x="131004" y="67834"/>
                  <a:pt x="108534" y="67834"/>
                </a:cubicBezTo>
                <a:close/>
                <a:moveTo>
                  <a:pt x="118709" y="108534"/>
                </a:moveTo>
                <a:cubicBezTo>
                  <a:pt x="118709" y="102895"/>
                  <a:pt x="114173" y="98359"/>
                  <a:pt x="108534" y="98359"/>
                </a:cubicBezTo>
                <a:cubicBezTo>
                  <a:pt x="102895" y="98359"/>
                  <a:pt x="98359" y="102895"/>
                  <a:pt x="98359" y="108534"/>
                </a:cubicBezTo>
                <a:lnTo>
                  <a:pt x="98359" y="119091"/>
                </a:lnTo>
                <a:cubicBezTo>
                  <a:pt x="98359" y="144486"/>
                  <a:pt x="93695" y="169669"/>
                  <a:pt x="84580" y="193369"/>
                </a:cubicBezTo>
                <a:lnTo>
                  <a:pt x="82079" y="199855"/>
                </a:lnTo>
                <a:cubicBezTo>
                  <a:pt x="80044" y="205113"/>
                  <a:pt x="82672" y="211006"/>
                  <a:pt x="87930" y="212998"/>
                </a:cubicBezTo>
                <a:cubicBezTo>
                  <a:pt x="93187" y="214991"/>
                  <a:pt x="99080" y="212405"/>
                  <a:pt x="101072" y="207148"/>
                </a:cubicBezTo>
                <a:lnTo>
                  <a:pt x="103574" y="200661"/>
                </a:lnTo>
                <a:cubicBezTo>
                  <a:pt x="113579" y="174630"/>
                  <a:pt x="118709" y="146987"/>
                  <a:pt x="118709" y="119091"/>
                </a:cubicBezTo>
                <a:lnTo>
                  <a:pt x="118709" y="10853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3746349" y="1960853"/>
            <a:ext cx="1465211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95280" y="1761873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177569" y="98430"/>
                </a:moveTo>
                <a:cubicBezTo>
                  <a:pt x="181985" y="94013"/>
                  <a:pt x="181985" y="86841"/>
                  <a:pt x="177569" y="82425"/>
                </a:cubicBezTo>
                <a:lnTo>
                  <a:pt x="121041" y="25897"/>
                </a:lnTo>
                <a:cubicBezTo>
                  <a:pt x="116625" y="21481"/>
                  <a:pt x="109453" y="21481"/>
                  <a:pt x="105036" y="25897"/>
                </a:cubicBezTo>
                <a:cubicBezTo>
                  <a:pt x="100620" y="30313"/>
                  <a:pt x="100620" y="37485"/>
                  <a:pt x="105036" y="41902"/>
                </a:cubicBezTo>
                <a:lnTo>
                  <a:pt x="142274" y="79139"/>
                </a:lnTo>
                <a:lnTo>
                  <a:pt x="11306" y="79139"/>
                </a:lnTo>
                <a:cubicBezTo>
                  <a:pt x="5052" y="79139"/>
                  <a:pt x="0" y="84192"/>
                  <a:pt x="0" y="90445"/>
                </a:cubicBezTo>
                <a:cubicBezTo>
                  <a:pt x="0" y="96699"/>
                  <a:pt x="5052" y="101751"/>
                  <a:pt x="11306" y="101751"/>
                </a:cubicBezTo>
                <a:lnTo>
                  <a:pt x="142274" y="101751"/>
                </a:lnTo>
                <a:lnTo>
                  <a:pt x="105036" y="138989"/>
                </a:lnTo>
                <a:cubicBezTo>
                  <a:pt x="100620" y="143405"/>
                  <a:pt x="100620" y="150577"/>
                  <a:pt x="105036" y="154993"/>
                </a:cubicBezTo>
                <a:cubicBezTo>
                  <a:pt x="109453" y="159409"/>
                  <a:pt x="116625" y="159409"/>
                  <a:pt x="121041" y="154993"/>
                </a:cubicBezTo>
                <a:lnTo>
                  <a:pt x="177569" y="9846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Shape 17"/>
          <p:cNvSpPr/>
          <p:nvPr/>
        </p:nvSpPr>
        <p:spPr>
          <a:xfrm>
            <a:off x="5811663" y="1316883"/>
            <a:ext cx="566186" cy="566186"/>
          </a:xfrm>
          <a:custGeom>
            <a:avLst/>
            <a:gdLst/>
            <a:ahLst/>
            <a:cxnLst/>
            <a:rect l="l" t="t" r="r" b="b"/>
            <a:pathLst>
              <a:path w="566186" h="566186">
                <a:moveTo>
                  <a:pt x="108532" y="0"/>
                </a:moveTo>
                <a:lnTo>
                  <a:pt x="457654" y="0"/>
                </a:lnTo>
                <a:cubicBezTo>
                  <a:pt x="517595" y="0"/>
                  <a:pt x="566186" y="48592"/>
                  <a:pt x="566186" y="108532"/>
                </a:cubicBezTo>
                <a:lnTo>
                  <a:pt x="566186" y="457654"/>
                </a:lnTo>
                <a:cubicBezTo>
                  <a:pt x="566186" y="517595"/>
                  <a:pt x="517595" y="566186"/>
                  <a:pt x="457654" y="566186"/>
                </a:cubicBezTo>
                <a:lnTo>
                  <a:pt x="108532" y="566186"/>
                </a:lnTo>
                <a:cubicBezTo>
                  <a:pt x="48592" y="566186"/>
                  <a:pt x="0" y="517595"/>
                  <a:pt x="0" y="457654"/>
                </a:cubicBezTo>
                <a:lnTo>
                  <a:pt x="0" y="108532"/>
                </a:lnTo>
                <a:cubicBezTo>
                  <a:pt x="0" y="48632"/>
                  <a:pt x="48632" y="0"/>
                  <a:pt x="10853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20320">
            <a:solidFill>
              <a:srgbClr val="6366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5318" y="1490538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50875" y="23742"/>
                </a:moveTo>
                <a:cubicBezTo>
                  <a:pt x="50875" y="10641"/>
                  <a:pt x="61517" y="0"/>
                  <a:pt x="74617" y="0"/>
                </a:cubicBezTo>
                <a:lnTo>
                  <a:pt x="84792" y="0"/>
                </a:lnTo>
                <a:cubicBezTo>
                  <a:pt x="92296" y="0"/>
                  <a:pt x="98359" y="6063"/>
                  <a:pt x="98359" y="13567"/>
                </a:cubicBezTo>
                <a:lnTo>
                  <a:pt x="98359" y="203501"/>
                </a:lnTo>
                <a:cubicBezTo>
                  <a:pt x="98359" y="211006"/>
                  <a:pt x="92296" y="217068"/>
                  <a:pt x="84792" y="217068"/>
                </a:cubicBezTo>
                <a:lnTo>
                  <a:pt x="71226" y="217068"/>
                </a:lnTo>
                <a:cubicBezTo>
                  <a:pt x="58591" y="217068"/>
                  <a:pt x="47950" y="208419"/>
                  <a:pt x="44940" y="196718"/>
                </a:cubicBezTo>
                <a:cubicBezTo>
                  <a:pt x="44643" y="196718"/>
                  <a:pt x="44389" y="196718"/>
                  <a:pt x="44092" y="196718"/>
                </a:cubicBezTo>
                <a:cubicBezTo>
                  <a:pt x="25353" y="196718"/>
                  <a:pt x="10175" y="181540"/>
                  <a:pt x="10175" y="162801"/>
                </a:cubicBezTo>
                <a:cubicBezTo>
                  <a:pt x="10175" y="155170"/>
                  <a:pt x="12719" y="148132"/>
                  <a:pt x="16958" y="142451"/>
                </a:cubicBezTo>
                <a:cubicBezTo>
                  <a:pt x="8734" y="136261"/>
                  <a:pt x="3392" y="126425"/>
                  <a:pt x="3392" y="115318"/>
                </a:cubicBezTo>
                <a:cubicBezTo>
                  <a:pt x="3392" y="102217"/>
                  <a:pt x="10853" y="90813"/>
                  <a:pt x="21707" y="85174"/>
                </a:cubicBezTo>
                <a:cubicBezTo>
                  <a:pt x="18697" y="80086"/>
                  <a:pt x="16958" y="74151"/>
                  <a:pt x="16958" y="67834"/>
                </a:cubicBezTo>
                <a:cubicBezTo>
                  <a:pt x="16958" y="49095"/>
                  <a:pt x="32136" y="33917"/>
                  <a:pt x="50875" y="33917"/>
                </a:cubicBezTo>
                <a:lnTo>
                  <a:pt x="50875" y="23742"/>
                </a:lnTo>
                <a:close/>
                <a:moveTo>
                  <a:pt x="166193" y="23742"/>
                </a:moveTo>
                <a:lnTo>
                  <a:pt x="166193" y="33917"/>
                </a:lnTo>
                <a:cubicBezTo>
                  <a:pt x="184932" y="33917"/>
                  <a:pt x="200110" y="49095"/>
                  <a:pt x="200110" y="67834"/>
                </a:cubicBezTo>
                <a:cubicBezTo>
                  <a:pt x="200110" y="74193"/>
                  <a:pt x="198372" y="80129"/>
                  <a:pt x="195361" y="85174"/>
                </a:cubicBezTo>
                <a:cubicBezTo>
                  <a:pt x="206257" y="90813"/>
                  <a:pt x="213677" y="102175"/>
                  <a:pt x="213677" y="115318"/>
                </a:cubicBezTo>
                <a:cubicBezTo>
                  <a:pt x="213677" y="126425"/>
                  <a:pt x="208335" y="136261"/>
                  <a:pt x="200110" y="142451"/>
                </a:cubicBezTo>
                <a:cubicBezTo>
                  <a:pt x="204349" y="148132"/>
                  <a:pt x="206893" y="155170"/>
                  <a:pt x="206893" y="162801"/>
                </a:cubicBezTo>
                <a:cubicBezTo>
                  <a:pt x="206893" y="181540"/>
                  <a:pt x="191715" y="196718"/>
                  <a:pt x="172976" y="196718"/>
                </a:cubicBezTo>
                <a:cubicBezTo>
                  <a:pt x="172679" y="196718"/>
                  <a:pt x="172425" y="196718"/>
                  <a:pt x="172128" y="196718"/>
                </a:cubicBezTo>
                <a:cubicBezTo>
                  <a:pt x="169118" y="208419"/>
                  <a:pt x="158477" y="217068"/>
                  <a:pt x="145843" y="217068"/>
                </a:cubicBezTo>
                <a:lnTo>
                  <a:pt x="132276" y="217068"/>
                </a:lnTo>
                <a:cubicBezTo>
                  <a:pt x="124772" y="217068"/>
                  <a:pt x="118709" y="211006"/>
                  <a:pt x="118709" y="203501"/>
                </a:cubicBezTo>
                <a:lnTo>
                  <a:pt x="118709" y="13567"/>
                </a:lnTo>
                <a:cubicBezTo>
                  <a:pt x="118709" y="6063"/>
                  <a:pt x="124772" y="0"/>
                  <a:pt x="132276" y="0"/>
                </a:cubicBezTo>
                <a:lnTo>
                  <a:pt x="142451" y="0"/>
                </a:lnTo>
                <a:cubicBezTo>
                  <a:pt x="155551" y="0"/>
                  <a:pt x="166193" y="10641"/>
                  <a:pt x="166193" y="2374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5362604" y="1960853"/>
            <a:ext cx="1465211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11647" y="1761873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177569" y="98430"/>
                </a:moveTo>
                <a:cubicBezTo>
                  <a:pt x="181985" y="94013"/>
                  <a:pt x="181985" y="86841"/>
                  <a:pt x="177569" y="82425"/>
                </a:cubicBezTo>
                <a:lnTo>
                  <a:pt x="121041" y="25897"/>
                </a:lnTo>
                <a:cubicBezTo>
                  <a:pt x="116625" y="21481"/>
                  <a:pt x="109453" y="21481"/>
                  <a:pt x="105036" y="25897"/>
                </a:cubicBezTo>
                <a:cubicBezTo>
                  <a:pt x="100620" y="30313"/>
                  <a:pt x="100620" y="37485"/>
                  <a:pt x="105036" y="41902"/>
                </a:cubicBezTo>
                <a:lnTo>
                  <a:pt x="142274" y="79139"/>
                </a:lnTo>
                <a:lnTo>
                  <a:pt x="11306" y="79139"/>
                </a:lnTo>
                <a:cubicBezTo>
                  <a:pt x="5052" y="79139"/>
                  <a:pt x="0" y="84192"/>
                  <a:pt x="0" y="90445"/>
                </a:cubicBezTo>
                <a:cubicBezTo>
                  <a:pt x="0" y="96699"/>
                  <a:pt x="5052" y="101751"/>
                  <a:pt x="11306" y="101751"/>
                </a:cubicBezTo>
                <a:lnTo>
                  <a:pt x="142274" y="101751"/>
                </a:lnTo>
                <a:lnTo>
                  <a:pt x="105036" y="138989"/>
                </a:lnTo>
                <a:cubicBezTo>
                  <a:pt x="100620" y="143405"/>
                  <a:pt x="100620" y="150577"/>
                  <a:pt x="105036" y="154993"/>
                </a:cubicBezTo>
                <a:cubicBezTo>
                  <a:pt x="109453" y="159409"/>
                  <a:pt x="116625" y="159409"/>
                  <a:pt x="121041" y="154993"/>
                </a:cubicBezTo>
                <a:lnTo>
                  <a:pt x="177569" y="9846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7428031" y="1316883"/>
            <a:ext cx="566186" cy="566186"/>
          </a:xfrm>
          <a:custGeom>
            <a:avLst/>
            <a:gdLst/>
            <a:ahLst/>
            <a:cxnLst/>
            <a:rect l="l" t="t" r="r" b="b"/>
            <a:pathLst>
              <a:path w="566186" h="566186">
                <a:moveTo>
                  <a:pt x="108532" y="0"/>
                </a:moveTo>
                <a:lnTo>
                  <a:pt x="457654" y="0"/>
                </a:lnTo>
                <a:cubicBezTo>
                  <a:pt x="517595" y="0"/>
                  <a:pt x="566186" y="48592"/>
                  <a:pt x="566186" y="108532"/>
                </a:cubicBezTo>
                <a:lnTo>
                  <a:pt x="566186" y="457654"/>
                </a:lnTo>
                <a:cubicBezTo>
                  <a:pt x="566186" y="517595"/>
                  <a:pt x="517595" y="566186"/>
                  <a:pt x="457654" y="566186"/>
                </a:cubicBezTo>
                <a:lnTo>
                  <a:pt x="108532" y="566186"/>
                </a:lnTo>
                <a:cubicBezTo>
                  <a:pt x="48592" y="566186"/>
                  <a:pt x="0" y="517595"/>
                  <a:pt x="0" y="457654"/>
                </a:cubicBezTo>
                <a:lnTo>
                  <a:pt x="0" y="108532"/>
                </a:lnTo>
                <a:cubicBezTo>
                  <a:pt x="0" y="48632"/>
                  <a:pt x="48632" y="0"/>
                  <a:pt x="10853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20320">
            <a:solidFill>
              <a:srgbClr val="6366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1685" y="1490538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108534" y="217068"/>
                </a:moveTo>
                <a:cubicBezTo>
                  <a:pt x="168436" y="217068"/>
                  <a:pt x="217068" y="168436"/>
                  <a:pt x="217068" y="108534"/>
                </a:cubicBezTo>
                <a:cubicBezTo>
                  <a:pt x="217068" y="48633"/>
                  <a:pt x="168436" y="0"/>
                  <a:pt x="108534" y="0"/>
                </a:cubicBezTo>
                <a:cubicBezTo>
                  <a:pt x="48633" y="0"/>
                  <a:pt x="0" y="48633"/>
                  <a:pt x="0" y="108534"/>
                </a:cubicBezTo>
                <a:cubicBezTo>
                  <a:pt x="0" y="168436"/>
                  <a:pt x="48633" y="217068"/>
                  <a:pt x="108534" y="217068"/>
                </a:cubicBezTo>
                <a:close/>
                <a:moveTo>
                  <a:pt x="144316" y="90177"/>
                </a:moveTo>
                <a:lnTo>
                  <a:pt x="110400" y="144444"/>
                </a:lnTo>
                <a:cubicBezTo>
                  <a:pt x="108619" y="147284"/>
                  <a:pt x="105566" y="149065"/>
                  <a:pt x="102217" y="149234"/>
                </a:cubicBezTo>
                <a:cubicBezTo>
                  <a:pt x="98868" y="149404"/>
                  <a:pt x="95646" y="147878"/>
                  <a:pt x="93653" y="145164"/>
                </a:cubicBezTo>
                <a:lnTo>
                  <a:pt x="73303" y="118031"/>
                </a:lnTo>
                <a:cubicBezTo>
                  <a:pt x="69911" y="113537"/>
                  <a:pt x="70844" y="107177"/>
                  <a:pt x="75338" y="103786"/>
                </a:cubicBezTo>
                <a:cubicBezTo>
                  <a:pt x="79832" y="100394"/>
                  <a:pt x="86191" y="101327"/>
                  <a:pt x="89583" y="105821"/>
                </a:cubicBezTo>
                <a:lnTo>
                  <a:pt x="101030" y="121083"/>
                </a:lnTo>
                <a:lnTo>
                  <a:pt x="127061" y="79408"/>
                </a:lnTo>
                <a:cubicBezTo>
                  <a:pt x="130029" y="74660"/>
                  <a:pt x="136304" y="73176"/>
                  <a:pt x="141094" y="76186"/>
                </a:cubicBezTo>
                <a:cubicBezTo>
                  <a:pt x="145885" y="79196"/>
                  <a:pt x="147327" y="85428"/>
                  <a:pt x="144316" y="9021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6978970" y="1960853"/>
            <a:ext cx="1465211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Recognition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27901" y="1761873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177569" y="98430"/>
                </a:moveTo>
                <a:cubicBezTo>
                  <a:pt x="181985" y="94013"/>
                  <a:pt x="181985" y="86841"/>
                  <a:pt x="177569" y="82425"/>
                </a:cubicBezTo>
                <a:lnTo>
                  <a:pt x="121041" y="25897"/>
                </a:lnTo>
                <a:cubicBezTo>
                  <a:pt x="116625" y="21481"/>
                  <a:pt x="109453" y="21481"/>
                  <a:pt x="105036" y="25897"/>
                </a:cubicBezTo>
                <a:cubicBezTo>
                  <a:pt x="100620" y="30313"/>
                  <a:pt x="100620" y="37485"/>
                  <a:pt x="105036" y="41902"/>
                </a:cubicBezTo>
                <a:lnTo>
                  <a:pt x="142274" y="79139"/>
                </a:lnTo>
                <a:lnTo>
                  <a:pt x="11306" y="79139"/>
                </a:lnTo>
                <a:cubicBezTo>
                  <a:pt x="5052" y="79139"/>
                  <a:pt x="0" y="84192"/>
                  <a:pt x="0" y="90445"/>
                </a:cubicBezTo>
                <a:cubicBezTo>
                  <a:pt x="0" y="96699"/>
                  <a:pt x="5052" y="101751"/>
                  <a:pt x="11306" y="101751"/>
                </a:cubicBezTo>
                <a:lnTo>
                  <a:pt x="142274" y="101751"/>
                </a:lnTo>
                <a:lnTo>
                  <a:pt x="105036" y="138989"/>
                </a:lnTo>
                <a:cubicBezTo>
                  <a:pt x="100620" y="143405"/>
                  <a:pt x="100620" y="150577"/>
                  <a:pt x="105036" y="154993"/>
                </a:cubicBezTo>
                <a:cubicBezTo>
                  <a:pt x="109453" y="159409"/>
                  <a:pt x="116625" y="159409"/>
                  <a:pt x="121041" y="154993"/>
                </a:cubicBezTo>
                <a:lnTo>
                  <a:pt x="177569" y="9846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Shape 25"/>
          <p:cNvSpPr/>
          <p:nvPr/>
        </p:nvSpPr>
        <p:spPr>
          <a:xfrm>
            <a:off x="9044284" y="1316883"/>
            <a:ext cx="566186" cy="566186"/>
          </a:xfrm>
          <a:custGeom>
            <a:avLst/>
            <a:gdLst/>
            <a:ahLst/>
            <a:cxnLst/>
            <a:rect l="l" t="t" r="r" b="b"/>
            <a:pathLst>
              <a:path w="566186" h="566186">
                <a:moveTo>
                  <a:pt x="108532" y="0"/>
                </a:moveTo>
                <a:lnTo>
                  <a:pt x="457654" y="0"/>
                </a:lnTo>
                <a:cubicBezTo>
                  <a:pt x="517595" y="0"/>
                  <a:pt x="566186" y="48592"/>
                  <a:pt x="566186" y="108532"/>
                </a:cubicBezTo>
                <a:lnTo>
                  <a:pt x="566186" y="457654"/>
                </a:lnTo>
                <a:cubicBezTo>
                  <a:pt x="566186" y="517595"/>
                  <a:pt x="517595" y="566186"/>
                  <a:pt x="457654" y="566186"/>
                </a:cubicBezTo>
                <a:lnTo>
                  <a:pt x="108532" y="566186"/>
                </a:lnTo>
                <a:cubicBezTo>
                  <a:pt x="48592" y="566186"/>
                  <a:pt x="0" y="517595"/>
                  <a:pt x="0" y="457654"/>
                </a:cubicBezTo>
                <a:lnTo>
                  <a:pt x="0" y="108532"/>
                </a:lnTo>
                <a:cubicBezTo>
                  <a:pt x="0" y="48632"/>
                  <a:pt x="48632" y="0"/>
                  <a:pt x="10853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20320">
            <a:solidFill>
              <a:srgbClr val="6366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45072" y="1490538"/>
            <a:ext cx="162801" cy="217068"/>
          </a:xfrm>
          <a:custGeom>
            <a:avLst/>
            <a:gdLst/>
            <a:ahLst/>
            <a:cxnLst/>
            <a:rect l="l" t="t" r="r" b="b"/>
            <a:pathLst>
              <a:path w="162801" h="217068">
                <a:moveTo>
                  <a:pt x="132022" y="13567"/>
                </a:moveTo>
                <a:lnTo>
                  <a:pt x="135668" y="13567"/>
                </a:lnTo>
                <a:cubicBezTo>
                  <a:pt x="150633" y="13567"/>
                  <a:pt x="162801" y="25734"/>
                  <a:pt x="162801" y="40700"/>
                </a:cubicBezTo>
                <a:lnTo>
                  <a:pt x="162801" y="189935"/>
                </a:lnTo>
                <a:cubicBezTo>
                  <a:pt x="162801" y="204901"/>
                  <a:pt x="150633" y="217068"/>
                  <a:pt x="135668" y="217068"/>
                </a:cubicBezTo>
                <a:lnTo>
                  <a:pt x="27134" y="217068"/>
                </a:lnTo>
                <a:cubicBezTo>
                  <a:pt x="12168" y="217068"/>
                  <a:pt x="0" y="204901"/>
                  <a:pt x="0" y="189935"/>
                </a:cubicBezTo>
                <a:lnTo>
                  <a:pt x="0" y="40700"/>
                </a:lnTo>
                <a:cubicBezTo>
                  <a:pt x="0" y="25734"/>
                  <a:pt x="12168" y="13567"/>
                  <a:pt x="27134" y="13567"/>
                </a:cubicBezTo>
                <a:lnTo>
                  <a:pt x="30780" y="13567"/>
                </a:lnTo>
                <a:cubicBezTo>
                  <a:pt x="35443" y="5469"/>
                  <a:pt x="44219" y="0"/>
                  <a:pt x="54267" y="0"/>
                </a:cubicBezTo>
                <a:lnTo>
                  <a:pt x="108534" y="0"/>
                </a:lnTo>
                <a:cubicBezTo>
                  <a:pt x="118582" y="0"/>
                  <a:pt x="127358" y="5469"/>
                  <a:pt x="132022" y="13567"/>
                </a:cubicBezTo>
                <a:close/>
                <a:moveTo>
                  <a:pt x="105142" y="47484"/>
                </a:moveTo>
                <a:cubicBezTo>
                  <a:pt x="110781" y="47484"/>
                  <a:pt x="115318" y="42947"/>
                  <a:pt x="115318" y="37309"/>
                </a:cubicBezTo>
                <a:cubicBezTo>
                  <a:pt x="115318" y="31670"/>
                  <a:pt x="110781" y="27134"/>
                  <a:pt x="105142" y="27134"/>
                </a:cubicBezTo>
                <a:lnTo>
                  <a:pt x="57659" y="27134"/>
                </a:lnTo>
                <a:cubicBezTo>
                  <a:pt x="52020" y="27134"/>
                  <a:pt x="47484" y="31670"/>
                  <a:pt x="47484" y="37309"/>
                </a:cubicBezTo>
                <a:cubicBezTo>
                  <a:pt x="47484" y="42947"/>
                  <a:pt x="52020" y="47484"/>
                  <a:pt x="57659" y="47484"/>
                </a:cubicBezTo>
                <a:lnTo>
                  <a:pt x="105142" y="47484"/>
                </a:lnTo>
                <a:close/>
                <a:moveTo>
                  <a:pt x="117183" y="110527"/>
                </a:moveTo>
                <a:cubicBezTo>
                  <a:pt x="120151" y="105778"/>
                  <a:pt x="118709" y="99504"/>
                  <a:pt x="113961" y="96494"/>
                </a:cubicBezTo>
                <a:cubicBezTo>
                  <a:pt x="109212" y="93483"/>
                  <a:pt x="102938" y="94967"/>
                  <a:pt x="99928" y="99716"/>
                </a:cubicBezTo>
                <a:lnTo>
                  <a:pt x="73896" y="141391"/>
                </a:lnTo>
                <a:lnTo>
                  <a:pt x="62450" y="126129"/>
                </a:lnTo>
                <a:cubicBezTo>
                  <a:pt x="59058" y="121635"/>
                  <a:pt x="52698" y="120702"/>
                  <a:pt x="48204" y="124094"/>
                </a:cubicBezTo>
                <a:cubicBezTo>
                  <a:pt x="43710" y="127485"/>
                  <a:pt x="42778" y="133845"/>
                  <a:pt x="46169" y="138339"/>
                </a:cubicBezTo>
                <a:lnTo>
                  <a:pt x="66520" y="165472"/>
                </a:lnTo>
                <a:cubicBezTo>
                  <a:pt x="68512" y="168143"/>
                  <a:pt x="71734" y="169669"/>
                  <a:pt x="75084" y="169542"/>
                </a:cubicBezTo>
                <a:cubicBezTo>
                  <a:pt x="78433" y="169415"/>
                  <a:pt x="81485" y="167634"/>
                  <a:pt x="83266" y="164751"/>
                </a:cubicBezTo>
                <a:lnTo>
                  <a:pt x="117183" y="11048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8595224" y="1960853"/>
            <a:ext cx="1465211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Attendance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044268" y="1761873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177569" y="98430"/>
                </a:moveTo>
                <a:cubicBezTo>
                  <a:pt x="181985" y="94013"/>
                  <a:pt x="181985" y="86841"/>
                  <a:pt x="177569" y="82425"/>
                </a:cubicBezTo>
                <a:lnTo>
                  <a:pt x="121041" y="25897"/>
                </a:lnTo>
                <a:cubicBezTo>
                  <a:pt x="116625" y="21481"/>
                  <a:pt x="109453" y="21481"/>
                  <a:pt x="105036" y="25897"/>
                </a:cubicBezTo>
                <a:cubicBezTo>
                  <a:pt x="100620" y="30313"/>
                  <a:pt x="100620" y="37485"/>
                  <a:pt x="105036" y="41902"/>
                </a:cubicBezTo>
                <a:lnTo>
                  <a:pt x="142274" y="79139"/>
                </a:lnTo>
                <a:lnTo>
                  <a:pt x="11306" y="79139"/>
                </a:lnTo>
                <a:cubicBezTo>
                  <a:pt x="5052" y="79139"/>
                  <a:pt x="0" y="84192"/>
                  <a:pt x="0" y="90445"/>
                </a:cubicBezTo>
                <a:cubicBezTo>
                  <a:pt x="0" y="96699"/>
                  <a:pt x="5052" y="101751"/>
                  <a:pt x="11306" y="101751"/>
                </a:cubicBezTo>
                <a:lnTo>
                  <a:pt x="142274" y="101751"/>
                </a:lnTo>
                <a:lnTo>
                  <a:pt x="105036" y="138989"/>
                </a:lnTo>
                <a:cubicBezTo>
                  <a:pt x="100620" y="143405"/>
                  <a:pt x="100620" y="150577"/>
                  <a:pt x="105036" y="154993"/>
                </a:cubicBezTo>
                <a:cubicBezTo>
                  <a:pt x="109453" y="159409"/>
                  <a:pt x="116625" y="159409"/>
                  <a:pt x="121041" y="154993"/>
                </a:cubicBezTo>
                <a:lnTo>
                  <a:pt x="177569" y="9846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1" name="Shape 29"/>
          <p:cNvSpPr/>
          <p:nvPr/>
        </p:nvSpPr>
        <p:spPr>
          <a:xfrm>
            <a:off x="10660652" y="1316883"/>
            <a:ext cx="566186" cy="566186"/>
          </a:xfrm>
          <a:custGeom>
            <a:avLst/>
            <a:gdLst/>
            <a:ahLst/>
            <a:cxnLst/>
            <a:rect l="l" t="t" r="r" b="b"/>
            <a:pathLst>
              <a:path w="566186" h="566186">
                <a:moveTo>
                  <a:pt x="108532" y="0"/>
                </a:moveTo>
                <a:lnTo>
                  <a:pt x="457654" y="0"/>
                </a:lnTo>
                <a:cubicBezTo>
                  <a:pt x="517595" y="0"/>
                  <a:pt x="566186" y="48592"/>
                  <a:pt x="566186" y="108532"/>
                </a:cubicBezTo>
                <a:lnTo>
                  <a:pt x="566186" y="457654"/>
                </a:lnTo>
                <a:cubicBezTo>
                  <a:pt x="566186" y="517595"/>
                  <a:pt x="517595" y="566186"/>
                  <a:pt x="457654" y="566186"/>
                </a:cubicBezTo>
                <a:lnTo>
                  <a:pt x="108532" y="566186"/>
                </a:lnTo>
                <a:cubicBezTo>
                  <a:pt x="48592" y="566186"/>
                  <a:pt x="0" y="517595"/>
                  <a:pt x="0" y="457654"/>
                </a:cubicBezTo>
                <a:lnTo>
                  <a:pt x="0" y="108532"/>
                </a:lnTo>
                <a:cubicBezTo>
                  <a:pt x="0" y="48632"/>
                  <a:pt x="48632" y="0"/>
                  <a:pt x="10853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20320">
            <a:solidFill>
              <a:srgbClr val="6366F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847873" y="1490538"/>
            <a:ext cx="189935" cy="217068"/>
          </a:xfrm>
          <a:custGeom>
            <a:avLst/>
            <a:gdLst/>
            <a:ahLst/>
            <a:cxnLst/>
            <a:rect l="l" t="t" r="r" b="b"/>
            <a:pathLst>
              <a:path w="189935" h="217068">
                <a:moveTo>
                  <a:pt x="189935" y="87251"/>
                </a:moveTo>
                <a:cubicBezTo>
                  <a:pt x="183660" y="91406"/>
                  <a:pt x="176453" y="94755"/>
                  <a:pt x="168949" y="97426"/>
                </a:cubicBezTo>
                <a:cubicBezTo>
                  <a:pt x="149022" y="104549"/>
                  <a:pt x="122864" y="108534"/>
                  <a:pt x="94967" y="108534"/>
                </a:cubicBezTo>
                <a:cubicBezTo>
                  <a:pt x="67071" y="108534"/>
                  <a:pt x="40870" y="104506"/>
                  <a:pt x="20986" y="97426"/>
                </a:cubicBezTo>
                <a:cubicBezTo>
                  <a:pt x="13524" y="94755"/>
                  <a:pt x="6275" y="91406"/>
                  <a:pt x="0" y="87251"/>
                </a:cubicBezTo>
                <a:lnTo>
                  <a:pt x="0" y="122101"/>
                </a:lnTo>
                <a:cubicBezTo>
                  <a:pt x="0" y="140840"/>
                  <a:pt x="42523" y="156018"/>
                  <a:pt x="94967" y="156018"/>
                </a:cubicBezTo>
                <a:cubicBezTo>
                  <a:pt x="147411" y="156018"/>
                  <a:pt x="189935" y="140840"/>
                  <a:pt x="189935" y="122101"/>
                </a:cubicBezTo>
                <a:lnTo>
                  <a:pt x="189935" y="87251"/>
                </a:lnTo>
                <a:close/>
                <a:moveTo>
                  <a:pt x="189935" y="54267"/>
                </a:moveTo>
                <a:lnTo>
                  <a:pt x="189935" y="33917"/>
                </a:lnTo>
                <a:cubicBezTo>
                  <a:pt x="189935" y="15178"/>
                  <a:pt x="147411" y="0"/>
                  <a:pt x="94967" y="0"/>
                </a:cubicBezTo>
                <a:cubicBezTo>
                  <a:pt x="42523" y="0"/>
                  <a:pt x="0" y="15178"/>
                  <a:pt x="0" y="33917"/>
                </a:cubicBezTo>
                <a:lnTo>
                  <a:pt x="0" y="54267"/>
                </a:lnTo>
                <a:cubicBezTo>
                  <a:pt x="0" y="73006"/>
                  <a:pt x="42523" y="88184"/>
                  <a:pt x="94967" y="88184"/>
                </a:cubicBezTo>
                <a:cubicBezTo>
                  <a:pt x="147411" y="88184"/>
                  <a:pt x="189935" y="73006"/>
                  <a:pt x="189935" y="54267"/>
                </a:cubicBezTo>
                <a:close/>
                <a:moveTo>
                  <a:pt x="168949" y="165260"/>
                </a:moveTo>
                <a:cubicBezTo>
                  <a:pt x="149065" y="172340"/>
                  <a:pt x="122906" y="176368"/>
                  <a:pt x="94967" y="176368"/>
                </a:cubicBezTo>
                <a:cubicBezTo>
                  <a:pt x="67028" y="176368"/>
                  <a:pt x="40870" y="172340"/>
                  <a:pt x="20986" y="165260"/>
                </a:cubicBezTo>
                <a:cubicBezTo>
                  <a:pt x="13524" y="162589"/>
                  <a:pt x="6275" y="159240"/>
                  <a:pt x="0" y="155085"/>
                </a:cubicBezTo>
                <a:lnTo>
                  <a:pt x="0" y="183151"/>
                </a:lnTo>
                <a:cubicBezTo>
                  <a:pt x="0" y="201890"/>
                  <a:pt x="42523" y="217068"/>
                  <a:pt x="94967" y="217068"/>
                </a:cubicBezTo>
                <a:cubicBezTo>
                  <a:pt x="147411" y="217068"/>
                  <a:pt x="189935" y="201890"/>
                  <a:pt x="189935" y="183151"/>
                </a:cubicBezTo>
                <a:lnTo>
                  <a:pt x="189935" y="155085"/>
                </a:lnTo>
                <a:cubicBezTo>
                  <a:pt x="183660" y="159240"/>
                  <a:pt x="176453" y="162589"/>
                  <a:pt x="168949" y="16526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10211591" y="1960853"/>
            <a:ext cx="1465211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5398" y="2731443"/>
            <a:ext cx="3697396" cy="3751663"/>
          </a:xfrm>
          <a:custGeom>
            <a:avLst/>
            <a:gdLst/>
            <a:ahLst/>
            <a:cxnLst/>
            <a:rect l="l" t="t" r="r" b="b"/>
            <a:pathLst>
              <a:path w="3697396" h="3751663">
                <a:moveTo>
                  <a:pt x="108519" y="0"/>
                </a:moveTo>
                <a:lnTo>
                  <a:pt x="3588877" y="0"/>
                </a:lnTo>
                <a:cubicBezTo>
                  <a:pt x="3648810" y="0"/>
                  <a:pt x="3697396" y="48585"/>
                  <a:pt x="3697396" y="108519"/>
                </a:cubicBezTo>
                <a:lnTo>
                  <a:pt x="3697396" y="3643144"/>
                </a:lnTo>
                <a:cubicBezTo>
                  <a:pt x="3697396" y="3703077"/>
                  <a:pt x="3648810" y="3751663"/>
                  <a:pt x="3588877" y="3751663"/>
                </a:cubicBezTo>
                <a:lnTo>
                  <a:pt x="108519" y="3751663"/>
                </a:lnTo>
                <a:cubicBezTo>
                  <a:pt x="48585" y="3751663"/>
                  <a:pt x="0" y="3703077"/>
                  <a:pt x="0" y="3643144"/>
                </a:cubicBezTo>
                <a:lnTo>
                  <a:pt x="0" y="108519"/>
                </a:lnTo>
                <a:cubicBezTo>
                  <a:pt x="0" y="48626"/>
                  <a:pt x="48626" y="0"/>
                  <a:pt x="108519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2518" y="2952127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82143" y="1837"/>
                </a:moveTo>
                <a:cubicBezTo>
                  <a:pt x="87407" y="-601"/>
                  <a:pt x="93483" y="-601"/>
                  <a:pt x="98748" y="1837"/>
                </a:cubicBezTo>
                <a:lnTo>
                  <a:pt x="175979" y="37521"/>
                </a:lnTo>
                <a:cubicBezTo>
                  <a:pt x="178982" y="38898"/>
                  <a:pt x="180890" y="41902"/>
                  <a:pt x="180890" y="45223"/>
                </a:cubicBezTo>
                <a:cubicBezTo>
                  <a:pt x="180890" y="48544"/>
                  <a:pt x="178982" y="51547"/>
                  <a:pt x="175979" y="52925"/>
                </a:cubicBezTo>
                <a:lnTo>
                  <a:pt x="98748" y="88608"/>
                </a:lnTo>
                <a:cubicBezTo>
                  <a:pt x="93483" y="91046"/>
                  <a:pt x="87407" y="91046"/>
                  <a:pt x="82143" y="88608"/>
                </a:cubicBezTo>
                <a:lnTo>
                  <a:pt x="4911" y="52925"/>
                </a:lnTo>
                <a:cubicBezTo>
                  <a:pt x="1908" y="51511"/>
                  <a:pt x="0" y="48508"/>
                  <a:pt x="0" y="45223"/>
                </a:cubicBezTo>
                <a:cubicBezTo>
                  <a:pt x="0" y="41937"/>
                  <a:pt x="1908" y="38898"/>
                  <a:pt x="4911" y="37521"/>
                </a:cubicBezTo>
                <a:lnTo>
                  <a:pt x="82143" y="1837"/>
                </a:lnTo>
                <a:close/>
                <a:moveTo>
                  <a:pt x="16994" y="77161"/>
                </a:moveTo>
                <a:lnTo>
                  <a:pt x="75041" y="103977"/>
                </a:lnTo>
                <a:cubicBezTo>
                  <a:pt x="84828" y="108499"/>
                  <a:pt x="96098" y="108499"/>
                  <a:pt x="105884" y="103977"/>
                </a:cubicBezTo>
                <a:lnTo>
                  <a:pt x="163932" y="77161"/>
                </a:lnTo>
                <a:lnTo>
                  <a:pt x="175979" y="82743"/>
                </a:lnTo>
                <a:cubicBezTo>
                  <a:pt x="178982" y="84121"/>
                  <a:pt x="180890" y="87124"/>
                  <a:pt x="180890" y="90445"/>
                </a:cubicBezTo>
                <a:cubicBezTo>
                  <a:pt x="180890" y="93766"/>
                  <a:pt x="178982" y="96769"/>
                  <a:pt x="175979" y="98147"/>
                </a:cubicBezTo>
                <a:lnTo>
                  <a:pt x="98748" y="133830"/>
                </a:lnTo>
                <a:cubicBezTo>
                  <a:pt x="93483" y="136268"/>
                  <a:pt x="87407" y="136268"/>
                  <a:pt x="82143" y="133830"/>
                </a:cubicBezTo>
                <a:lnTo>
                  <a:pt x="4911" y="98147"/>
                </a:lnTo>
                <a:cubicBezTo>
                  <a:pt x="1908" y="96734"/>
                  <a:pt x="0" y="93731"/>
                  <a:pt x="0" y="90445"/>
                </a:cubicBezTo>
                <a:cubicBezTo>
                  <a:pt x="0" y="87159"/>
                  <a:pt x="1908" y="84121"/>
                  <a:pt x="4911" y="82743"/>
                </a:cubicBezTo>
                <a:lnTo>
                  <a:pt x="16958" y="77161"/>
                </a:lnTo>
                <a:close/>
                <a:moveTo>
                  <a:pt x="4911" y="127966"/>
                </a:moveTo>
                <a:lnTo>
                  <a:pt x="16958" y="122384"/>
                </a:lnTo>
                <a:lnTo>
                  <a:pt x="75006" y="149199"/>
                </a:lnTo>
                <a:cubicBezTo>
                  <a:pt x="84792" y="153721"/>
                  <a:pt x="96063" y="153721"/>
                  <a:pt x="105849" y="149199"/>
                </a:cubicBezTo>
                <a:lnTo>
                  <a:pt x="163896" y="122384"/>
                </a:lnTo>
                <a:lnTo>
                  <a:pt x="175944" y="127966"/>
                </a:lnTo>
                <a:cubicBezTo>
                  <a:pt x="178947" y="129344"/>
                  <a:pt x="180855" y="132347"/>
                  <a:pt x="180855" y="135668"/>
                </a:cubicBezTo>
                <a:cubicBezTo>
                  <a:pt x="180855" y="138989"/>
                  <a:pt x="178947" y="141992"/>
                  <a:pt x="175944" y="143370"/>
                </a:cubicBezTo>
                <a:lnTo>
                  <a:pt x="98712" y="179053"/>
                </a:lnTo>
                <a:cubicBezTo>
                  <a:pt x="93448" y="181491"/>
                  <a:pt x="87371" y="181491"/>
                  <a:pt x="82107" y="179053"/>
                </a:cubicBezTo>
                <a:lnTo>
                  <a:pt x="4911" y="143370"/>
                </a:lnTo>
                <a:cubicBezTo>
                  <a:pt x="1908" y="141956"/>
                  <a:pt x="0" y="138953"/>
                  <a:pt x="0" y="135668"/>
                </a:cubicBezTo>
                <a:cubicBezTo>
                  <a:pt x="0" y="132382"/>
                  <a:pt x="1908" y="129344"/>
                  <a:pt x="4911" y="12796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776019" y="2915949"/>
            <a:ext cx="3192712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9906" y="3331997"/>
            <a:ext cx="253246" cy="253246"/>
          </a:xfrm>
          <a:custGeom>
            <a:avLst/>
            <a:gdLst/>
            <a:ahLst/>
            <a:cxnLst/>
            <a:rect l="l" t="t" r="r" b="b"/>
            <a:pathLst>
              <a:path w="253246" h="253246">
                <a:moveTo>
                  <a:pt x="72355" y="0"/>
                </a:moveTo>
                <a:lnTo>
                  <a:pt x="180891" y="0"/>
                </a:lnTo>
                <a:cubicBezTo>
                  <a:pt x="220825" y="0"/>
                  <a:pt x="253246" y="32421"/>
                  <a:pt x="253246" y="72355"/>
                </a:cubicBezTo>
                <a:lnTo>
                  <a:pt x="253246" y="180891"/>
                </a:lnTo>
                <a:cubicBezTo>
                  <a:pt x="253246" y="220825"/>
                  <a:pt x="220825" y="253246"/>
                  <a:pt x="180891" y="253246"/>
                </a:cubicBezTo>
                <a:lnTo>
                  <a:pt x="72355" y="253246"/>
                </a:lnTo>
                <a:cubicBezTo>
                  <a:pt x="32421" y="253246"/>
                  <a:pt x="0" y="220825"/>
                  <a:pt x="0" y="180891"/>
                </a:cubicBezTo>
                <a:lnTo>
                  <a:pt x="0" y="72355"/>
                </a:lnTo>
                <a:cubicBezTo>
                  <a:pt x="0" y="32421"/>
                  <a:pt x="32421" y="0"/>
                  <a:pt x="7235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51205" y="3368175"/>
            <a:ext cx="117579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1687" y="3313908"/>
            <a:ext cx="2469151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registration with face capture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9906" y="3711866"/>
            <a:ext cx="253246" cy="253246"/>
          </a:xfrm>
          <a:custGeom>
            <a:avLst/>
            <a:gdLst/>
            <a:ahLst/>
            <a:cxnLst/>
            <a:rect l="l" t="t" r="r" b="b"/>
            <a:pathLst>
              <a:path w="253246" h="253246">
                <a:moveTo>
                  <a:pt x="72355" y="0"/>
                </a:moveTo>
                <a:lnTo>
                  <a:pt x="180891" y="0"/>
                </a:lnTo>
                <a:cubicBezTo>
                  <a:pt x="220825" y="0"/>
                  <a:pt x="253246" y="32421"/>
                  <a:pt x="253246" y="72355"/>
                </a:cubicBezTo>
                <a:lnTo>
                  <a:pt x="253246" y="180891"/>
                </a:lnTo>
                <a:cubicBezTo>
                  <a:pt x="253246" y="220825"/>
                  <a:pt x="220825" y="253246"/>
                  <a:pt x="180891" y="253246"/>
                </a:cubicBezTo>
                <a:lnTo>
                  <a:pt x="72355" y="253246"/>
                </a:lnTo>
                <a:cubicBezTo>
                  <a:pt x="32421" y="253246"/>
                  <a:pt x="0" y="220825"/>
                  <a:pt x="0" y="180891"/>
                </a:cubicBezTo>
                <a:lnTo>
                  <a:pt x="0" y="72355"/>
                </a:lnTo>
                <a:cubicBezTo>
                  <a:pt x="0" y="32421"/>
                  <a:pt x="32421" y="0"/>
                  <a:pt x="7235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39673" y="3748044"/>
            <a:ext cx="135668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11687" y="3693777"/>
            <a:ext cx="2161638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OpenCV detects and crops faces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49906" y="4091736"/>
            <a:ext cx="253246" cy="253246"/>
          </a:xfrm>
          <a:custGeom>
            <a:avLst/>
            <a:gdLst/>
            <a:ahLst/>
            <a:cxnLst/>
            <a:rect l="l" t="t" r="r" b="b"/>
            <a:pathLst>
              <a:path w="253246" h="253246">
                <a:moveTo>
                  <a:pt x="72355" y="0"/>
                </a:moveTo>
                <a:lnTo>
                  <a:pt x="180891" y="0"/>
                </a:lnTo>
                <a:cubicBezTo>
                  <a:pt x="220825" y="0"/>
                  <a:pt x="253246" y="32421"/>
                  <a:pt x="253246" y="72355"/>
                </a:cubicBezTo>
                <a:lnTo>
                  <a:pt x="253246" y="180891"/>
                </a:lnTo>
                <a:cubicBezTo>
                  <a:pt x="253246" y="220825"/>
                  <a:pt x="220825" y="253246"/>
                  <a:pt x="180891" y="253246"/>
                </a:cubicBezTo>
                <a:lnTo>
                  <a:pt x="72355" y="253246"/>
                </a:lnTo>
                <a:cubicBezTo>
                  <a:pt x="32421" y="253246"/>
                  <a:pt x="0" y="220825"/>
                  <a:pt x="0" y="180891"/>
                </a:cubicBezTo>
                <a:lnTo>
                  <a:pt x="0" y="72355"/>
                </a:lnTo>
                <a:cubicBezTo>
                  <a:pt x="0" y="32421"/>
                  <a:pt x="32421" y="0"/>
                  <a:pt x="7235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39108" y="4127914"/>
            <a:ext cx="135668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1687" y="4073647"/>
            <a:ext cx="2279217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vectors extracted &amp; stored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49906" y="4471605"/>
            <a:ext cx="253246" cy="253246"/>
          </a:xfrm>
          <a:custGeom>
            <a:avLst/>
            <a:gdLst/>
            <a:ahLst/>
            <a:cxnLst/>
            <a:rect l="l" t="t" r="r" b="b"/>
            <a:pathLst>
              <a:path w="253246" h="253246">
                <a:moveTo>
                  <a:pt x="72355" y="0"/>
                </a:moveTo>
                <a:lnTo>
                  <a:pt x="180891" y="0"/>
                </a:lnTo>
                <a:cubicBezTo>
                  <a:pt x="220825" y="0"/>
                  <a:pt x="253246" y="32421"/>
                  <a:pt x="253246" y="72355"/>
                </a:cubicBezTo>
                <a:lnTo>
                  <a:pt x="253246" y="180891"/>
                </a:lnTo>
                <a:cubicBezTo>
                  <a:pt x="253246" y="220825"/>
                  <a:pt x="220825" y="253246"/>
                  <a:pt x="180891" y="253246"/>
                </a:cubicBezTo>
                <a:lnTo>
                  <a:pt x="72355" y="253246"/>
                </a:lnTo>
                <a:cubicBezTo>
                  <a:pt x="32421" y="253246"/>
                  <a:pt x="0" y="220825"/>
                  <a:pt x="0" y="180891"/>
                </a:cubicBezTo>
                <a:lnTo>
                  <a:pt x="0" y="72355"/>
                </a:lnTo>
                <a:cubicBezTo>
                  <a:pt x="0" y="32421"/>
                  <a:pt x="32421" y="0"/>
                  <a:pt x="7235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39221" y="4507783"/>
            <a:ext cx="135668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1687" y="4453516"/>
            <a:ext cx="194457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model trained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49906" y="4851474"/>
            <a:ext cx="253246" cy="253246"/>
          </a:xfrm>
          <a:custGeom>
            <a:avLst/>
            <a:gdLst/>
            <a:ahLst/>
            <a:cxnLst/>
            <a:rect l="l" t="t" r="r" b="b"/>
            <a:pathLst>
              <a:path w="253246" h="253246">
                <a:moveTo>
                  <a:pt x="72355" y="0"/>
                </a:moveTo>
                <a:lnTo>
                  <a:pt x="180891" y="0"/>
                </a:lnTo>
                <a:cubicBezTo>
                  <a:pt x="220825" y="0"/>
                  <a:pt x="253246" y="32421"/>
                  <a:pt x="253246" y="72355"/>
                </a:cubicBezTo>
                <a:lnTo>
                  <a:pt x="253246" y="180891"/>
                </a:lnTo>
                <a:cubicBezTo>
                  <a:pt x="253246" y="220825"/>
                  <a:pt x="220825" y="253246"/>
                  <a:pt x="180891" y="253246"/>
                </a:cubicBezTo>
                <a:lnTo>
                  <a:pt x="72355" y="253246"/>
                </a:lnTo>
                <a:cubicBezTo>
                  <a:pt x="32421" y="253246"/>
                  <a:pt x="0" y="220825"/>
                  <a:pt x="0" y="180891"/>
                </a:cubicBezTo>
                <a:lnTo>
                  <a:pt x="0" y="72355"/>
                </a:lnTo>
                <a:cubicBezTo>
                  <a:pt x="0" y="32421"/>
                  <a:pt x="32421" y="0"/>
                  <a:pt x="7235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40012" y="4887653"/>
            <a:ext cx="135668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11687" y="4833385"/>
            <a:ext cx="232443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recognition &amp; attendance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247076" y="2731443"/>
            <a:ext cx="3697396" cy="3751663"/>
          </a:xfrm>
          <a:custGeom>
            <a:avLst/>
            <a:gdLst/>
            <a:ahLst/>
            <a:cxnLst/>
            <a:rect l="l" t="t" r="r" b="b"/>
            <a:pathLst>
              <a:path w="3697396" h="3751663">
                <a:moveTo>
                  <a:pt x="108519" y="0"/>
                </a:moveTo>
                <a:lnTo>
                  <a:pt x="3588877" y="0"/>
                </a:lnTo>
                <a:cubicBezTo>
                  <a:pt x="3648810" y="0"/>
                  <a:pt x="3697396" y="48585"/>
                  <a:pt x="3697396" y="108519"/>
                </a:cubicBezTo>
                <a:lnTo>
                  <a:pt x="3697396" y="3643144"/>
                </a:lnTo>
                <a:cubicBezTo>
                  <a:pt x="3697396" y="3703077"/>
                  <a:pt x="3648810" y="3751663"/>
                  <a:pt x="3588877" y="3751663"/>
                </a:cubicBezTo>
                <a:lnTo>
                  <a:pt x="108519" y="3751663"/>
                </a:lnTo>
                <a:cubicBezTo>
                  <a:pt x="48585" y="3751663"/>
                  <a:pt x="0" y="3703077"/>
                  <a:pt x="0" y="3643144"/>
                </a:cubicBezTo>
                <a:lnTo>
                  <a:pt x="0" y="108519"/>
                </a:lnTo>
                <a:cubicBezTo>
                  <a:pt x="0" y="48626"/>
                  <a:pt x="48626" y="0"/>
                  <a:pt x="108519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454195" y="2952127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100338" y="-459"/>
                </a:moveTo>
                <a:cubicBezTo>
                  <a:pt x="94225" y="-3992"/>
                  <a:pt x="86665" y="-3992"/>
                  <a:pt x="80553" y="-459"/>
                </a:cubicBezTo>
                <a:lnTo>
                  <a:pt x="50805" y="16711"/>
                </a:lnTo>
                <a:cubicBezTo>
                  <a:pt x="44693" y="20244"/>
                  <a:pt x="40912" y="26780"/>
                  <a:pt x="40912" y="33846"/>
                </a:cubicBezTo>
                <a:lnTo>
                  <a:pt x="40912" y="69848"/>
                </a:lnTo>
                <a:lnTo>
                  <a:pt x="9716" y="87866"/>
                </a:lnTo>
                <a:cubicBezTo>
                  <a:pt x="3604" y="91399"/>
                  <a:pt x="-177" y="97935"/>
                  <a:pt x="-177" y="105001"/>
                </a:cubicBezTo>
                <a:lnTo>
                  <a:pt x="-177" y="139377"/>
                </a:lnTo>
                <a:cubicBezTo>
                  <a:pt x="-177" y="146443"/>
                  <a:pt x="3604" y="152979"/>
                  <a:pt x="9716" y="156512"/>
                </a:cubicBezTo>
                <a:lnTo>
                  <a:pt x="39499" y="173683"/>
                </a:lnTo>
                <a:cubicBezTo>
                  <a:pt x="45611" y="177216"/>
                  <a:pt x="53172" y="177216"/>
                  <a:pt x="59284" y="173683"/>
                </a:cubicBezTo>
                <a:lnTo>
                  <a:pt x="90480" y="155665"/>
                </a:lnTo>
                <a:lnTo>
                  <a:pt x="121677" y="173683"/>
                </a:lnTo>
                <a:cubicBezTo>
                  <a:pt x="127789" y="177216"/>
                  <a:pt x="135350" y="177216"/>
                  <a:pt x="141462" y="173683"/>
                </a:cubicBezTo>
                <a:lnTo>
                  <a:pt x="171174" y="156512"/>
                </a:lnTo>
                <a:cubicBezTo>
                  <a:pt x="177287" y="152979"/>
                  <a:pt x="181067" y="146443"/>
                  <a:pt x="181067" y="139377"/>
                </a:cubicBezTo>
                <a:lnTo>
                  <a:pt x="181067" y="105001"/>
                </a:lnTo>
                <a:cubicBezTo>
                  <a:pt x="181067" y="97935"/>
                  <a:pt x="177287" y="91399"/>
                  <a:pt x="171174" y="87866"/>
                </a:cubicBezTo>
                <a:lnTo>
                  <a:pt x="139978" y="69848"/>
                </a:lnTo>
                <a:lnTo>
                  <a:pt x="139978" y="33846"/>
                </a:lnTo>
                <a:cubicBezTo>
                  <a:pt x="139978" y="26780"/>
                  <a:pt x="136198" y="20244"/>
                  <a:pt x="130085" y="16711"/>
                </a:cubicBezTo>
                <a:lnTo>
                  <a:pt x="100338" y="-459"/>
                </a:lnTo>
                <a:close/>
                <a:moveTo>
                  <a:pt x="81966" y="103376"/>
                </a:moveTo>
                <a:lnTo>
                  <a:pt x="81966" y="141003"/>
                </a:lnTo>
                <a:lnTo>
                  <a:pt x="50769" y="159021"/>
                </a:lnTo>
                <a:cubicBezTo>
                  <a:pt x="50345" y="159268"/>
                  <a:pt x="49851" y="159409"/>
                  <a:pt x="49356" y="159409"/>
                </a:cubicBezTo>
                <a:lnTo>
                  <a:pt x="49356" y="122207"/>
                </a:lnTo>
                <a:lnTo>
                  <a:pt x="81966" y="103376"/>
                </a:lnTo>
                <a:close/>
                <a:moveTo>
                  <a:pt x="163720" y="103588"/>
                </a:moveTo>
                <a:cubicBezTo>
                  <a:pt x="163967" y="104012"/>
                  <a:pt x="164108" y="104506"/>
                  <a:pt x="164108" y="105001"/>
                </a:cubicBezTo>
                <a:lnTo>
                  <a:pt x="164108" y="139377"/>
                </a:lnTo>
                <a:cubicBezTo>
                  <a:pt x="164108" y="140402"/>
                  <a:pt x="163578" y="141320"/>
                  <a:pt x="162695" y="141815"/>
                </a:cubicBezTo>
                <a:lnTo>
                  <a:pt x="132912" y="158986"/>
                </a:lnTo>
                <a:cubicBezTo>
                  <a:pt x="132488" y="159233"/>
                  <a:pt x="131993" y="159374"/>
                  <a:pt x="131499" y="159374"/>
                </a:cubicBezTo>
                <a:lnTo>
                  <a:pt x="131499" y="122172"/>
                </a:lnTo>
                <a:lnTo>
                  <a:pt x="163720" y="103588"/>
                </a:lnTo>
                <a:close/>
                <a:moveTo>
                  <a:pt x="123055" y="33846"/>
                </a:moveTo>
                <a:lnTo>
                  <a:pt x="123055" y="69848"/>
                </a:lnTo>
                <a:lnTo>
                  <a:pt x="90445" y="88679"/>
                </a:lnTo>
                <a:lnTo>
                  <a:pt x="90445" y="51052"/>
                </a:lnTo>
                <a:lnTo>
                  <a:pt x="122666" y="32468"/>
                </a:lnTo>
                <a:cubicBezTo>
                  <a:pt x="122913" y="32892"/>
                  <a:pt x="123055" y="33387"/>
                  <a:pt x="123055" y="3388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4" name="Text 52"/>
          <p:cNvSpPr/>
          <p:nvPr/>
        </p:nvSpPr>
        <p:spPr>
          <a:xfrm>
            <a:off x="4657697" y="2915949"/>
            <a:ext cx="3192712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Components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435202" y="3317526"/>
            <a:ext cx="3317526" cy="658440"/>
          </a:xfrm>
          <a:custGeom>
            <a:avLst/>
            <a:gdLst/>
            <a:ahLst/>
            <a:cxnLst/>
            <a:rect l="l" t="t" r="r" b="b"/>
            <a:pathLst>
              <a:path w="3317526" h="658440">
                <a:moveTo>
                  <a:pt x="72356" y="0"/>
                </a:moveTo>
                <a:lnTo>
                  <a:pt x="3245170" y="0"/>
                </a:lnTo>
                <a:cubicBezTo>
                  <a:pt x="3285132" y="0"/>
                  <a:pt x="3317526" y="32395"/>
                  <a:pt x="3317526" y="72356"/>
                </a:cubicBezTo>
                <a:lnTo>
                  <a:pt x="3317526" y="586084"/>
                </a:lnTo>
                <a:cubicBezTo>
                  <a:pt x="3317526" y="626045"/>
                  <a:pt x="3285132" y="658440"/>
                  <a:pt x="3245170" y="658440"/>
                </a:cubicBezTo>
                <a:lnTo>
                  <a:pt x="72356" y="658440"/>
                </a:lnTo>
                <a:cubicBezTo>
                  <a:pt x="32395" y="658440"/>
                  <a:pt x="0" y="626045"/>
                  <a:pt x="0" y="586084"/>
                </a:cubicBezTo>
                <a:lnTo>
                  <a:pt x="0" y="72356"/>
                </a:lnTo>
                <a:cubicBezTo>
                  <a:pt x="0" y="32422"/>
                  <a:pt x="32422" y="0"/>
                  <a:pt x="72356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4487" y="3465858"/>
            <a:ext cx="126623" cy="144712"/>
          </a:xfrm>
          <a:custGeom>
            <a:avLst/>
            <a:gdLst/>
            <a:ahLst/>
            <a:cxnLst/>
            <a:rect l="l" t="t" r="r" b="b"/>
            <a:pathLst>
              <a:path w="126623" h="144712">
                <a:moveTo>
                  <a:pt x="18089" y="9045"/>
                </a:moveTo>
                <a:cubicBezTo>
                  <a:pt x="8112" y="9045"/>
                  <a:pt x="0" y="17156"/>
                  <a:pt x="0" y="27134"/>
                </a:cubicBezTo>
                <a:lnTo>
                  <a:pt x="0" y="45223"/>
                </a:lnTo>
                <a:cubicBezTo>
                  <a:pt x="0" y="55200"/>
                  <a:pt x="8112" y="63312"/>
                  <a:pt x="18089" y="63312"/>
                </a:cubicBezTo>
                <a:lnTo>
                  <a:pt x="108534" y="63312"/>
                </a:lnTo>
                <a:cubicBezTo>
                  <a:pt x="118511" y="63312"/>
                  <a:pt x="126623" y="55200"/>
                  <a:pt x="126623" y="45223"/>
                </a:cubicBezTo>
                <a:lnTo>
                  <a:pt x="126623" y="27134"/>
                </a:lnTo>
                <a:cubicBezTo>
                  <a:pt x="126623" y="17156"/>
                  <a:pt x="118511" y="9045"/>
                  <a:pt x="108534" y="9045"/>
                </a:cubicBezTo>
                <a:lnTo>
                  <a:pt x="18089" y="9045"/>
                </a:lnTo>
                <a:close/>
                <a:moveTo>
                  <a:pt x="79139" y="29395"/>
                </a:moveTo>
                <a:cubicBezTo>
                  <a:pt x="82883" y="29395"/>
                  <a:pt x="85923" y="32434"/>
                  <a:pt x="85923" y="36178"/>
                </a:cubicBezTo>
                <a:cubicBezTo>
                  <a:pt x="85923" y="39922"/>
                  <a:pt x="82883" y="42961"/>
                  <a:pt x="79139" y="42961"/>
                </a:cubicBezTo>
                <a:cubicBezTo>
                  <a:pt x="75396" y="42961"/>
                  <a:pt x="72356" y="39922"/>
                  <a:pt x="72356" y="36178"/>
                </a:cubicBezTo>
                <a:cubicBezTo>
                  <a:pt x="72356" y="32434"/>
                  <a:pt x="75396" y="29395"/>
                  <a:pt x="79139" y="29395"/>
                </a:cubicBezTo>
                <a:close/>
                <a:moveTo>
                  <a:pt x="94967" y="36178"/>
                </a:moveTo>
                <a:cubicBezTo>
                  <a:pt x="94967" y="32434"/>
                  <a:pt x="98007" y="29395"/>
                  <a:pt x="101751" y="29395"/>
                </a:cubicBezTo>
                <a:cubicBezTo>
                  <a:pt x="105495" y="29395"/>
                  <a:pt x="108534" y="32434"/>
                  <a:pt x="108534" y="36178"/>
                </a:cubicBezTo>
                <a:cubicBezTo>
                  <a:pt x="108534" y="39922"/>
                  <a:pt x="105495" y="42961"/>
                  <a:pt x="101751" y="42961"/>
                </a:cubicBezTo>
                <a:cubicBezTo>
                  <a:pt x="98007" y="42961"/>
                  <a:pt x="94967" y="39922"/>
                  <a:pt x="94967" y="36178"/>
                </a:cubicBezTo>
                <a:close/>
                <a:moveTo>
                  <a:pt x="18089" y="81401"/>
                </a:moveTo>
                <a:cubicBezTo>
                  <a:pt x="8112" y="81401"/>
                  <a:pt x="0" y="89512"/>
                  <a:pt x="0" y="99490"/>
                </a:cubicBezTo>
                <a:lnTo>
                  <a:pt x="0" y="117579"/>
                </a:lnTo>
                <a:cubicBezTo>
                  <a:pt x="0" y="127556"/>
                  <a:pt x="8112" y="135668"/>
                  <a:pt x="18089" y="135668"/>
                </a:cubicBezTo>
                <a:lnTo>
                  <a:pt x="108534" y="135668"/>
                </a:lnTo>
                <a:cubicBezTo>
                  <a:pt x="118511" y="135668"/>
                  <a:pt x="126623" y="127556"/>
                  <a:pt x="126623" y="117579"/>
                </a:cubicBezTo>
                <a:lnTo>
                  <a:pt x="126623" y="99490"/>
                </a:lnTo>
                <a:cubicBezTo>
                  <a:pt x="126623" y="89512"/>
                  <a:pt x="118511" y="81401"/>
                  <a:pt x="108534" y="81401"/>
                </a:cubicBezTo>
                <a:lnTo>
                  <a:pt x="18089" y="81401"/>
                </a:lnTo>
                <a:close/>
                <a:moveTo>
                  <a:pt x="79139" y="101751"/>
                </a:moveTo>
                <a:cubicBezTo>
                  <a:pt x="82883" y="101751"/>
                  <a:pt x="85923" y="104790"/>
                  <a:pt x="85923" y="108534"/>
                </a:cubicBezTo>
                <a:cubicBezTo>
                  <a:pt x="85923" y="112278"/>
                  <a:pt x="82883" y="115318"/>
                  <a:pt x="79139" y="115318"/>
                </a:cubicBezTo>
                <a:cubicBezTo>
                  <a:pt x="75396" y="115318"/>
                  <a:pt x="72356" y="112278"/>
                  <a:pt x="72356" y="108534"/>
                </a:cubicBezTo>
                <a:cubicBezTo>
                  <a:pt x="72356" y="104790"/>
                  <a:pt x="75396" y="101751"/>
                  <a:pt x="79139" y="101751"/>
                </a:cubicBezTo>
                <a:close/>
                <a:moveTo>
                  <a:pt x="94967" y="108534"/>
                </a:moveTo>
                <a:cubicBezTo>
                  <a:pt x="94967" y="104790"/>
                  <a:pt x="98007" y="101751"/>
                  <a:pt x="101751" y="101751"/>
                </a:cubicBezTo>
                <a:cubicBezTo>
                  <a:pt x="105495" y="101751"/>
                  <a:pt x="108534" y="104790"/>
                  <a:pt x="108534" y="108534"/>
                </a:cubicBezTo>
                <a:cubicBezTo>
                  <a:pt x="108534" y="112278"/>
                  <a:pt x="105495" y="115318"/>
                  <a:pt x="101751" y="115318"/>
                </a:cubicBezTo>
                <a:cubicBezTo>
                  <a:pt x="98007" y="115318"/>
                  <a:pt x="94967" y="112278"/>
                  <a:pt x="94967" y="10853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7" name="Text 55"/>
          <p:cNvSpPr/>
          <p:nvPr/>
        </p:nvSpPr>
        <p:spPr>
          <a:xfrm>
            <a:off x="4800600" y="3429680"/>
            <a:ext cx="1184831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Flask Web Server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547354" y="3682926"/>
            <a:ext cx="3156534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Handles HTTP requests, serves UI</a:t>
            </a:r>
          </a:p>
        </p:txBody>
      </p:sp>
      <p:sp>
        <p:nvSpPr>
          <p:cNvPr id="59" name="Shape 57"/>
          <p:cNvSpPr/>
          <p:nvPr/>
        </p:nvSpPr>
        <p:spPr>
          <a:xfrm>
            <a:off x="4435202" y="4091736"/>
            <a:ext cx="3317526" cy="658440"/>
          </a:xfrm>
          <a:custGeom>
            <a:avLst/>
            <a:gdLst/>
            <a:ahLst/>
            <a:cxnLst/>
            <a:rect l="l" t="t" r="r" b="b"/>
            <a:pathLst>
              <a:path w="3317526" h="658440">
                <a:moveTo>
                  <a:pt x="72356" y="0"/>
                </a:moveTo>
                <a:lnTo>
                  <a:pt x="3245170" y="0"/>
                </a:lnTo>
                <a:cubicBezTo>
                  <a:pt x="3285132" y="0"/>
                  <a:pt x="3317526" y="32395"/>
                  <a:pt x="3317526" y="72356"/>
                </a:cubicBezTo>
                <a:lnTo>
                  <a:pt x="3317526" y="586084"/>
                </a:lnTo>
                <a:cubicBezTo>
                  <a:pt x="3317526" y="626045"/>
                  <a:pt x="3285132" y="658440"/>
                  <a:pt x="3245170" y="658440"/>
                </a:cubicBezTo>
                <a:lnTo>
                  <a:pt x="72356" y="658440"/>
                </a:lnTo>
                <a:cubicBezTo>
                  <a:pt x="32395" y="658440"/>
                  <a:pt x="0" y="626045"/>
                  <a:pt x="0" y="586084"/>
                </a:cubicBezTo>
                <a:lnTo>
                  <a:pt x="0" y="72356"/>
                </a:lnTo>
                <a:cubicBezTo>
                  <a:pt x="0" y="32422"/>
                  <a:pt x="32422" y="0"/>
                  <a:pt x="72356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65443" y="4240069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33917" y="15828"/>
                </a:moveTo>
                <a:cubicBezTo>
                  <a:pt x="33917" y="7094"/>
                  <a:pt x="41011" y="0"/>
                  <a:pt x="49745" y="0"/>
                </a:cubicBezTo>
                <a:lnTo>
                  <a:pt x="56528" y="0"/>
                </a:lnTo>
                <a:cubicBezTo>
                  <a:pt x="61531" y="0"/>
                  <a:pt x="65573" y="4042"/>
                  <a:pt x="65573" y="9045"/>
                </a:cubicBezTo>
                <a:lnTo>
                  <a:pt x="65573" y="135668"/>
                </a:lnTo>
                <a:cubicBezTo>
                  <a:pt x="65573" y="140670"/>
                  <a:pt x="61531" y="144712"/>
                  <a:pt x="56528" y="144712"/>
                </a:cubicBezTo>
                <a:lnTo>
                  <a:pt x="47484" y="144712"/>
                </a:lnTo>
                <a:cubicBezTo>
                  <a:pt x="39061" y="144712"/>
                  <a:pt x="31967" y="138946"/>
                  <a:pt x="29960" y="131145"/>
                </a:cubicBezTo>
                <a:cubicBezTo>
                  <a:pt x="29762" y="131145"/>
                  <a:pt x="29593" y="131145"/>
                  <a:pt x="29395" y="131145"/>
                </a:cubicBezTo>
                <a:cubicBezTo>
                  <a:pt x="16902" y="131145"/>
                  <a:pt x="6783" y="121027"/>
                  <a:pt x="6783" y="108534"/>
                </a:cubicBezTo>
                <a:cubicBezTo>
                  <a:pt x="6783" y="103447"/>
                  <a:pt x="8479" y="98755"/>
                  <a:pt x="11306" y="94967"/>
                </a:cubicBezTo>
                <a:cubicBezTo>
                  <a:pt x="5822" y="90841"/>
                  <a:pt x="2261" y="84284"/>
                  <a:pt x="2261" y="76878"/>
                </a:cubicBezTo>
                <a:cubicBezTo>
                  <a:pt x="2261" y="68145"/>
                  <a:pt x="7236" y="60542"/>
                  <a:pt x="14471" y="56783"/>
                </a:cubicBezTo>
                <a:cubicBezTo>
                  <a:pt x="12464" y="53391"/>
                  <a:pt x="11306" y="49434"/>
                  <a:pt x="11306" y="45223"/>
                </a:cubicBezTo>
                <a:cubicBezTo>
                  <a:pt x="11306" y="32730"/>
                  <a:pt x="21424" y="22611"/>
                  <a:pt x="33917" y="22611"/>
                </a:cubicBezTo>
                <a:lnTo>
                  <a:pt x="33917" y="15828"/>
                </a:lnTo>
                <a:close/>
                <a:moveTo>
                  <a:pt x="110795" y="15828"/>
                </a:moveTo>
                <a:lnTo>
                  <a:pt x="110795" y="22611"/>
                </a:lnTo>
                <a:cubicBezTo>
                  <a:pt x="123288" y="22611"/>
                  <a:pt x="133407" y="32730"/>
                  <a:pt x="133407" y="45223"/>
                </a:cubicBezTo>
                <a:cubicBezTo>
                  <a:pt x="133407" y="49462"/>
                  <a:pt x="132248" y="53419"/>
                  <a:pt x="130241" y="56783"/>
                </a:cubicBezTo>
                <a:cubicBezTo>
                  <a:pt x="137505" y="60542"/>
                  <a:pt x="142451" y="68116"/>
                  <a:pt x="142451" y="76878"/>
                </a:cubicBezTo>
                <a:cubicBezTo>
                  <a:pt x="142451" y="84284"/>
                  <a:pt x="138890" y="90841"/>
                  <a:pt x="133407" y="94967"/>
                </a:cubicBezTo>
                <a:cubicBezTo>
                  <a:pt x="136233" y="98755"/>
                  <a:pt x="137929" y="103447"/>
                  <a:pt x="137929" y="108534"/>
                </a:cubicBezTo>
                <a:cubicBezTo>
                  <a:pt x="137929" y="121027"/>
                  <a:pt x="127810" y="131145"/>
                  <a:pt x="115318" y="131145"/>
                </a:cubicBezTo>
                <a:cubicBezTo>
                  <a:pt x="115120" y="131145"/>
                  <a:pt x="114950" y="131145"/>
                  <a:pt x="114752" y="131145"/>
                </a:cubicBezTo>
                <a:cubicBezTo>
                  <a:pt x="112745" y="138946"/>
                  <a:pt x="105651" y="144712"/>
                  <a:pt x="97228" y="144712"/>
                </a:cubicBezTo>
                <a:lnTo>
                  <a:pt x="88184" y="144712"/>
                </a:lnTo>
                <a:cubicBezTo>
                  <a:pt x="83181" y="144712"/>
                  <a:pt x="79139" y="140670"/>
                  <a:pt x="79139" y="135668"/>
                </a:cubicBezTo>
                <a:lnTo>
                  <a:pt x="79139" y="9045"/>
                </a:lnTo>
                <a:cubicBezTo>
                  <a:pt x="79139" y="4042"/>
                  <a:pt x="83181" y="0"/>
                  <a:pt x="88184" y="0"/>
                </a:cubicBezTo>
                <a:lnTo>
                  <a:pt x="94967" y="0"/>
                </a:lnTo>
                <a:cubicBezTo>
                  <a:pt x="103701" y="0"/>
                  <a:pt x="110795" y="7094"/>
                  <a:pt x="110795" y="1582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1" name="Text 59"/>
          <p:cNvSpPr/>
          <p:nvPr/>
        </p:nvSpPr>
        <p:spPr>
          <a:xfrm>
            <a:off x="4800600" y="4203891"/>
            <a:ext cx="82305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Pipeline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547354" y="4457137"/>
            <a:ext cx="3156534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detection, embeddings, training</a:t>
            </a:r>
          </a:p>
        </p:txBody>
      </p:sp>
      <p:sp>
        <p:nvSpPr>
          <p:cNvPr id="63" name="Shape 61"/>
          <p:cNvSpPr/>
          <p:nvPr/>
        </p:nvSpPr>
        <p:spPr>
          <a:xfrm>
            <a:off x="4435202" y="4865947"/>
            <a:ext cx="3317526" cy="658440"/>
          </a:xfrm>
          <a:custGeom>
            <a:avLst/>
            <a:gdLst/>
            <a:ahLst/>
            <a:cxnLst/>
            <a:rect l="l" t="t" r="r" b="b"/>
            <a:pathLst>
              <a:path w="3317526" h="658440">
                <a:moveTo>
                  <a:pt x="72356" y="0"/>
                </a:moveTo>
                <a:lnTo>
                  <a:pt x="3245170" y="0"/>
                </a:lnTo>
                <a:cubicBezTo>
                  <a:pt x="3285132" y="0"/>
                  <a:pt x="3317526" y="32395"/>
                  <a:pt x="3317526" y="72356"/>
                </a:cubicBezTo>
                <a:lnTo>
                  <a:pt x="3317526" y="586084"/>
                </a:lnTo>
                <a:cubicBezTo>
                  <a:pt x="3317526" y="626045"/>
                  <a:pt x="3285132" y="658440"/>
                  <a:pt x="3245170" y="658440"/>
                </a:cubicBezTo>
                <a:lnTo>
                  <a:pt x="72356" y="658440"/>
                </a:lnTo>
                <a:cubicBezTo>
                  <a:pt x="32395" y="658440"/>
                  <a:pt x="0" y="626045"/>
                  <a:pt x="0" y="586084"/>
                </a:cubicBezTo>
                <a:lnTo>
                  <a:pt x="0" y="72356"/>
                </a:lnTo>
                <a:cubicBezTo>
                  <a:pt x="0" y="32422"/>
                  <a:pt x="32422" y="0"/>
                  <a:pt x="72356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4487" y="5014276"/>
            <a:ext cx="126623" cy="144712"/>
          </a:xfrm>
          <a:custGeom>
            <a:avLst/>
            <a:gdLst/>
            <a:ahLst/>
            <a:cxnLst/>
            <a:rect l="l" t="t" r="r" b="b"/>
            <a:pathLst>
              <a:path w="126623" h="144712">
                <a:moveTo>
                  <a:pt x="126623" y="58168"/>
                </a:moveTo>
                <a:cubicBezTo>
                  <a:pt x="122440" y="60937"/>
                  <a:pt x="117635" y="63170"/>
                  <a:pt x="112632" y="64951"/>
                </a:cubicBezTo>
                <a:cubicBezTo>
                  <a:pt x="99348" y="69699"/>
                  <a:pt x="81909" y="72356"/>
                  <a:pt x="63312" y="72356"/>
                </a:cubicBezTo>
                <a:cubicBezTo>
                  <a:pt x="44714" y="72356"/>
                  <a:pt x="27247" y="69671"/>
                  <a:pt x="13991" y="64951"/>
                </a:cubicBezTo>
                <a:cubicBezTo>
                  <a:pt x="9016" y="63170"/>
                  <a:pt x="4183" y="60937"/>
                  <a:pt x="0" y="58168"/>
                </a:cubicBezTo>
                <a:lnTo>
                  <a:pt x="0" y="81401"/>
                </a:lnTo>
                <a:cubicBezTo>
                  <a:pt x="0" y="93893"/>
                  <a:pt x="28349" y="104012"/>
                  <a:pt x="63312" y="104012"/>
                </a:cubicBezTo>
                <a:cubicBezTo>
                  <a:pt x="98274" y="104012"/>
                  <a:pt x="126623" y="93893"/>
                  <a:pt x="126623" y="81401"/>
                </a:cubicBezTo>
                <a:lnTo>
                  <a:pt x="126623" y="58168"/>
                </a:lnTo>
                <a:close/>
                <a:moveTo>
                  <a:pt x="126623" y="36178"/>
                </a:moveTo>
                <a:lnTo>
                  <a:pt x="126623" y="22611"/>
                </a:lnTo>
                <a:cubicBezTo>
                  <a:pt x="126623" y="10119"/>
                  <a:pt x="98274" y="0"/>
                  <a:pt x="63312" y="0"/>
                </a:cubicBezTo>
                <a:cubicBezTo>
                  <a:pt x="28349" y="0"/>
                  <a:pt x="0" y="10119"/>
                  <a:pt x="0" y="22611"/>
                </a:cubicBezTo>
                <a:lnTo>
                  <a:pt x="0" y="36178"/>
                </a:lnTo>
                <a:cubicBezTo>
                  <a:pt x="0" y="48671"/>
                  <a:pt x="28349" y="58789"/>
                  <a:pt x="63312" y="58789"/>
                </a:cubicBezTo>
                <a:cubicBezTo>
                  <a:pt x="98274" y="58789"/>
                  <a:pt x="126623" y="48671"/>
                  <a:pt x="126623" y="36178"/>
                </a:cubicBezTo>
                <a:close/>
                <a:moveTo>
                  <a:pt x="112632" y="110173"/>
                </a:moveTo>
                <a:cubicBezTo>
                  <a:pt x="99377" y="114894"/>
                  <a:pt x="81938" y="117579"/>
                  <a:pt x="63312" y="117579"/>
                </a:cubicBezTo>
                <a:cubicBezTo>
                  <a:pt x="44686" y="117579"/>
                  <a:pt x="27247" y="114894"/>
                  <a:pt x="13991" y="110173"/>
                </a:cubicBezTo>
                <a:cubicBezTo>
                  <a:pt x="9016" y="108393"/>
                  <a:pt x="4183" y="106160"/>
                  <a:pt x="0" y="103390"/>
                </a:cubicBezTo>
                <a:lnTo>
                  <a:pt x="0" y="122101"/>
                </a:lnTo>
                <a:cubicBezTo>
                  <a:pt x="0" y="134594"/>
                  <a:pt x="28349" y="144712"/>
                  <a:pt x="63312" y="144712"/>
                </a:cubicBezTo>
                <a:cubicBezTo>
                  <a:pt x="98274" y="144712"/>
                  <a:pt x="126623" y="134594"/>
                  <a:pt x="126623" y="122101"/>
                </a:cubicBezTo>
                <a:lnTo>
                  <a:pt x="126623" y="103390"/>
                </a:lnTo>
                <a:cubicBezTo>
                  <a:pt x="122440" y="106160"/>
                  <a:pt x="117635" y="108393"/>
                  <a:pt x="112632" y="11017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5" name="Text 63"/>
          <p:cNvSpPr/>
          <p:nvPr/>
        </p:nvSpPr>
        <p:spPr>
          <a:xfrm>
            <a:off x="4800600" y="4978098"/>
            <a:ext cx="1139608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SQLite Database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4547354" y="5231344"/>
            <a:ext cx="3156534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Stores students, attendance records</a:t>
            </a:r>
          </a:p>
        </p:txBody>
      </p:sp>
      <p:sp>
        <p:nvSpPr>
          <p:cNvPr id="67" name="Shape 65"/>
          <p:cNvSpPr/>
          <p:nvPr/>
        </p:nvSpPr>
        <p:spPr>
          <a:xfrm>
            <a:off x="8128867" y="2731443"/>
            <a:ext cx="3697396" cy="3751663"/>
          </a:xfrm>
          <a:custGeom>
            <a:avLst/>
            <a:gdLst/>
            <a:ahLst/>
            <a:cxnLst/>
            <a:rect l="l" t="t" r="r" b="b"/>
            <a:pathLst>
              <a:path w="3697396" h="3751663">
                <a:moveTo>
                  <a:pt x="108519" y="0"/>
                </a:moveTo>
                <a:lnTo>
                  <a:pt x="3588877" y="0"/>
                </a:lnTo>
                <a:cubicBezTo>
                  <a:pt x="3648810" y="0"/>
                  <a:pt x="3697396" y="48585"/>
                  <a:pt x="3697396" y="108519"/>
                </a:cubicBezTo>
                <a:lnTo>
                  <a:pt x="3697396" y="3643144"/>
                </a:lnTo>
                <a:cubicBezTo>
                  <a:pt x="3697396" y="3703077"/>
                  <a:pt x="3648810" y="3751663"/>
                  <a:pt x="3588877" y="3751663"/>
                </a:cubicBezTo>
                <a:lnTo>
                  <a:pt x="108519" y="3751663"/>
                </a:lnTo>
                <a:cubicBezTo>
                  <a:pt x="48585" y="3751663"/>
                  <a:pt x="0" y="3703077"/>
                  <a:pt x="0" y="3643144"/>
                </a:cubicBezTo>
                <a:lnTo>
                  <a:pt x="0" y="108519"/>
                </a:lnTo>
                <a:cubicBezTo>
                  <a:pt x="0" y="48626"/>
                  <a:pt x="48626" y="0"/>
                  <a:pt x="108519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335986" y="2952127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177569" y="53207"/>
                </a:moveTo>
                <a:lnTo>
                  <a:pt x="143652" y="87124"/>
                </a:lnTo>
                <a:cubicBezTo>
                  <a:pt x="140402" y="90374"/>
                  <a:pt x="135562" y="91328"/>
                  <a:pt x="131322" y="89562"/>
                </a:cubicBezTo>
                <a:cubicBezTo>
                  <a:pt x="127082" y="87795"/>
                  <a:pt x="124362" y="83697"/>
                  <a:pt x="124362" y="79139"/>
                </a:cubicBezTo>
                <a:lnTo>
                  <a:pt x="124362" y="56528"/>
                </a:lnTo>
                <a:lnTo>
                  <a:pt x="11306" y="56528"/>
                </a:lnTo>
                <a:cubicBezTo>
                  <a:pt x="5052" y="56528"/>
                  <a:pt x="0" y="51476"/>
                  <a:pt x="0" y="45223"/>
                </a:cubicBezTo>
                <a:cubicBezTo>
                  <a:pt x="0" y="38969"/>
                  <a:pt x="5052" y="33917"/>
                  <a:pt x="11306" y="33917"/>
                </a:cubicBezTo>
                <a:lnTo>
                  <a:pt x="124362" y="33917"/>
                </a:lnTo>
                <a:lnTo>
                  <a:pt x="124362" y="11306"/>
                </a:lnTo>
                <a:cubicBezTo>
                  <a:pt x="124362" y="6748"/>
                  <a:pt x="127118" y="2614"/>
                  <a:pt x="131357" y="848"/>
                </a:cubicBezTo>
                <a:cubicBezTo>
                  <a:pt x="135597" y="-919"/>
                  <a:pt x="140437" y="71"/>
                  <a:pt x="143688" y="3286"/>
                </a:cubicBezTo>
                <a:lnTo>
                  <a:pt x="177605" y="37203"/>
                </a:lnTo>
                <a:cubicBezTo>
                  <a:pt x="182021" y="41619"/>
                  <a:pt x="182021" y="48791"/>
                  <a:pt x="177605" y="53207"/>
                </a:cubicBezTo>
                <a:close/>
                <a:moveTo>
                  <a:pt x="37203" y="177569"/>
                </a:moveTo>
                <a:lnTo>
                  <a:pt x="3286" y="143652"/>
                </a:lnTo>
                <a:cubicBezTo>
                  <a:pt x="-1131" y="139236"/>
                  <a:pt x="-1131" y="132064"/>
                  <a:pt x="3286" y="127648"/>
                </a:cubicBezTo>
                <a:lnTo>
                  <a:pt x="37203" y="93731"/>
                </a:lnTo>
                <a:cubicBezTo>
                  <a:pt x="40453" y="90480"/>
                  <a:pt x="45293" y="89527"/>
                  <a:pt x="49533" y="91293"/>
                </a:cubicBezTo>
                <a:cubicBezTo>
                  <a:pt x="53772" y="93060"/>
                  <a:pt x="56528" y="97193"/>
                  <a:pt x="56528" y="101751"/>
                </a:cubicBezTo>
                <a:lnTo>
                  <a:pt x="56528" y="124362"/>
                </a:lnTo>
                <a:lnTo>
                  <a:pt x="169585" y="124362"/>
                </a:lnTo>
                <a:cubicBezTo>
                  <a:pt x="175838" y="124362"/>
                  <a:pt x="180890" y="129414"/>
                  <a:pt x="180890" y="135668"/>
                </a:cubicBezTo>
                <a:cubicBezTo>
                  <a:pt x="180890" y="141921"/>
                  <a:pt x="175838" y="146973"/>
                  <a:pt x="169585" y="146973"/>
                </a:cubicBezTo>
                <a:lnTo>
                  <a:pt x="56528" y="146973"/>
                </a:lnTo>
                <a:lnTo>
                  <a:pt x="56528" y="169585"/>
                </a:lnTo>
                <a:cubicBezTo>
                  <a:pt x="56528" y="174142"/>
                  <a:pt x="53772" y="178276"/>
                  <a:pt x="49533" y="180042"/>
                </a:cubicBezTo>
                <a:cubicBezTo>
                  <a:pt x="45293" y="181809"/>
                  <a:pt x="40453" y="180820"/>
                  <a:pt x="37203" y="1776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9" name="Text 67"/>
          <p:cNvSpPr/>
          <p:nvPr/>
        </p:nvSpPr>
        <p:spPr>
          <a:xfrm>
            <a:off x="8539488" y="2915949"/>
            <a:ext cx="3192712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Interactions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316993" y="3317526"/>
            <a:ext cx="3317526" cy="658440"/>
          </a:xfrm>
          <a:custGeom>
            <a:avLst/>
            <a:gdLst/>
            <a:ahLst/>
            <a:cxnLst/>
            <a:rect l="l" t="t" r="r" b="b"/>
            <a:pathLst>
              <a:path w="3317526" h="658440">
                <a:moveTo>
                  <a:pt x="72356" y="0"/>
                </a:moveTo>
                <a:lnTo>
                  <a:pt x="3245170" y="0"/>
                </a:lnTo>
                <a:cubicBezTo>
                  <a:pt x="3285132" y="0"/>
                  <a:pt x="3317526" y="32395"/>
                  <a:pt x="3317526" y="72356"/>
                </a:cubicBezTo>
                <a:lnTo>
                  <a:pt x="3317526" y="586084"/>
                </a:lnTo>
                <a:cubicBezTo>
                  <a:pt x="3317526" y="626045"/>
                  <a:pt x="3285132" y="658440"/>
                  <a:pt x="3245170" y="658440"/>
                </a:cubicBezTo>
                <a:lnTo>
                  <a:pt x="72356" y="658440"/>
                </a:lnTo>
                <a:cubicBezTo>
                  <a:pt x="32395" y="658440"/>
                  <a:pt x="0" y="626045"/>
                  <a:pt x="0" y="586084"/>
                </a:cubicBezTo>
                <a:lnTo>
                  <a:pt x="0" y="72356"/>
                </a:lnTo>
                <a:cubicBezTo>
                  <a:pt x="0" y="32422"/>
                  <a:pt x="32422" y="0"/>
                  <a:pt x="72356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429145" y="3429680"/>
            <a:ext cx="316557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↔ Backend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429145" y="3682926"/>
            <a:ext cx="3156534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AJAX calls for real-time updates</a:t>
            </a:r>
          </a:p>
        </p:txBody>
      </p:sp>
      <p:sp>
        <p:nvSpPr>
          <p:cNvPr id="73" name="Shape 71"/>
          <p:cNvSpPr/>
          <p:nvPr/>
        </p:nvSpPr>
        <p:spPr>
          <a:xfrm>
            <a:off x="8316993" y="4091736"/>
            <a:ext cx="3317526" cy="658440"/>
          </a:xfrm>
          <a:custGeom>
            <a:avLst/>
            <a:gdLst/>
            <a:ahLst/>
            <a:cxnLst/>
            <a:rect l="l" t="t" r="r" b="b"/>
            <a:pathLst>
              <a:path w="3317526" h="658440">
                <a:moveTo>
                  <a:pt x="72356" y="0"/>
                </a:moveTo>
                <a:lnTo>
                  <a:pt x="3245170" y="0"/>
                </a:lnTo>
                <a:cubicBezTo>
                  <a:pt x="3285132" y="0"/>
                  <a:pt x="3317526" y="32395"/>
                  <a:pt x="3317526" y="72356"/>
                </a:cubicBezTo>
                <a:lnTo>
                  <a:pt x="3317526" y="586084"/>
                </a:lnTo>
                <a:cubicBezTo>
                  <a:pt x="3317526" y="626045"/>
                  <a:pt x="3285132" y="658440"/>
                  <a:pt x="3245170" y="658440"/>
                </a:cubicBezTo>
                <a:lnTo>
                  <a:pt x="72356" y="658440"/>
                </a:lnTo>
                <a:cubicBezTo>
                  <a:pt x="32395" y="658440"/>
                  <a:pt x="0" y="626045"/>
                  <a:pt x="0" y="586084"/>
                </a:cubicBezTo>
                <a:lnTo>
                  <a:pt x="0" y="72356"/>
                </a:lnTo>
                <a:cubicBezTo>
                  <a:pt x="0" y="32422"/>
                  <a:pt x="32422" y="0"/>
                  <a:pt x="72356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429145" y="4203891"/>
            <a:ext cx="316557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↔ Database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429145" y="4457137"/>
            <a:ext cx="3156534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queries via SQLite3</a:t>
            </a:r>
          </a:p>
        </p:txBody>
      </p:sp>
      <p:sp>
        <p:nvSpPr>
          <p:cNvPr id="76" name="Shape 74"/>
          <p:cNvSpPr/>
          <p:nvPr/>
        </p:nvSpPr>
        <p:spPr>
          <a:xfrm>
            <a:off x="8316993" y="4865947"/>
            <a:ext cx="3317526" cy="658440"/>
          </a:xfrm>
          <a:custGeom>
            <a:avLst/>
            <a:gdLst/>
            <a:ahLst/>
            <a:cxnLst/>
            <a:rect l="l" t="t" r="r" b="b"/>
            <a:pathLst>
              <a:path w="3317526" h="658440">
                <a:moveTo>
                  <a:pt x="72356" y="0"/>
                </a:moveTo>
                <a:lnTo>
                  <a:pt x="3245170" y="0"/>
                </a:lnTo>
                <a:cubicBezTo>
                  <a:pt x="3285132" y="0"/>
                  <a:pt x="3317526" y="32395"/>
                  <a:pt x="3317526" y="72356"/>
                </a:cubicBezTo>
                <a:lnTo>
                  <a:pt x="3317526" y="586084"/>
                </a:lnTo>
                <a:cubicBezTo>
                  <a:pt x="3317526" y="626045"/>
                  <a:pt x="3285132" y="658440"/>
                  <a:pt x="3245170" y="658440"/>
                </a:cubicBezTo>
                <a:lnTo>
                  <a:pt x="72356" y="658440"/>
                </a:lnTo>
                <a:cubicBezTo>
                  <a:pt x="32395" y="658440"/>
                  <a:pt x="0" y="626045"/>
                  <a:pt x="0" y="586084"/>
                </a:cubicBezTo>
                <a:lnTo>
                  <a:pt x="0" y="72356"/>
                </a:lnTo>
                <a:cubicBezTo>
                  <a:pt x="0" y="32422"/>
                  <a:pt x="32422" y="0"/>
                  <a:pt x="72356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429145" y="4978098"/>
            <a:ext cx="316557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↔ ML Model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8429145" y="5231344"/>
            <a:ext cx="3156534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Pickle for model serialization</a:t>
            </a:r>
          </a:p>
        </p:txBody>
      </p:sp>
      <p:sp>
        <p:nvSpPr>
          <p:cNvPr id="79" name="Shape 77"/>
          <p:cNvSpPr/>
          <p:nvPr/>
        </p:nvSpPr>
        <p:spPr>
          <a:xfrm>
            <a:off x="8316993" y="5640158"/>
            <a:ext cx="3317526" cy="658440"/>
          </a:xfrm>
          <a:custGeom>
            <a:avLst/>
            <a:gdLst/>
            <a:ahLst/>
            <a:cxnLst/>
            <a:rect l="l" t="t" r="r" b="b"/>
            <a:pathLst>
              <a:path w="3317526" h="658440">
                <a:moveTo>
                  <a:pt x="72356" y="0"/>
                </a:moveTo>
                <a:lnTo>
                  <a:pt x="3245170" y="0"/>
                </a:lnTo>
                <a:cubicBezTo>
                  <a:pt x="3285132" y="0"/>
                  <a:pt x="3317526" y="32395"/>
                  <a:pt x="3317526" y="72356"/>
                </a:cubicBezTo>
                <a:lnTo>
                  <a:pt x="3317526" y="586084"/>
                </a:lnTo>
                <a:cubicBezTo>
                  <a:pt x="3317526" y="626045"/>
                  <a:pt x="3285132" y="658440"/>
                  <a:pt x="3245170" y="658440"/>
                </a:cubicBezTo>
                <a:lnTo>
                  <a:pt x="72356" y="658440"/>
                </a:lnTo>
                <a:cubicBezTo>
                  <a:pt x="32395" y="658440"/>
                  <a:pt x="0" y="626045"/>
                  <a:pt x="0" y="586084"/>
                </a:cubicBezTo>
                <a:lnTo>
                  <a:pt x="0" y="72356"/>
                </a:lnTo>
                <a:cubicBezTo>
                  <a:pt x="0" y="32422"/>
                  <a:pt x="32422" y="0"/>
                  <a:pt x="72356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429145" y="5752309"/>
            <a:ext cx="316557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Threading Module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8429145" y="6005555"/>
            <a:ext cx="3156534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 training process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19113" y="5905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393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latin typeface="Liter" pitchFamily="34" charset="0"/>
                <a:ea typeface="Liter" pitchFamily="34" charset="-122"/>
                <a:cs typeface="Liter" pitchFamily="34" charset="-120"/>
              </a:rPr>
              <a:t>Tech Stack</a:t>
            </a:r>
          </a:p>
        </p:txBody>
      </p:sp>
      <p:sp>
        <p:nvSpPr>
          <p:cNvPr id="5" name="Text 3"/>
          <p:cNvSpPr/>
          <p:nvPr/>
        </p:nvSpPr>
        <p:spPr>
          <a:xfrm>
            <a:off x="1066800" y="596901"/>
            <a:ext cx="4095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0" b="1" dirty="0">
                <a:solidFill>
                  <a:srgbClr val="007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Technologies Used</a:t>
            </a:r>
          </a:p>
        </p:txBody>
      </p:sp>
      <p:sp>
        <p:nvSpPr>
          <p:cNvPr id="6" name="Shape 4"/>
          <p:cNvSpPr/>
          <p:nvPr/>
        </p:nvSpPr>
        <p:spPr>
          <a:xfrm>
            <a:off x="384810" y="1223010"/>
            <a:ext cx="3674745" cy="1645920"/>
          </a:xfrm>
          <a:custGeom>
            <a:avLst/>
            <a:gdLst/>
            <a:ahLst/>
            <a:cxnLst/>
            <a:rect l="l" t="t" r="r" b="b"/>
            <a:pathLst>
              <a:path w="3674745" h="1645920">
                <a:moveTo>
                  <a:pt x="114293" y="0"/>
                </a:moveTo>
                <a:lnTo>
                  <a:pt x="3560452" y="0"/>
                </a:lnTo>
                <a:cubicBezTo>
                  <a:pt x="3623574" y="0"/>
                  <a:pt x="3674745" y="51171"/>
                  <a:pt x="3674745" y="114293"/>
                </a:cubicBezTo>
                <a:lnTo>
                  <a:pt x="3674745" y="1531627"/>
                </a:lnTo>
                <a:cubicBezTo>
                  <a:pt x="3674745" y="1594749"/>
                  <a:pt x="3623574" y="1645920"/>
                  <a:pt x="3560452" y="1645920"/>
                </a:cubicBezTo>
                <a:lnTo>
                  <a:pt x="114293" y="1645920"/>
                </a:lnTo>
                <a:cubicBezTo>
                  <a:pt x="51171" y="1645920"/>
                  <a:pt x="0" y="1594749"/>
                  <a:pt x="0" y="15316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14173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776AB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7708" y="153162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6364" y="89520"/>
                </a:moveTo>
                <a:cubicBezTo>
                  <a:pt x="192926" y="75724"/>
                  <a:pt x="186407" y="65321"/>
                  <a:pt x="172522" y="65321"/>
                </a:cubicBezTo>
                <a:lnTo>
                  <a:pt x="154618" y="65321"/>
                </a:lnTo>
                <a:lnTo>
                  <a:pt x="154618" y="86484"/>
                </a:lnTo>
                <a:cubicBezTo>
                  <a:pt x="154618" y="102915"/>
                  <a:pt x="140687" y="116756"/>
                  <a:pt x="124792" y="116756"/>
                </a:cubicBezTo>
                <a:lnTo>
                  <a:pt x="77108" y="116756"/>
                </a:lnTo>
                <a:cubicBezTo>
                  <a:pt x="64071" y="116756"/>
                  <a:pt x="53266" y="127918"/>
                  <a:pt x="53266" y="141000"/>
                </a:cubicBezTo>
                <a:lnTo>
                  <a:pt x="53266" y="186452"/>
                </a:lnTo>
                <a:cubicBezTo>
                  <a:pt x="53266" y="199400"/>
                  <a:pt x="64517" y="206990"/>
                  <a:pt x="77108" y="210696"/>
                </a:cubicBezTo>
                <a:cubicBezTo>
                  <a:pt x="92199" y="215116"/>
                  <a:pt x="106710" y="215920"/>
                  <a:pt x="124792" y="210696"/>
                </a:cubicBezTo>
                <a:cubicBezTo>
                  <a:pt x="136803" y="207213"/>
                  <a:pt x="148635" y="200204"/>
                  <a:pt x="148635" y="186452"/>
                </a:cubicBezTo>
                <a:lnTo>
                  <a:pt x="148635" y="168280"/>
                </a:lnTo>
                <a:lnTo>
                  <a:pt x="100995" y="168280"/>
                </a:lnTo>
                <a:lnTo>
                  <a:pt x="100995" y="162208"/>
                </a:lnTo>
                <a:lnTo>
                  <a:pt x="172522" y="162208"/>
                </a:lnTo>
                <a:cubicBezTo>
                  <a:pt x="186407" y="162208"/>
                  <a:pt x="191542" y="152519"/>
                  <a:pt x="196364" y="138008"/>
                </a:cubicBezTo>
                <a:cubicBezTo>
                  <a:pt x="201364" y="123051"/>
                  <a:pt x="201141" y="108674"/>
                  <a:pt x="196364" y="89520"/>
                </a:cubicBezTo>
                <a:close/>
                <a:moveTo>
                  <a:pt x="127784" y="198552"/>
                </a:moveTo>
                <a:cubicBezTo>
                  <a:pt x="124386" y="198790"/>
                  <a:pt x="121139" y="197112"/>
                  <a:pt x="119367" y="194203"/>
                </a:cubicBezTo>
                <a:cubicBezTo>
                  <a:pt x="117595" y="191293"/>
                  <a:pt x="117595" y="187638"/>
                  <a:pt x="119367" y="184729"/>
                </a:cubicBezTo>
                <a:cubicBezTo>
                  <a:pt x="121139" y="181819"/>
                  <a:pt x="124386" y="180141"/>
                  <a:pt x="127784" y="180380"/>
                </a:cubicBezTo>
                <a:cubicBezTo>
                  <a:pt x="131182" y="180141"/>
                  <a:pt x="134429" y="181819"/>
                  <a:pt x="136201" y="184729"/>
                </a:cubicBezTo>
                <a:cubicBezTo>
                  <a:pt x="137972" y="187638"/>
                  <a:pt x="137972" y="191293"/>
                  <a:pt x="136201" y="194203"/>
                </a:cubicBezTo>
                <a:cubicBezTo>
                  <a:pt x="134429" y="197112"/>
                  <a:pt x="131182" y="198790"/>
                  <a:pt x="127784" y="198552"/>
                </a:cubicBezTo>
                <a:close/>
                <a:moveTo>
                  <a:pt x="74920" y="110773"/>
                </a:moveTo>
                <a:lnTo>
                  <a:pt x="122605" y="110773"/>
                </a:lnTo>
                <a:cubicBezTo>
                  <a:pt x="135865" y="110773"/>
                  <a:pt x="146447" y="99834"/>
                  <a:pt x="146447" y="86529"/>
                </a:cubicBezTo>
                <a:lnTo>
                  <a:pt x="146447" y="41032"/>
                </a:lnTo>
                <a:cubicBezTo>
                  <a:pt x="146447" y="28084"/>
                  <a:pt x="135553" y="18395"/>
                  <a:pt x="122605" y="16207"/>
                </a:cubicBezTo>
                <a:cubicBezTo>
                  <a:pt x="106620" y="13573"/>
                  <a:pt x="89252" y="13707"/>
                  <a:pt x="74920" y="16252"/>
                </a:cubicBezTo>
                <a:cubicBezTo>
                  <a:pt x="54739" y="19824"/>
                  <a:pt x="51078" y="27280"/>
                  <a:pt x="51078" y="41077"/>
                </a:cubicBezTo>
                <a:lnTo>
                  <a:pt x="51078" y="59248"/>
                </a:lnTo>
                <a:lnTo>
                  <a:pt x="98807" y="59248"/>
                </a:lnTo>
                <a:lnTo>
                  <a:pt x="98807" y="65321"/>
                </a:lnTo>
                <a:lnTo>
                  <a:pt x="33174" y="65321"/>
                </a:lnTo>
                <a:cubicBezTo>
                  <a:pt x="19288" y="65321"/>
                  <a:pt x="7144" y="73670"/>
                  <a:pt x="3349" y="89520"/>
                </a:cubicBezTo>
                <a:cubicBezTo>
                  <a:pt x="-1027" y="107692"/>
                  <a:pt x="-1206" y="119033"/>
                  <a:pt x="3349" y="138008"/>
                </a:cubicBezTo>
                <a:cubicBezTo>
                  <a:pt x="6742" y="152117"/>
                  <a:pt x="14823" y="162208"/>
                  <a:pt x="28709" y="162208"/>
                </a:cubicBezTo>
                <a:lnTo>
                  <a:pt x="45095" y="162208"/>
                </a:lnTo>
                <a:lnTo>
                  <a:pt x="45095" y="140419"/>
                </a:lnTo>
                <a:cubicBezTo>
                  <a:pt x="45095" y="124658"/>
                  <a:pt x="58713" y="110773"/>
                  <a:pt x="74920" y="110773"/>
                </a:cubicBezTo>
                <a:close/>
                <a:moveTo>
                  <a:pt x="71973" y="28888"/>
                </a:moveTo>
                <a:cubicBezTo>
                  <a:pt x="77000" y="28888"/>
                  <a:pt x="81082" y="32969"/>
                  <a:pt x="81082" y="37996"/>
                </a:cubicBezTo>
                <a:cubicBezTo>
                  <a:pt x="81082" y="43023"/>
                  <a:pt x="77000" y="47104"/>
                  <a:pt x="71973" y="47104"/>
                </a:cubicBezTo>
                <a:cubicBezTo>
                  <a:pt x="66946" y="47104"/>
                  <a:pt x="62865" y="43023"/>
                  <a:pt x="62865" y="37996"/>
                </a:cubicBezTo>
                <a:cubicBezTo>
                  <a:pt x="62865" y="32969"/>
                  <a:pt x="66946" y="28888"/>
                  <a:pt x="71973" y="28888"/>
                </a:cubicBezTo>
                <a:close/>
              </a:path>
            </a:pathLst>
          </a:custGeom>
          <a:solidFill>
            <a:srgbClr val="3776AB"/>
          </a:solidFill>
          <a:ln/>
        </p:spPr>
      </p:sp>
      <p:sp>
        <p:nvSpPr>
          <p:cNvPr id="9" name="Text 7"/>
          <p:cNvSpPr/>
          <p:nvPr/>
        </p:nvSpPr>
        <p:spPr>
          <a:xfrm>
            <a:off x="1150620" y="1417323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0620" y="1684023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Language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9120" y="1988823"/>
            <a:ext cx="3362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programming language for backend logic, ML model implementation, and system integration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810" y="3028951"/>
            <a:ext cx="3674745" cy="1417320"/>
          </a:xfrm>
          <a:custGeom>
            <a:avLst/>
            <a:gdLst/>
            <a:ahLst/>
            <a:cxnLst/>
            <a:rect l="l" t="t" r="r" b="b"/>
            <a:pathLst>
              <a:path w="3674745" h="1417320">
                <a:moveTo>
                  <a:pt x="114307" y="0"/>
                </a:moveTo>
                <a:lnTo>
                  <a:pt x="3560438" y="0"/>
                </a:lnTo>
                <a:cubicBezTo>
                  <a:pt x="3623526" y="0"/>
                  <a:pt x="3674745" y="51219"/>
                  <a:pt x="3674745" y="114307"/>
                </a:cubicBezTo>
                <a:lnTo>
                  <a:pt x="3674745" y="1303013"/>
                </a:lnTo>
                <a:cubicBezTo>
                  <a:pt x="3674745" y="1366101"/>
                  <a:pt x="3623526" y="1417320"/>
                  <a:pt x="3560438" y="1417320"/>
                </a:cubicBezTo>
                <a:lnTo>
                  <a:pt x="114307" y="1417320"/>
                </a:lnTo>
                <a:cubicBezTo>
                  <a:pt x="51219" y="1417320"/>
                  <a:pt x="0" y="1366101"/>
                  <a:pt x="0" y="13030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2930" y="3227069"/>
            <a:ext cx="445770" cy="445770"/>
          </a:xfrm>
          <a:custGeom>
            <a:avLst/>
            <a:gdLst/>
            <a:ahLst/>
            <a:cxnLst/>
            <a:rect l="l" t="t" r="r" b="b"/>
            <a:pathLst>
              <a:path w="445770" h="445770">
                <a:moveTo>
                  <a:pt x="76200" y="0"/>
                </a:moveTo>
                <a:lnTo>
                  <a:pt x="369570" y="0"/>
                </a:lnTo>
                <a:cubicBezTo>
                  <a:pt x="411654" y="0"/>
                  <a:pt x="445770" y="34116"/>
                  <a:pt x="445770" y="76200"/>
                </a:cubicBezTo>
                <a:lnTo>
                  <a:pt x="445770" y="369570"/>
                </a:lnTo>
                <a:cubicBezTo>
                  <a:pt x="445770" y="411654"/>
                  <a:pt x="411654" y="445770"/>
                  <a:pt x="369570" y="445770"/>
                </a:cubicBezTo>
                <a:lnTo>
                  <a:pt x="76200" y="445770"/>
                </a:lnTo>
                <a:cubicBezTo>
                  <a:pt x="34116" y="445770"/>
                  <a:pt x="0" y="411654"/>
                  <a:pt x="0" y="36957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7708" y="333755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28588" y="0"/>
                </a:moveTo>
                <a:lnTo>
                  <a:pt x="57150" y="0"/>
                </a:lnTo>
                <a:cubicBezTo>
                  <a:pt x="49247" y="0"/>
                  <a:pt x="42863" y="6385"/>
                  <a:pt x="42863" y="14288"/>
                </a:cubicBezTo>
                <a:cubicBezTo>
                  <a:pt x="42863" y="22190"/>
                  <a:pt x="49247" y="28575"/>
                  <a:pt x="57150" y="28575"/>
                </a:cubicBezTo>
                <a:lnTo>
                  <a:pt x="57150" y="96217"/>
                </a:lnTo>
                <a:lnTo>
                  <a:pt x="3349" y="190336"/>
                </a:lnTo>
                <a:cubicBezTo>
                  <a:pt x="1161" y="194221"/>
                  <a:pt x="0" y="198552"/>
                  <a:pt x="0" y="203016"/>
                </a:cubicBezTo>
                <a:cubicBezTo>
                  <a:pt x="0" y="217170"/>
                  <a:pt x="11430" y="228600"/>
                  <a:pt x="25584" y="228600"/>
                </a:cubicBezTo>
                <a:lnTo>
                  <a:pt x="174441" y="228600"/>
                </a:lnTo>
                <a:cubicBezTo>
                  <a:pt x="188550" y="228600"/>
                  <a:pt x="200025" y="217170"/>
                  <a:pt x="200025" y="203016"/>
                </a:cubicBezTo>
                <a:cubicBezTo>
                  <a:pt x="200025" y="198552"/>
                  <a:pt x="198864" y="194176"/>
                  <a:pt x="196676" y="190336"/>
                </a:cubicBezTo>
                <a:lnTo>
                  <a:pt x="142875" y="96217"/>
                </a:lnTo>
                <a:lnTo>
                  <a:pt x="142875" y="28575"/>
                </a:lnTo>
                <a:cubicBezTo>
                  <a:pt x="150778" y="28575"/>
                  <a:pt x="157163" y="22190"/>
                  <a:pt x="157163" y="14288"/>
                </a:cubicBezTo>
                <a:cubicBezTo>
                  <a:pt x="157163" y="6385"/>
                  <a:pt x="150778" y="0"/>
                  <a:pt x="142875" y="0"/>
                </a:cubicBezTo>
                <a:lnTo>
                  <a:pt x="128588" y="0"/>
                </a:lnTo>
                <a:close/>
                <a:moveTo>
                  <a:pt x="85725" y="96217"/>
                </a:moveTo>
                <a:lnTo>
                  <a:pt x="85725" y="28575"/>
                </a:lnTo>
                <a:lnTo>
                  <a:pt x="114300" y="28575"/>
                </a:lnTo>
                <a:lnTo>
                  <a:pt x="114300" y="96217"/>
                </a:lnTo>
                <a:cubicBezTo>
                  <a:pt x="114300" y="101173"/>
                  <a:pt x="115595" y="106085"/>
                  <a:pt x="118050" y="110416"/>
                </a:cubicBezTo>
                <a:lnTo>
                  <a:pt x="136624" y="142875"/>
                </a:lnTo>
                <a:lnTo>
                  <a:pt x="63401" y="142875"/>
                </a:lnTo>
                <a:lnTo>
                  <a:pt x="81975" y="110416"/>
                </a:lnTo>
                <a:cubicBezTo>
                  <a:pt x="84430" y="106085"/>
                  <a:pt x="85725" y="101218"/>
                  <a:pt x="85725" y="96217"/>
                </a:cubicBezTo>
                <a:close/>
              </a:path>
            </a:pathLst>
          </a:custGeom>
          <a:solidFill>
            <a:srgbClr val="EFEFEF"/>
          </a:solidFill>
          <a:ln/>
        </p:spPr>
      </p:sp>
      <p:sp>
        <p:nvSpPr>
          <p:cNvPr id="15" name="Text 13"/>
          <p:cNvSpPr/>
          <p:nvPr/>
        </p:nvSpPr>
        <p:spPr>
          <a:xfrm>
            <a:off x="1150620" y="3223259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50620" y="3489959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Framework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9120" y="3794759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Lightweight WSGI web framework for building RESTful APIs and serving the web interface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810" y="4606292"/>
            <a:ext cx="3674745" cy="1417320"/>
          </a:xfrm>
          <a:custGeom>
            <a:avLst/>
            <a:gdLst/>
            <a:ahLst/>
            <a:cxnLst/>
            <a:rect l="l" t="t" r="r" b="b"/>
            <a:pathLst>
              <a:path w="3674745" h="1417320">
                <a:moveTo>
                  <a:pt x="114307" y="0"/>
                </a:moveTo>
                <a:lnTo>
                  <a:pt x="3560438" y="0"/>
                </a:lnTo>
                <a:cubicBezTo>
                  <a:pt x="3623526" y="0"/>
                  <a:pt x="3674745" y="51219"/>
                  <a:pt x="3674745" y="114307"/>
                </a:cubicBezTo>
                <a:lnTo>
                  <a:pt x="3674745" y="1303013"/>
                </a:lnTo>
                <a:cubicBezTo>
                  <a:pt x="3674745" y="1366101"/>
                  <a:pt x="3623526" y="1417320"/>
                  <a:pt x="3560438" y="1417320"/>
                </a:cubicBezTo>
                <a:lnTo>
                  <a:pt x="114307" y="1417320"/>
                </a:lnTo>
                <a:cubicBezTo>
                  <a:pt x="51219" y="1417320"/>
                  <a:pt x="0" y="1366101"/>
                  <a:pt x="0" y="13030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9120" y="4800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3EE8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79133" y="49149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5C3EE8"/>
          </a:solidFill>
          <a:ln/>
        </p:spPr>
      </p:sp>
      <p:sp>
        <p:nvSpPr>
          <p:cNvPr id="21" name="Text 19"/>
          <p:cNvSpPr/>
          <p:nvPr/>
        </p:nvSpPr>
        <p:spPr>
          <a:xfrm>
            <a:off x="1150620" y="4800600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OpenCV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50620" y="506730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Vision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9120" y="5372100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processing, face detection using Haar Cascades, video capture from webcam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58270" y="1223010"/>
            <a:ext cx="3674745" cy="1645920"/>
          </a:xfrm>
          <a:custGeom>
            <a:avLst/>
            <a:gdLst/>
            <a:ahLst/>
            <a:cxnLst/>
            <a:rect l="l" t="t" r="r" b="b"/>
            <a:pathLst>
              <a:path w="3674745" h="1645920">
                <a:moveTo>
                  <a:pt x="114293" y="0"/>
                </a:moveTo>
                <a:lnTo>
                  <a:pt x="3560452" y="0"/>
                </a:lnTo>
                <a:cubicBezTo>
                  <a:pt x="3623574" y="0"/>
                  <a:pt x="3674745" y="51171"/>
                  <a:pt x="3674745" y="114293"/>
                </a:cubicBezTo>
                <a:lnTo>
                  <a:pt x="3674745" y="1531627"/>
                </a:lnTo>
                <a:cubicBezTo>
                  <a:pt x="3674745" y="1594749"/>
                  <a:pt x="3623574" y="1645920"/>
                  <a:pt x="3560452" y="1645920"/>
                </a:cubicBezTo>
                <a:lnTo>
                  <a:pt x="114293" y="1645920"/>
                </a:lnTo>
                <a:cubicBezTo>
                  <a:pt x="51171" y="1645920"/>
                  <a:pt x="0" y="1594749"/>
                  <a:pt x="0" y="15316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56390" y="1421133"/>
            <a:ext cx="445770" cy="445770"/>
          </a:xfrm>
          <a:custGeom>
            <a:avLst/>
            <a:gdLst/>
            <a:ahLst/>
            <a:cxnLst/>
            <a:rect l="l" t="t" r="r" b="b"/>
            <a:pathLst>
              <a:path w="445770" h="445770">
                <a:moveTo>
                  <a:pt x="76200" y="0"/>
                </a:moveTo>
                <a:lnTo>
                  <a:pt x="369570" y="0"/>
                </a:lnTo>
                <a:cubicBezTo>
                  <a:pt x="411654" y="0"/>
                  <a:pt x="445770" y="34116"/>
                  <a:pt x="445770" y="76200"/>
                </a:cubicBezTo>
                <a:lnTo>
                  <a:pt x="445770" y="369570"/>
                </a:lnTo>
                <a:cubicBezTo>
                  <a:pt x="445770" y="411654"/>
                  <a:pt x="411654" y="445770"/>
                  <a:pt x="369570" y="445770"/>
                </a:cubicBezTo>
                <a:lnTo>
                  <a:pt x="76200" y="445770"/>
                </a:lnTo>
                <a:cubicBezTo>
                  <a:pt x="34116" y="445770"/>
                  <a:pt x="0" y="411654"/>
                  <a:pt x="0" y="36957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13243">
              <a:alpha val="4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5455" y="1531623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42863" y="28575"/>
                </a:moveTo>
                <a:lnTo>
                  <a:pt x="128588" y="28575"/>
                </a:lnTo>
                <a:cubicBezTo>
                  <a:pt x="136490" y="28575"/>
                  <a:pt x="142875" y="34960"/>
                  <a:pt x="142875" y="42863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42863" y="71438"/>
                </a:lnTo>
                <a:cubicBezTo>
                  <a:pt x="34960" y="71438"/>
                  <a:pt x="28575" y="65053"/>
                  <a:pt x="28575" y="57150"/>
                </a:cubicBezTo>
                <a:lnTo>
                  <a:pt x="28575" y="42863"/>
                </a:lnTo>
                <a:cubicBezTo>
                  <a:pt x="28575" y="34960"/>
                  <a:pt x="34960" y="28575"/>
                  <a:pt x="42863" y="28575"/>
                </a:cubicBezTo>
                <a:close/>
                <a:moveTo>
                  <a:pt x="50006" y="103584"/>
                </a:moveTo>
                <a:cubicBezTo>
                  <a:pt x="50006" y="109498"/>
                  <a:pt x="45205" y="114300"/>
                  <a:pt x="39291" y="114300"/>
                </a:cubicBezTo>
                <a:cubicBezTo>
                  <a:pt x="33377" y="114300"/>
                  <a:pt x="28575" y="109498"/>
                  <a:pt x="28575" y="103584"/>
                </a:cubicBezTo>
                <a:cubicBezTo>
                  <a:pt x="28575" y="97670"/>
                  <a:pt x="33377" y="92869"/>
                  <a:pt x="39291" y="92869"/>
                </a:cubicBezTo>
                <a:cubicBezTo>
                  <a:pt x="45205" y="92869"/>
                  <a:pt x="50006" y="97670"/>
                  <a:pt x="50006" y="103584"/>
                </a:cubicBezTo>
                <a:close/>
                <a:moveTo>
                  <a:pt x="85725" y="114300"/>
                </a:moveTo>
                <a:cubicBezTo>
                  <a:pt x="79811" y="114300"/>
                  <a:pt x="75009" y="109498"/>
                  <a:pt x="75009" y="103584"/>
                </a:cubicBezTo>
                <a:cubicBezTo>
                  <a:pt x="75009" y="97670"/>
                  <a:pt x="79811" y="92869"/>
                  <a:pt x="85725" y="92869"/>
                </a:cubicBezTo>
                <a:cubicBezTo>
                  <a:pt x="91639" y="92869"/>
                  <a:pt x="96441" y="97670"/>
                  <a:pt x="96441" y="103584"/>
                </a:cubicBezTo>
                <a:cubicBezTo>
                  <a:pt x="96441" y="109498"/>
                  <a:pt x="91639" y="114300"/>
                  <a:pt x="85725" y="114300"/>
                </a:cubicBezTo>
                <a:close/>
                <a:moveTo>
                  <a:pt x="142875" y="103584"/>
                </a:moveTo>
                <a:cubicBezTo>
                  <a:pt x="142875" y="109498"/>
                  <a:pt x="138073" y="114300"/>
                  <a:pt x="132159" y="114300"/>
                </a:cubicBezTo>
                <a:cubicBezTo>
                  <a:pt x="126245" y="114300"/>
                  <a:pt x="121444" y="109498"/>
                  <a:pt x="121444" y="103584"/>
                </a:cubicBezTo>
                <a:cubicBezTo>
                  <a:pt x="121444" y="97670"/>
                  <a:pt x="126245" y="92869"/>
                  <a:pt x="132159" y="92869"/>
                </a:cubicBezTo>
                <a:cubicBezTo>
                  <a:pt x="138073" y="92869"/>
                  <a:pt x="142875" y="97670"/>
                  <a:pt x="142875" y="103584"/>
                </a:cubicBezTo>
                <a:close/>
                <a:moveTo>
                  <a:pt x="39291" y="157163"/>
                </a:moveTo>
                <a:cubicBezTo>
                  <a:pt x="33377" y="157163"/>
                  <a:pt x="28575" y="152361"/>
                  <a:pt x="28575" y="146447"/>
                </a:cubicBezTo>
                <a:cubicBezTo>
                  <a:pt x="28575" y="140533"/>
                  <a:pt x="33377" y="135731"/>
                  <a:pt x="39291" y="135731"/>
                </a:cubicBezTo>
                <a:cubicBezTo>
                  <a:pt x="45205" y="135731"/>
                  <a:pt x="50006" y="140533"/>
                  <a:pt x="50006" y="146447"/>
                </a:cubicBezTo>
                <a:cubicBezTo>
                  <a:pt x="50006" y="152361"/>
                  <a:pt x="45205" y="157163"/>
                  <a:pt x="39291" y="157163"/>
                </a:cubicBezTo>
                <a:close/>
                <a:moveTo>
                  <a:pt x="96441" y="146447"/>
                </a:moveTo>
                <a:cubicBezTo>
                  <a:pt x="96441" y="152361"/>
                  <a:pt x="91639" y="157163"/>
                  <a:pt x="85725" y="157163"/>
                </a:cubicBezTo>
                <a:cubicBezTo>
                  <a:pt x="79811" y="157163"/>
                  <a:pt x="75009" y="152361"/>
                  <a:pt x="75009" y="146447"/>
                </a:cubicBezTo>
                <a:cubicBezTo>
                  <a:pt x="75009" y="140533"/>
                  <a:pt x="79811" y="135731"/>
                  <a:pt x="85725" y="135731"/>
                </a:cubicBezTo>
                <a:cubicBezTo>
                  <a:pt x="91639" y="135731"/>
                  <a:pt x="96441" y="140533"/>
                  <a:pt x="96441" y="146447"/>
                </a:cubicBezTo>
                <a:close/>
                <a:moveTo>
                  <a:pt x="132159" y="157163"/>
                </a:moveTo>
                <a:cubicBezTo>
                  <a:pt x="126245" y="157163"/>
                  <a:pt x="121444" y="152361"/>
                  <a:pt x="121444" y="146447"/>
                </a:cubicBezTo>
                <a:cubicBezTo>
                  <a:pt x="121444" y="140533"/>
                  <a:pt x="126245" y="135731"/>
                  <a:pt x="132159" y="135731"/>
                </a:cubicBezTo>
                <a:cubicBezTo>
                  <a:pt x="138073" y="135731"/>
                  <a:pt x="142875" y="140533"/>
                  <a:pt x="142875" y="146447"/>
                </a:cubicBezTo>
                <a:cubicBezTo>
                  <a:pt x="142875" y="152361"/>
                  <a:pt x="138073" y="157163"/>
                  <a:pt x="132159" y="157163"/>
                </a:cubicBezTo>
                <a:close/>
                <a:moveTo>
                  <a:pt x="28575" y="189309"/>
                </a:moveTo>
                <a:cubicBezTo>
                  <a:pt x="28575" y="183371"/>
                  <a:pt x="33352" y="178594"/>
                  <a:pt x="39291" y="178594"/>
                </a:cubicBezTo>
                <a:lnTo>
                  <a:pt x="89297" y="178594"/>
                </a:lnTo>
                <a:cubicBezTo>
                  <a:pt x="95235" y="178594"/>
                  <a:pt x="100013" y="183371"/>
                  <a:pt x="100013" y="189309"/>
                </a:cubicBezTo>
                <a:cubicBezTo>
                  <a:pt x="100013" y="195248"/>
                  <a:pt x="95235" y="200025"/>
                  <a:pt x="89297" y="200025"/>
                </a:cubicBezTo>
                <a:lnTo>
                  <a:pt x="39291" y="200025"/>
                </a:lnTo>
                <a:cubicBezTo>
                  <a:pt x="33352" y="200025"/>
                  <a:pt x="28575" y="195248"/>
                  <a:pt x="28575" y="189309"/>
                </a:cubicBezTo>
                <a:close/>
                <a:moveTo>
                  <a:pt x="132159" y="178594"/>
                </a:moveTo>
                <a:cubicBezTo>
                  <a:pt x="138098" y="178594"/>
                  <a:pt x="142875" y="183371"/>
                  <a:pt x="142875" y="189309"/>
                </a:cubicBezTo>
                <a:cubicBezTo>
                  <a:pt x="142875" y="195248"/>
                  <a:pt x="138098" y="200025"/>
                  <a:pt x="132159" y="200025"/>
                </a:cubicBezTo>
                <a:cubicBezTo>
                  <a:pt x="126221" y="200025"/>
                  <a:pt x="121444" y="195248"/>
                  <a:pt x="121444" y="189309"/>
                </a:cubicBezTo>
                <a:cubicBezTo>
                  <a:pt x="121444" y="183371"/>
                  <a:pt x="126221" y="178594"/>
                  <a:pt x="132159" y="178594"/>
                </a:cubicBezTo>
                <a:close/>
              </a:path>
            </a:pathLst>
          </a:custGeom>
          <a:solidFill>
            <a:srgbClr val="4DABC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4081" y="1417323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NumPy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4081" y="1684023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Numerical Computing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52580" y="1988823"/>
            <a:ext cx="3362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 array operations, mathematical computations on face embeddings, matrix manipulations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58270" y="3028951"/>
            <a:ext cx="3674745" cy="1645920"/>
          </a:xfrm>
          <a:custGeom>
            <a:avLst/>
            <a:gdLst/>
            <a:ahLst/>
            <a:cxnLst/>
            <a:rect l="l" t="t" r="r" b="b"/>
            <a:pathLst>
              <a:path w="3674745" h="1645920">
                <a:moveTo>
                  <a:pt x="114293" y="0"/>
                </a:moveTo>
                <a:lnTo>
                  <a:pt x="3560452" y="0"/>
                </a:lnTo>
                <a:cubicBezTo>
                  <a:pt x="3623574" y="0"/>
                  <a:pt x="3674745" y="51171"/>
                  <a:pt x="3674745" y="114293"/>
                </a:cubicBezTo>
                <a:lnTo>
                  <a:pt x="3674745" y="1531627"/>
                </a:lnTo>
                <a:cubicBezTo>
                  <a:pt x="3674745" y="1594749"/>
                  <a:pt x="3623574" y="1645920"/>
                  <a:pt x="3560452" y="1645920"/>
                </a:cubicBezTo>
                <a:lnTo>
                  <a:pt x="114293" y="1645920"/>
                </a:lnTo>
                <a:cubicBezTo>
                  <a:pt x="51171" y="1645920"/>
                  <a:pt x="0" y="1594749"/>
                  <a:pt x="0" y="15316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56390" y="3227069"/>
            <a:ext cx="445770" cy="445770"/>
          </a:xfrm>
          <a:custGeom>
            <a:avLst/>
            <a:gdLst/>
            <a:ahLst/>
            <a:cxnLst/>
            <a:rect l="l" t="t" r="r" b="b"/>
            <a:pathLst>
              <a:path w="445770" h="445770">
                <a:moveTo>
                  <a:pt x="76200" y="0"/>
                </a:moveTo>
                <a:lnTo>
                  <a:pt x="369570" y="0"/>
                </a:lnTo>
                <a:cubicBezTo>
                  <a:pt x="411654" y="0"/>
                  <a:pt x="445770" y="34116"/>
                  <a:pt x="445770" y="76200"/>
                </a:cubicBezTo>
                <a:lnTo>
                  <a:pt x="445770" y="369570"/>
                </a:lnTo>
                <a:cubicBezTo>
                  <a:pt x="445770" y="411654"/>
                  <a:pt x="411654" y="445770"/>
                  <a:pt x="369570" y="445770"/>
                </a:cubicBezTo>
                <a:lnTo>
                  <a:pt x="76200" y="445770"/>
                </a:lnTo>
                <a:cubicBezTo>
                  <a:pt x="34116" y="445770"/>
                  <a:pt x="0" y="411654"/>
                  <a:pt x="0" y="36957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3B57">
              <a:alpha val="4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81168" y="333755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7AB8CC"/>
          </a:solidFill>
          <a:ln/>
        </p:spPr>
      </p:sp>
      <p:sp>
        <p:nvSpPr>
          <p:cNvPr id="33" name="Text 31"/>
          <p:cNvSpPr/>
          <p:nvPr/>
        </p:nvSpPr>
        <p:spPr>
          <a:xfrm>
            <a:off x="5024081" y="3223259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SQLite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24081" y="3489959"/>
            <a:ext cx="63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52580" y="3794759"/>
            <a:ext cx="3362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Lightweight disk-based database for storing student data, attendance records, and face embeddings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58270" y="4834892"/>
            <a:ext cx="3674745" cy="1417320"/>
          </a:xfrm>
          <a:custGeom>
            <a:avLst/>
            <a:gdLst/>
            <a:ahLst/>
            <a:cxnLst/>
            <a:rect l="l" t="t" r="r" b="b"/>
            <a:pathLst>
              <a:path w="3674745" h="1417320">
                <a:moveTo>
                  <a:pt x="114307" y="0"/>
                </a:moveTo>
                <a:lnTo>
                  <a:pt x="3560438" y="0"/>
                </a:lnTo>
                <a:cubicBezTo>
                  <a:pt x="3623526" y="0"/>
                  <a:pt x="3674745" y="51219"/>
                  <a:pt x="3674745" y="114307"/>
                </a:cubicBezTo>
                <a:lnTo>
                  <a:pt x="3674745" y="1303013"/>
                </a:lnTo>
                <a:cubicBezTo>
                  <a:pt x="3674745" y="1366101"/>
                  <a:pt x="3623526" y="1417320"/>
                  <a:pt x="3560438" y="1417320"/>
                </a:cubicBezTo>
                <a:lnTo>
                  <a:pt x="114307" y="1417320"/>
                </a:lnTo>
                <a:cubicBezTo>
                  <a:pt x="51219" y="1417320"/>
                  <a:pt x="0" y="1366101"/>
                  <a:pt x="0" y="13030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52580" y="5029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7DF1E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81168" y="51435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14288"/>
                </a:moveTo>
                <a:lnTo>
                  <a:pt x="0" y="214313"/>
                </a:lnTo>
                <a:lnTo>
                  <a:pt x="200025" y="214313"/>
                </a:lnTo>
                <a:lnTo>
                  <a:pt x="200025" y="14288"/>
                </a:lnTo>
                <a:lnTo>
                  <a:pt x="0" y="14288"/>
                </a:lnTo>
                <a:close/>
                <a:moveTo>
                  <a:pt x="108853" y="170289"/>
                </a:moveTo>
                <a:cubicBezTo>
                  <a:pt x="108853" y="189756"/>
                  <a:pt x="97423" y="198641"/>
                  <a:pt x="80769" y="198641"/>
                </a:cubicBezTo>
                <a:cubicBezTo>
                  <a:pt x="65723" y="198641"/>
                  <a:pt x="57016" y="190872"/>
                  <a:pt x="52551" y="181451"/>
                </a:cubicBezTo>
                <a:lnTo>
                  <a:pt x="67866" y="172209"/>
                </a:lnTo>
                <a:cubicBezTo>
                  <a:pt x="70812" y="177433"/>
                  <a:pt x="73491" y="181853"/>
                  <a:pt x="79965" y="181853"/>
                </a:cubicBezTo>
                <a:cubicBezTo>
                  <a:pt x="86127" y="181853"/>
                  <a:pt x="90056" y="179442"/>
                  <a:pt x="90056" y="170021"/>
                </a:cubicBezTo>
                <a:lnTo>
                  <a:pt x="90056" y="106129"/>
                </a:lnTo>
                <a:lnTo>
                  <a:pt x="108853" y="106129"/>
                </a:lnTo>
                <a:lnTo>
                  <a:pt x="108853" y="170289"/>
                </a:lnTo>
                <a:close/>
                <a:moveTo>
                  <a:pt x="153323" y="198641"/>
                </a:moveTo>
                <a:cubicBezTo>
                  <a:pt x="135865" y="198641"/>
                  <a:pt x="124569" y="190336"/>
                  <a:pt x="119077" y="179442"/>
                </a:cubicBezTo>
                <a:lnTo>
                  <a:pt x="134392" y="170602"/>
                </a:lnTo>
                <a:cubicBezTo>
                  <a:pt x="138410" y="177165"/>
                  <a:pt x="143679" y="182032"/>
                  <a:pt x="152921" y="182032"/>
                </a:cubicBezTo>
                <a:cubicBezTo>
                  <a:pt x="160690" y="182032"/>
                  <a:pt x="165690" y="178147"/>
                  <a:pt x="165690" y="172745"/>
                </a:cubicBezTo>
                <a:cubicBezTo>
                  <a:pt x="165690" y="166315"/>
                  <a:pt x="160600" y="164038"/>
                  <a:pt x="151983" y="160243"/>
                </a:cubicBezTo>
                <a:lnTo>
                  <a:pt x="147295" y="158234"/>
                </a:lnTo>
                <a:cubicBezTo>
                  <a:pt x="133722" y="152474"/>
                  <a:pt x="124748" y="145197"/>
                  <a:pt x="124748" y="129882"/>
                </a:cubicBezTo>
                <a:cubicBezTo>
                  <a:pt x="124748" y="115773"/>
                  <a:pt x="135508" y="105058"/>
                  <a:pt x="152251" y="105058"/>
                </a:cubicBezTo>
                <a:cubicBezTo>
                  <a:pt x="164217" y="105058"/>
                  <a:pt x="172789" y="109210"/>
                  <a:pt x="178951" y="120104"/>
                </a:cubicBezTo>
                <a:lnTo>
                  <a:pt x="164306" y="129480"/>
                </a:lnTo>
                <a:cubicBezTo>
                  <a:pt x="161092" y="123721"/>
                  <a:pt x="157609" y="121444"/>
                  <a:pt x="152207" y="121444"/>
                </a:cubicBezTo>
                <a:cubicBezTo>
                  <a:pt x="146715" y="121444"/>
                  <a:pt x="143232" y="124926"/>
                  <a:pt x="143232" y="129480"/>
                </a:cubicBezTo>
                <a:cubicBezTo>
                  <a:pt x="143232" y="135106"/>
                  <a:pt x="146715" y="137383"/>
                  <a:pt x="154796" y="140910"/>
                </a:cubicBezTo>
                <a:lnTo>
                  <a:pt x="159484" y="142920"/>
                </a:lnTo>
                <a:cubicBezTo>
                  <a:pt x="175468" y="149751"/>
                  <a:pt x="184443" y="156761"/>
                  <a:pt x="184443" y="172477"/>
                </a:cubicBezTo>
                <a:cubicBezTo>
                  <a:pt x="184443" y="189354"/>
                  <a:pt x="171137" y="198641"/>
                  <a:pt x="153323" y="198641"/>
                </a:cubicBezTo>
                <a:close/>
              </a:path>
            </a:pathLst>
          </a:custGeom>
          <a:solidFill>
            <a:srgbClr val="F7DF1E"/>
          </a:solidFill>
          <a:ln/>
        </p:spPr>
      </p:sp>
      <p:sp>
        <p:nvSpPr>
          <p:cNvPr id="39" name="Text 37"/>
          <p:cNvSpPr/>
          <p:nvPr/>
        </p:nvSpPr>
        <p:spPr>
          <a:xfrm>
            <a:off x="5024081" y="5029200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024081" y="5295900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52580" y="5600700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UI interactions, AJAX requests, real-time webcam integration, DOM manipulation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131731" y="1223010"/>
            <a:ext cx="3674745" cy="1417320"/>
          </a:xfrm>
          <a:custGeom>
            <a:avLst/>
            <a:gdLst/>
            <a:ahLst/>
            <a:cxnLst/>
            <a:rect l="l" t="t" r="r" b="b"/>
            <a:pathLst>
              <a:path w="3674745" h="1417320">
                <a:moveTo>
                  <a:pt x="114307" y="0"/>
                </a:moveTo>
                <a:lnTo>
                  <a:pt x="3560438" y="0"/>
                </a:lnTo>
                <a:cubicBezTo>
                  <a:pt x="3623526" y="0"/>
                  <a:pt x="3674745" y="51219"/>
                  <a:pt x="3674745" y="114307"/>
                </a:cubicBezTo>
                <a:lnTo>
                  <a:pt x="3674745" y="1303013"/>
                </a:lnTo>
                <a:cubicBezTo>
                  <a:pt x="3674745" y="1366101"/>
                  <a:pt x="3623526" y="1417320"/>
                  <a:pt x="3560438" y="1417320"/>
                </a:cubicBezTo>
                <a:lnTo>
                  <a:pt x="114307" y="1417320"/>
                </a:lnTo>
                <a:cubicBezTo>
                  <a:pt x="51219" y="1417320"/>
                  <a:pt x="0" y="1366101"/>
                  <a:pt x="0" y="13030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26041" y="14173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7931E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411766" y="153162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7931E"/>
          </a:solidFill>
          <a:ln/>
        </p:spPr>
      </p:sp>
      <p:sp>
        <p:nvSpPr>
          <p:cNvPr id="45" name="Text 43"/>
          <p:cNvSpPr/>
          <p:nvPr/>
        </p:nvSpPr>
        <p:spPr>
          <a:xfrm>
            <a:off x="8897541" y="1417323"/>
            <a:ext cx="80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Pickle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897541" y="1684023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26041" y="1988823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object serialization for saving and loading trained ML models and face embeddings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131731" y="2800351"/>
            <a:ext cx="3674745" cy="1645920"/>
          </a:xfrm>
          <a:custGeom>
            <a:avLst/>
            <a:gdLst/>
            <a:ahLst/>
            <a:cxnLst/>
            <a:rect l="l" t="t" r="r" b="b"/>
            <a:pathLst>
              <a:path w="3674745" h="1645920">
                <a:moveTo>
                  <a:pt x="114293" y="0"/>
                </a:moveTo>
                <a:lnTo>
                  <a:pt x="3560452" y="0"/>
                </a:lnTo>
                <a:cubicBezTo>
                  <a:pt x="3623574" y="0"/>
                  <a:pt x="3674745" y="51171"/>
                  <a:pt x="3674745" y="114293"/>
                </a:cubicBezTo>
                <a:lnTo>
                  <a:pt x="3674745" y="1531627"/>
                </a:lnTo>
                <a:cubicBezTo>
                  <a:pt x="3674745" y="1594749"/>
                  <a:pt x="3623574" y="1645920"/>
                  <a:pt x="3560452" y="1645920"/>
                </a:cubicBezTo>
                <a:lnTo>
                  <a:pt x="114293" y="1645920"/>
                </a:lnTo>
                <a:cubicBezTo>
                  <a:pt x="51171" y="1645920"/>
                  <a:pt x="0" y="1594749"/>
                  <a:pt x="0" y="15316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26041" y="29946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9ABE2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54628" y="310895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-14287"/>
                </a:moveTo>
                <a:cubicBezTo>
                  <a:pt x="103138" y="-14287"/>
                  <a:pt x="106129" y="-12903"/>
                  <a:pt x="108183" y="-10492"/>
                </a:cubicBezTo>
                <a:lnTo>
                  <a:pt x="168905" y="60945"/>
                </a:lnTo>
                <a:cubicBezTo>
                  <a:pt x="171629" y="64115"/>
                  <a:pt x="172209" y="68580"/>
                  <a:pt x="170468" y="72375"/>
                </a:cubicBezTo>
                <a:cubicBezTo>
                  <a:pt x="168726" y="76170"/>
                  <a:pt x="164931" y="78581"/>
                  <a:pt x="160734" y="78581"/>
                </a:cubicBezTo>
                <a:lnTo>
                  <a:pt x="149617" y="78581"/>
                </a:lnTo>
                <a:lnTo>
                  <a:pt x="183193" y="118095"/>
                </a:lnTo>
                <a:cubicBezTo>
                  <a:pt x="185916" y="121265"/>
                  <a:pt x="186497" y="125730"/>
                  <a:pt x="184755" y="129525"/>
                </a:cubicBezTo>
                <a:cubicBezTo>
                  <a:pt x="183014" y="133320"/>
                  <a:pt x="179219" y="135731"/>
                  <a:pt x="175022" y="135731"/>
                </a:cubicBezTo>
                <a:lnTo>
                  <a:pt x="157832" y="135731"/>
                </a:lnTo>
                <a:lnTo>
                  <a:pt x="197480" y="182389"/>
                </a:lnTo>
                <a:cubicBezTo>
                  <a:pt x="200204" y="185559"/>
                  <a:pt x="200784" y="190024"/>
                  <a:pt x="199043" y="193819"/>
                </a:cubicBezTo>
                <a:cubicBezTo>
                  <a:pt x="197301" y="197614"/>
                  <a:pt x="193506" y="200025"/>
                  <a:pt x="189309" y="200025"/>
                </a:cubicBezTo>
                <a:lnTo>
                  <a:pt x="114300" y="200025"/>
                </a:lnTo>
                <a:lnTo>
                  <a:pt x="114300" y="228600"/>
                </a:lnTo>
                <a:cubicBezTo>
                  <a:pt x="114300" y="236503"/>
                  <a:pt x="107915" y="242888"/>
                  <a:pt x="100013" y="242888"/>
                </a:cubicBezTo>
                <a:cubicBezTo>
                  <a:pt x="92110" y="242888"/>
                  <a:pt x="85725" y="236503"/>
                  <a:pt x="85725" y="228600"/>
                </a:cubicBezTo>
                <a:lnTo>
                  <a:pt x="85725" y="200025"/>
                </a:lnTo>
                <a:lnTo>
                  <a:pt x="10716" y="200025"/>
                </a:lnTo>
                <a:cubicBezTo>
                  <a:pt x="6519" y="200025"/>
                  <a:pt x="2724" y="197614"/>
                  <a:pt x="982" y="193819"/>
                </a:cubicBezTo>
                <a:cubicBezTo>
                  <a:pt x="-759" y="190024"/>
                  <a:pt x="-179" y="185559"/>
                  <a:pt x="2545" y="182389"/>
                </a:cubicBezTo>
                <a:lnTo>
                  <a:pt x="42193" y="135731"/>
                </a:lnTo>
                <a:lnTo>
                  <a:pt x="25003" y="135731"/>
                </a:lnTo>
                <a:cubicBezTo>
                  <a:pt x="20806" y="135731"/>
                  <a:pt x="17011" y="133320"/>
                  <a:pt x="15270" y="129525"/>
                </a:cubicBezTo>
                <a:cubicBezTo>
                  <a:pt x="13528" y="125730"/>
                  <a:pt x="14109" y="121265"/>
                  <a:pt x="16832" y="118095"/>
                </a:cubicBezTo>
                <a:lnTo>
                  <a:pt x="50408" y="78581"/>
                </a:lnTo>
                <a:lnTo>
                  <a:pt x="39291" y="78581"/>
                </a:lnTo>
                <a:cubicBezTo>
                  <a:pt x="35094" y="78581"/>
                  <a:pt x="31299" y="76170"/>
                  <a:pt x="29557" y="72375"/>
                </a:cubicBezTo>
                <a:cubicBezTo>
                  <a:pt x="27816" y="68580"/>
                  <a:pt x="28396" y="64115"/>
                  <a:pt x="31120" y="60945"/>
                </a:cubicBezTo>
                <a:lnTo>
                  <a:pt x="91842" y="-10492"/>
                </a:lnTo>
                <a:cubicBezTo>
                  <a:pt x="93896" y="-12903"/>
                  <a:pt x="96887" y="-14287"/>
                  <a:pt x="100013" y="-14287"/>
                </a:cubicBezTo>
                <a:close/>
              </a:path>
            </a:pathLst>
          </a:custGeom>
          <a:solidFill>
            <a:srgbClr val="29ABE2"/>
          </a:solidFill>
          <a:ln/>
        </p:spPr>
      </p:sp>
      <p:sp>
        <p:nvSpPr>
          <p:cNvPr id="51" name="Text 49"/>
          <p:cNvSpPr/>
          <p:nvPr/>
        </p:nvSpPr>
        <p:spPr>
          <a:xfrm>
            <a:off x="8897541" y="2994659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897541" y="3261359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Model (sklearn)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26041" y="3566159"/>
            <a:ext cx="3362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Ensemble learning classifier for face recognition, handles high-dimensional embeddings efficiently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131731" y="4606292"/>
            <a:ext cx="3674745" cy="1417320"/>
          </a:xfrm>
          <a:custGeom>
            <a:avLst/>
            <a:gdLst/>
            <a:ahLst/>
            <a:cxnLst/>
            <a:rect l="l" t="t" r="r" b="b"/>
            <a:pathLst>
              <a:path w="3674745" h="1417320">
                <a:moveTo>
                  <a:pt x="114307" y="0"/>
                </a:moveTo>
                <a:lnTo>
                  <a:pt x="3560438" y="0"/>
                </a:lnTo>
                <a:cubicBezTo>
                  <a:pt x="3623526" y="0"/>
                  <a:pt x="3674745" y="51219"/>
                  <a:pt x="3674745" y="114307"/>
                </a:cubicBezTo>
                <a:lnTo>
                  <a:pt x="3674745" y="1303013"/>
                </a:lnTo>
                <a:cubicBezTo>
                  <a:pt x="3674745" y="1366101"/>
                  <a:pt x="3623526" y="1417320"/>
                  <a:pt x="3560438" y="1417320"/>
                </a:cubicBezTo>
                <a:lnTo>
                  <a:pt x="114307" y="1417320"/>
                </a:lnTo>
                <a:cubicBezTo>
                  <a:pt x="51219" y="1417320"/>
                  <a:pt x="0" y="1366101"/>
                  <a:pt x="0" y="13030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26041" y="4800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40341" y="4914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57" name="Text 55"/>
          <p:cNvSpPr/>
          <p:nvPr/>
        </p:nvSpPr>
        <p:spPr>
          <a:xfrm>
            <a:off x="8897541" y="4800600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Threading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897541" y="5067300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Concurrency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26041" y="5372100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threading module for background model training without blocking the main application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651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32594" y="4921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35719"/>
                </a:moveTo>
                <a:cubicBezTo>
                  <a:pt x="35719" y="22585"/>
                  <a:pt x="46397" y="11906"/>
                  <a:pt x="59531" y="11906"/>
                </a:cubicBezTo>
                <a:lnTo>
                  <a:pt x="178594" y="11906"/>
                </a:lnTo>
                <a:cubicBezTo>
                  <a:pt x="191728" y="11906"/>
                  <a:pt x="202406" y="22585"/>
                  <a:pt x="202406" y="35719"/>
                </a:cubicBezTo>
                <a:lnTo>
                  <a:pt x="202406" y="130969"/>
                </a:lnTo>
                <a:cubicBezTo>
                  <a:pt x="202406" y="144103"/>
                  <a:pt x="191728" y="154781"/>
                  <a:pt x="178594" y="154781"/>
                </a:cubicBezTo>
                <a:lnTo>
                  <a:pt x="59531" y="154781"/>
                </a:lnTo>
                <a:cubicBezTo>
                  <a:pt x="46397" y="154781"/>
                  <a:pt x="35719" y="144103"/>
                  <a:pt x="35719" y="130969"/>
                </a:cubicBezTo>
                <a:lnTo>
                  <a:pt x="35719" y="35719"/>
                </a:lnTo>
                <a:close/>
                <a:moveTo>
                  <a:pt x="8930" y="47625"/>
                </a:moveTo>
                <a:cubicBezTo>
                  <a:pt x="13878" y="47625"/>
                  <a:pt x="17859" y="51606"/>
                  <a:pt x="17859" y="56555"/>
                </a:cubicBezTo>
                <a:lnTo>
                  <a:pt x="17859" y="166688"/>
                </a:lnTo>
                <a:cubicBezTo>
                  <a:pt x="17859" y="169962"/>
                  <a:pt x="20538" y="172641"/>
                  <a:pt x="23812" y="172641"/>
                </a:cubicBezTo>
                <a:lnTo>
                  <a:pt x="157758" y="172641"/>
                </a:lnTo>
                <a:cubicBezTo>
                  <a:pt x="162706" y="172641"/>
                  <a:pt x="166688" y="176622"/>
                  <a:pt x="166688" y="181570"/>
                </a:cubicBezTo>
                <a:cubicBezTo>
                  <a:pt x="166688" y="186519"/>
                  <a:pt x="162706" y="190500"/>
                  <a:pt x="157758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56555"/>
                </a:lnTo>
                <a:cubicBezTo>
                  <a:pt x="0" y="51606"/>
                  <a:pt x="3981" y="47625"/>
                  <a:pt x="8930" y="47625"/>
                </a:cubicBezTo>
                <a:close/>
                <a:moveTo>
                  <a:pt x="71438" y="59531"/>
                </a:moveTo>
                <a:cubicBezTo>
                  <a:pt x="78009" y="59531"/>
                  <a:pt x="83344" y="54196"/>
                  <a:pt x="83344" y="47625"/>
                </a:cubicBezTo>
                <a:cubicBezTo>
                  <a:pt x="83344" y="41054"/>
                  <a:pt x="78009" y="35719"/>
                  <a:pt x="71438" y="35719"/>
                </a:cubicBezTo>
                <a:cubicBezTo>
                  <a:pt x="64866" y="35719"/>
                  <a:pt x="59531" y="41054"/>
                  <a:pt x="59531" y="47625"/>
                </a:cubicBezTo>
                <a:cubicBezTo>
                  <a:pt x="59531" y="54196"/>
                  <a:pt x="64866" y="59531"/>
                  <a:pt x="71438" y="59531"/>
                </a:cubicBezTo>
                <a:close/>
                <a:moveTo>
                  <a:pt x="144549" y="63810"/>
                </a:moveTo>
                <a:cubicBezTo>
                  <a:pt x="142912" y="61168"/>
                  <a:pt x="140047" y="59531"/>
                  <a:pt x="136922" y="59531"/>
                </a:cubicBezTo>
                <a:cubicBezTo>
                  <a:pt x="133796" y="59531"/>
                  <a:pt x="130932" y="61168"/>
                  <a:pt x="129294" y="63810"/>
                </a:cubicBezTo>
                <a:lnTo>
                  <a:pt x="108347" y="98078"/>
                </a:lnTo>
                <a:lnTo>
                  <a:pt x="99231" y="86692"/>
                </a:lnTo>
                <a:cubicBezTo>
                  <a:pt x="97520" y="84572"/>
                  <a:pt x="94990" y="83344"/>
                  <a:pt x="92273" y="83344"/>
                </a:cubicBezTo>
                <a:cubicBezTo>
                  <a:pt x="89557" y="83344"/>
                  <a:pt x="86990" y="84572"/>
                  <a:pt x="85316" y="86692"/>
                </a:cubicBezTo>
                <a:lnTo>
                  <a:pt x="61503" y="116458"/>
                </a:lnTo>
                <a:cubicBezTo>
                  <a:pt x="59345" y="119137"/>
                  <a:pt x="58936" y="122820"/>
                  <a:pt x="60424" y="125909"/>
                </a:cubicBezTo>
                <a:cubicBezTo>
                  <a:pt x="61913" y="128997"/>
                  <a:pt x="65038" y="130969"/>
                  <a:pt x="68461" y="130969"/>
                </a:cubicBezTo>
                <a:lnTo>
                  <a:pt x="169664" y="130969"/>
                </a:lnTo>
                <a:cubicBezTo>
                  <a:pt x="172901" y="130969"/>
                  <a:pt x="175878" y="129220"/>
                  <a:pt x="177440" y="126392"/>
                </a:cubicBezTo>
                <a:cubicBezTo>
                  <a:pt x="179003" y="123565"/>
                  <a:pt x="178966" y="120142"/>
                  <a:pt x="177254" y="117351"/>
                </a:cubicBezTo>
                <a:lnTo>
                  <a:pt x="144512" y="6377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317500"/>
            <a:ext cx="600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latin typeface="Liter" pitchFamily="34" charset="0"/>
                <a:ea typeface="Liter" pitchFamily="34" charset="-122"/>
                <a:cs typeface="Liter" pitchFamily="34" charset="-120"/>
              </a:rPr>
              <a:t>Data Pipeline</a:t>
            </a:r>
          </a:p>
        </p:txBody>
      </p:sp>
      <p:sp>
        <p:nvSpPr>
          <p:cNvPr id="5" name="Text 3"/>
          <p:cNvSpPr/>
          <p:nvPr/>
        </p:nvSpPr>
        <p:spPr>
          <a:xfrm>
            <a:off x="889000" y="543986"/>
            <a:ext cx="71008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0" b="1" dirty="0">
                <a:solidFill>
                  <a:srgbClr val="007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Collection &amp; Preprocessing</a:t>
            </a:r>
          </a:p>
        </p:txBody>
      </p:sp>
      <p:sp>
        <p:nvSpPr>
          <p:cNvPr id="6" name="Shape 4"/>
          <p:cNvSpPr/>
          <p:nvPr/>
        </p:nvSpPr>
        <p:spPr>
          <a:xfrm>
            <a:off x="320675" y="1050925"/>
            <a:ext cx="5673725" cy="2919412"/>
          </a:xfrm>
          <a:custGeom>
            <a:avLst/>
            <a:gdLst/>
            <a:ahLst/>
            <a:cxnLst/>
            <a:rect l="l" t="t" r="r" b="b"/>
            <a:pathLst>
              <a:path w="5673725" h="2919412">
                <a:moveTo>
                  <a:pt x="95260" y="0"/>
                </a:moveTo>
                <a:lnTo>
                  <a:pt x="5578465" y="0"/>
                </a:lnTo>
                <a:cubicBezTo>
                  <a:pt x="5631075" y="0"/>
                  <a:pt x="5673725" y="42650"/>
                  <a:pt x="5673725" y="95260"/>
                </a:cubicBezTo>
                <a:lnTo>
                  <a:pt x="5673725" y="2824152"/>
                </a:lnTo>
                <a:cubicBezTo>
                  <a:pt x="5673725" y="2876763"/>
                  <a:pt x="5631075" y="2919412"/>
                  <a:pt x="5578465" y="2919412"/>
                </a:cubicBezTo>
                <a:lnTo>
                  <a:pt x="95260" y="2919412"/>
                </a:lnTo>
                <a:cubicBezTo>
                  <a:pt x="42650" y="2919412"/>
                  <a:pt x="0" y="2876763"/>
                  <a:pt x="0" y="2824152"/>
                </a:cubicBezTo>
                <a:lnTo>
                  <a:pt x="0" y="95260"/>
                </a:lnTo>
                <a:cubicBezTo>
                  <a:pt x="0" y="42685"/>
                  <a:pt x="42685" y="0"/>
                  <a:pt x="95260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8163" y="13826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54781"/>
                </a:moveTo>
                <a:lnTo>
                  <a:pt x="0" y="77391"/>
                </a:lnTo>
                <a:lnTo>
                  <a:pt x="50676" y="77391"/>
                </a:lnTo>
                <a:cubicBezTo>
                  <a:pt x="55699" y="69875"/>
                  <a:pt x="62582" y="63698"/>
                  <a:pt x="70656" y="59531"/>
                </a:cubicBezTo>
                <a:lnTo>
                  <a:pt x="0" y="59531"/>
                </a:lnTo>
                <a:lnTo>
                  <a:pt x="0" y="46769"/>
                </a:lnTo>
                <a:cubicBezTo>
                  <a:pt x="0" y="33635"/>
                  <a:pt x="10678" y="22957"/>
                  <a:pt x="23812" y="22957"/>
                </a:cubicBezTo>
                <a:lnTo>
                  <a:pt x="23850" y="22957"/>
                </a:lnTo>
                <a:cubicBezTo>
                  <a:pt x="24296" y="16780"/>
                  <a:pt x="29431" y="11906"/>
                  <a:pt x="35719" y="11906"/>
                </a:cubicBezTo>
                <a:lnTo>
                  <a:pt x="47625" y="11906"/>
                </a:lnTo>
                <a:cubicBezTo>
                  <a:pt x="53913" y="11906"/>
                  <a:pt x="59048" y="16780"/>
                  <a:pt x="59494" y="22957"/>
                </a:cubicBezTo>
                <a:lnTo>
                  <a:pt x="71438" y="22957"/>
                </a:lnTo>
                <a:lnTo>
                  <a:pt x="90488" y="14101"/>
                </a:lnTo>
                <a:cubicBezTo>
                  <a:pt x="93613" y="12650"/>
                  <a:pt x="97036" y="11869"/>
                  <a:pt x="100496" y="11869"/>
                </a:cubicBezTo>
                <a:lnTo>
                  <a:pt x="166688" y="11906"/>
                </a:lnTo>
                <a:cubicBezTo>
                  <a:pt x="179822" y="11906"/>
                  <a:pt x="190500" y="22585"/>
                  <a:pt x="190500" y="35719"/>
                </a:cubicBezTo>
                <a:lnTo>
                  <a:pt x="190500" y="59531"/>
                </a:lnTo>
                <a:lnTo>
                  <a:pt x="119807" y="59531"/>
                </a:lnTo>
                <a:cubicBezTo>
                  <a:pt x="127881" y="63698"/>
                  <a:pt x="134764" y="69875"/>
                  <a:pt x="139787" y="77391"/>
                </a:cubicBezTo>
                <a:lnTo>
                  <a:pt x="190463" y="77391"/>
                </a:lnTo>
                <a:lnTo>
                  <a:pt x="190463" y="154781"/>
                </a:lnTo>
                <a:cubicBezTo>
                  <a:pt x="190463" y="167915"/>
                  <a:pt x="179784" y="178594"/>
                  <a:pt x="166650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close/>
                <a:moveTo>
                  <a:pt x="95250" y="71438"/>
                </a:moveTo>
                <a:cubicBezTo>
                  <a:pt x="82207" y="71017"/>
                  <a:pt x="69971" y="77735"/>
                  <a:pt x="63325" y="88965"/>
                </a:cubicBezTo>
                <a:cubicBezTo>
                  <a:pt x="56679" y="100195"/>
                  <a:pt x="56679" y="114154"/>
                  <a:pt x="63325" y="125385"/>
                </a:cubicBezTo>
                <a:cubicBezTo>
                  <a:pt x="69971" y="136615"/>
                  <a:pt x="82207" y="143333"/>
                  <a:pt x="95250" y="142912"/>
                </a:cubicBezTo>
                <a:cubicBezTo>
                  <a:pt x="108293" y="143333"/>
                  <a:pt x="120529" y="136615"/>
                  <a:pt x="127175" y="125385"/>
                </a:cubicBezTo>
                <a:cubicBezTo>
                  <a:pt x="133821" y="114154"/>
                  <a:pt x="133821" y="100195"/>
                  <a:pt x="127175" y="88965"/>
                </a:cubicBezTo>
                <a:cubicBezTo>
                  <a:pt x="120529" y="77735"/>
                  <a:pt x="108293" y="71017"/>
                  <a:pt x="95250" y="7143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752475" y="1350964"/>
            <a:ext cx="514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Collection Process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4350" y="17477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15950" y="1779488"/>
            <a:ext cx="11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" y="1731863"/>
            <a:ext cx="257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Registration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3600" y="1954113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 student details (Name, ID, Department)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4350" y="22557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04441" y="2287488"/>
            <a:ext cx="13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600" y="2239863"/>
            <a:ext cx="2063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Webcam Capture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3600" y="2462113"/>
            <a:ext cx="205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 </a:t>
            </a:r>
            <a:r>
              <a:rPr lang="en-US" sz="1000" dirty="0" smtClean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 </a:t>
            </a: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images per student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4350" y="27637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03845" y="2795488"/>
            <a:ext cx="13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3600" y="2747863"/>
            <a:ext cx="2166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Variation Capture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" y="2970113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Different angles, expressions, lighting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4350" y="32717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03945" y="3303488"/>
            <a:ext cx="13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3600" y="3255863"/>
            <a:ext cx="2333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Organized Storage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3600" y="3478113"/>
            <a:ext cx="232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Images saved in student-specific folders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0675" y="4133752"/>
            <a:ext cx="5673725" cy="2919412"/>
          </a:xfrm>
          <a:custGeom>
            <a:avLst/>
            <a:gdLst/>
            <a:ahLst/>
            <a:cxnLst/>
            <a:rect l="l" t="t" r="r" b="b"/>
            <a:pathLst>
              <a:path w="5673725" h="2919412">
                <a:moveTo>
                  <a:pt x="95260" y="0"/>
                </a:moveTo>
                <a:lnTo>
                  <a:pt x="5578465" y="0"/>
                </a:lnTo>
                <a:cubicBezTo>
                  <a:pt x="5631075" y="0"/>
                  <a:pt x="5673725" y="42650"/>
                  <a:pt x="5673725" y="95260"/>
                </a:cubicBezTo>
                <a:lnTo>
                  <a:pt x="5673725" y="2824152"/>
                </a:lnTo>
                <a:cubicBezTo>
                  <a:pt x="5673725" y="2876763"/>
                  <a:pt x="5631075" y="2919412"/>
                  <a:pt x="5578465" y="2919412"/>
                </a:cubicBezTo>
                <a:lnTo>
                  <a:pt x="95260" y="2919412"/>
                </a:lnTo>
                <a:cubicBezTo>
                  <a:pt x="42650" y="2919412"/>
                  <a:pt x="0" y="2876763"/>
                  <a:pt x="0" y="2824152"/>
                </a:cubicBezTo>
                <a:lnTo>
                  <a:pt x="0" y="95260"/>
                </a:lnTo>
                <a:cubicBezTo>
                  <a:pt x="0" y="42685"/>
                  <a:pt x="42685" y="0"/>
                  <a:pt x="95260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6256" y="455433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8930"/>
                </a:moveTo>
                <a:cubicBezTo>
                  <a:pt x="17859" y="3981"/>
                  <a:pt x="13878" y="0"/>
                  <a:pt x="8930" y="0"/>
                </a:cubicBezTo>
                <a:cubicBezTo>
                  <a:pt x="3981" y="0"/>
                  <a:pt x="0" y="3981"/>
                  <a:pt x="0" y="8930"/>
                </a:cubicBezTo>
                <a:lnTo>
                  <a:pt x="0" y="145852"/>
                </a:lnTo>
                <a:cubicBezTo>
                  <a:pt x="0" y="157349"/>
                  <a:pt x="9339" y="166688"/>
                  <a:pt x="20836" y="166688"/>
                </a:cubicBezTo>
                <a:lnTo>
                  <a:pt x="89297" y="166688"/>
                </a:lnTo>
                <a:lnTo>
                  <a:pt x="89297" y="148828"/>
                </a:lnTo>
                <a:lnTo>
                  <a:pt x="20836" y="148828"/>
                </a:lnTo>
                <a:cubicBezTo>
                  <a:pt x="19199" y="148828"/>
                  <a:pt x="17859" y="147489"/>
                  <a:pt x="17859" y="145852"/>
                </a:cubicBezTo>
                <a:lnTo>
                  <a:pt x="17859" y="59531"/>
                </a:lnTo>
                <a:lnTo>
                  <a:pt x="89297" y="59531"/>
                </a:lnTo>
                <a:lnTo>
                  <a:pt x="89297" y="41672"/>
                </a:lnTo>
                <a:lnTo>
                  <a:pt x="17859" y="41672"/>
                </a:lnTo>
                <a:lnTo>
                  <a:pt x="17859" y="8930"/>
                </a:lnTo>
                <a:close/>
                <a:moveTo>
                  <a:pt x="125016" y="83344"/>
                </a:moveTo>
                <a:lnTo>
                  <a:pt x="196453" y="83344"/>
                </a:lnTo>
                <a:cubicBezTo>
                  <a:pt x="206313" y="83344"/>
                  <a:pt x="214313" y="75344"/>
                  <a:pt x="214313" y="65484"/>
                </a:cubicBezTo>
                <a:lnTo>
                  <a:pt x="214313" y="29766"/>
                </a:lnTo>
                <a:cubicBezTo>
                  <a:pt x="214313" y="19906"/>
                  <a:pt x="206313" y="11906"/>
                  <a:pt x="196453" y="11906"/>
                </a:cubicBezTo>
                <a:lnTo>
                  <a:pt x="165683" y="11906"/>
                </a:lnTo>
                <a:cubicBezTo>
                  <a:pt x="162520" y="11906"/>
                  <a:pt x="159507" y="10641"/>
                  <a:pt x="157274" y="8409"/>
                </a:cubicBezTo>
                <a:lnTo>
                  <a:pt x="154074" y="5209"/>
                </a:lnTo>
                <a:cubicBezTo>
                  <a:pt x="150726" y="1860"/>
                  <a:pt x="146186" y="-37"/>
                  <a:pt x="141461" y="-37"/>
                </a:cubicBezTo>
                <a:lnTo>
                  <a:pt x="125016" y="0"/>
                </a:lnTo>
                <a:cubicBezTo>
                  <a:pt x="115156" y="0"/>
                  <a:pt x="107156" y="8000"/>
                  <a:pt x="107156" y="17859"/>
                </a:cubicBezTo>
                <a:lnTo>
                  <a:pt x="107156" y="65484"/>
                </a:lnTo>
                <a:cubicBezTo>
                  <a:pt x="107156" y="75344"/>
                  <a:pt x="115156" y="83344"/>
                  <a:pt x="125016" y="83344"/>
                </a:cubicBezTo>
                <a:close/>
                <a:moveTo>
                  <a:pt x="125016" y="190500"/>
                </a:moveTo>
                <a:lnTo>
                  <a:pt x="196453" y="190500"/>
                </a:lnTo>
                <a:cubicBezTo>
                  <a:pt x="206313" y="190500"/>
                  <a:pt x="214313" y="182500"/>
                  <a:pt x="214313" y="172641"/>
                </a:cubicBezTo>
                <a:lnTo>
                  <a:pt x="214313" y="136922"/>
                </a:lnTo>
                <a:cubicBezTo>
                  <a:pt x="214313" y="127062"/>
                  <a:pt x="206313" y="119063"/>
                  <a:pt x="196453" y="119063"/>
                </a:cubicBezTo>
                <a:lnTo>
                  <a:pt x="165683" y="119063"/>
                </a:lnTo>
                <a:cubicBezTo>
                  <a:pt x="162520" y="119063"/>
                  <a:pt x="159507" y="117797"/>
                  <a:pt x="157274" y="115565"/>
                </a:cubicBezTo>
                <a:lnTo>
                  <a:pt x="154074" y="112365"/>
                </a:lnTo>
                <a:cubicBezTo>
                  <a:pt x="150726" y="109017"/>
                  <a:pt x="146186" y="107119"/>
                  <a:pt x="141461" y="107119"/>
                </a:cubicBezTo>
                <a:lnTo>
                  <a:pt x="125016" y="107156"/>
                </a:lnTo>
                <a:cubicBezTo>
                  <a:pt x="115156" y="107156"/>
                  <a:pt x="107156" y="115156"/>
                  <a:pt x="107156" y="125016"/>
                </a:cubicBezTo>
                <a:lnTo>
                  <a:pt x="107156" y="172641"/>
                </a:lnTo>
                <a:cubicBezTo>
                  <a:pt x="107156" y="182500"/>
                  <a:pt x="115156" y="190500"/>
                  <a:pt x="125016" y="19050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752475" y="4522689"/>
            <a:ext cx="514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Structure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7525" y="4906763"/>
            <a:ext cx="5284788" cy="1752600"/>
          </a:xfrm>
          <a:custGeom>
            <a:avLst/>
            <a:gdLst/>
            <a:ahLst/>
            <a:cxnLst/>
            <a:rect l="l" t="t" r="r" b="b"/>
            <a:pathLst>
              <a:path w="5284788" h="1752600">
                <a:moveTo>
                  <a:pt x="63497" y="0"/>
                </a:moveTo>
                <a:lnTo>
                  <a:pt x="5221291" y="0"/>
                </a:lnTo>
                <a:cubicBezTo>
                  <a:pt x="5256359" y="0"/>
                  <a:pt x="5284788" y="28428"/>
                  <a:pt x="5284788" y="63497"/>
                </a:cubicBezTo>
                <a:lnTo>
                  <a:pt x="5284788" y="1689103"/>
                </a:lnTo>
                <a:cubicBezTo>
                  <a:pt x="5284788" y="1724172"/>
                  <a:pt x="5256359" y="1752600"/>
                  <a:pt x="5221291" y="1752600"/>
                </a:cubicBezTo>
                <a:lnTo>
                  <a:pt x="63497" y="1752600"/>
                </a:lnTo>
                <a:cubicBezTo>
                  <a:pt x="28428" y="1752600"/>
                  <a:pt x="0" y="1724172"/>
                  <a:pt x="0" y="16891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700" y="5036941"/>
            <a:ext cx="508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dataset/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4700" y="5259191"/>
            <a:ext cx="4953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├── student_001/</a:t>
            </a:r>
          </a:p>
        </p:txBody>
      </p:sp>
      <p:sp>
        <p:nvSpPr>
          <p:cNvPr id="31" name="Text 29"/>
          <p:cNvSpPr/>
          <p:nvPr/>
        </p:nvSpPr>
        <p:spPr>
          <a:xfrm>
            <a:off x="901700" y="5417941"/>
            <a:ext cx="482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├── img_001.jpg</a:t>
            </a:r>
          </a:p>
        </p:txBody>
      </p:sp>
      <p:sp>
        <p:nvSpPr>
          <p:cNvPr id="32" name="Text 30"/>
          <p:cNvSpPr/>
          <p:nvPr/>
        </p:nvSpPr>
        <p:spPr>
          <a:xfrm>
            <a:off x="901700" y="5576691"/>
            <a:ext cx="482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├── img_002.jpg</a:t>
            </a:r>
          </a:p>
        </p:txBody>
      </p:sp>
      <p:sp>
        <p:nvSpPr>
          <p:cNvPr id="33" name="Text 31"/>
          <p:cNvSpPr/>
          <p:nvPr/>
        </p:nvSpPr>
        <p:spPr>
          <a:xfrm>
            <a:off x="901700" y="5735441"/>
            <a:ext cx="482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└── ... (50-100 images)</a:t>
            </a:r>
          </a:p>
        </p:txBody>
      </p:sp>
      <p:sp>
        <p:nvSpPr>
          <p:cNvPr id="34" name="Text 32"/>
          <p:cNvSpPr/>
          <p:nvPr/>
        </p:nvSpPr>
        <p:spPr>
          <a:xfrm>
            <a:off x="774700" y="5894191"/>
            <a:ext cx="4953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├── student_002/</a:t>
            </a:r>
          </a:p>
        </p:txBody>
      </p:sp>
      <p:sp>
        <p:nvSpPr>
          <p:cNvPr id="35" name="Text 33"/>
          <p:cNvSpPr/>
          <p:nvPr/>
        </p:nvSpPr>
        <p:spPr>
          <a:xfrm>
            <a:off x="901700" y="6052941"/>
            <a:ext cx="482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├── img_001.jpg</a:t>
            </a:r>
          </a:p>
        </p:txBody>
      </p:sp>
      <p:sp>
        <p:nvSpPr>
          <p:cNvPr id="36" name="Text 34"/>
          <p:cNvSpPr/>
          <p:nvPr/>
        </p:nvSpPr>
        <p:spPr>
          <a:xfrm>
            <a:off x="901700" y="6211691"/>
            <a:ext cx="482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└── ...</a:t>
            </a:r>
          </a:p>
        </p:txBody>
      </p:sp>
      <p:sp>
        <p:nvSpPr>
          <p:cNvPr id="37" name="Text 35"/>
          <p:cNvSpPr/>
          <p:nvPr/>
        </p:nvSpPr>
        <p:spPr>
          <a:xfrm>
            <a:off x="774700" y="6370441"/>
            <a:ext cx="4953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└── student_00N/</a:t>
            </a:r>
          </a:p>
        </p:txBody>
      </p:sp>
      <p:sp>
        <p:nvSpPr>
          <p:cNvPr id="38" name="Shape 36"/>
          <p:cNvSpPr/>
          <p:nvPr/>
        </p:nvSpPr>
        <p:spPr>
          <a:xfrm>
            <a:off x="6194425" y="1050925"/>
            <a:ext cx="5673725" cy="3387725"/>
          </a:xfrm>
          <a:custGeom>
            <a:avLst/>
            <a:gdLst/>
            <a:ahLst/>
            <a:cxnLst/>
            <a:rect l="l" t="t" r="r" b="b"/>
            <a:pathLst>
              <a:path w="5673725" h="3387725">
                <a:moveTo>
                  <a:pt x="95263" y="0"/>
                </a:moveTo>
                <a:lnTo>
                  <a:pt x="5578462" y="0"/>
                </a:lnTo>
                <a:cubicBezTo>
                  <a:pt x="5631074" y="0"/>
                  <a:pt x="5673725" y="42651"/>
                  <a:pt x="5673725" y="95263"/>
                </a:cubicBezTo>
                <a:lnTo>
                  <a:pt x="5673725" y="3292462"/>
                </a:lnTo>
                <a:cubicBezTo>
                  <a:pt x="5673725" y="3345074"/>
                  <a:pt x="5631074" y="3387725"/>
                  <a:pt x="5578462" y="3387725"/>
                </a:cubicBezTo>
                <a:lnTo>
                  <a:pt x="95263" y="3387725"/>
                </a:lnTo>
                <a:cubicBezTo>
                  <a:pt x="42651" y="3387725"/>
                  <a:pt x="0" y="3345074"/>
                  <a:pt x="0" y="3292462"/>
                </a:cubicBezTo>
                <a:lnTo>
                  <a:pt x="0" y="95263"/>
                </a:lnTo>
                <a:cubicBezTo>
                  <a:pt x="0" y="42686"/>
                  <a:pt x="42686" y="0"/>
                  <a:pt x="95263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11912" y="12762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7107" y="23812"/>
                  <a:pt x="2753" y="26715"/>
                  <a:pt x="893" y="31179"/>
                </a:cubicBezTo>
                <a:cubicBezTo>
                  <a:pt x="-967" y="35644"/>
                  <a:pt x="74" y="40742"/>
                  <a:pt x="3497" y="44128"/>
                </a:cubicBezTo>
                <a:lnTo>
                  <a:pt x="71438" y="112105"/>
                </a:lnTo>
                <a:lnTo>
                  <a:pt x="71438" y="154781"/>
                </a:lnTo>
                <a:cubicBezTo>
                  <a:pt x="71438" y="157944"/>
                  <a:pt x="72703" y="160958"/>
                  <a:pt x="74935" y="163190"/>
                </a:cubicBezTo>
                <a:lnTo>
                  <a:pt x="98747" y="187003"/>
                </a:lnTo>
                <a:cubicBezTo>
                  <a:pt x="102171" y="190426"/>
                  <a:pt x="107268" y="191430"/>
                  <a:pt x="111733" y="189570"/>
                </a:cubicBezTo>
                <a:cubicBezTo>
                  <a:pt x="116198" y="187709"/>
                  <a:pt x="119063" y="183393"/>
                  <a:pt x="119063" y="178594"/>
                </a:cubicBezTo>
                <a:lnTo>
                  <a:pt x="119063" y="112105"/>
                </a:lnTo>
                <a:lnTo>
                  <a:pt x="187003" y="44165"/>
                </a:lnTo>
                <a:cubicBezTo>
                  <a:pt x="190426" y="40742"/>
                  <a:pt x="191430" y="35644"/>
                  <a:pt x="189570" y="31179"/>
                </a:cubicBezTo>
                <a:cubicBezTo>
                  <a:pt x="187709" y="26715"/>
                  <a:pt x="183393" y="23812"/>
                  <a:pt x="178594" y="23812"/>
                </a:cubicBezTo>
                <a:lnTo>
                  <a:pt x="11906" y="2381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6626225" y="1244602"/>
            <a:ext cx="514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 Steps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91275" y="1628677"/>
            <a:ext cx="5284788" cy="577850"/>
          </a:xfrm>
          <a:custGeom>
            <a:avLst/>
            <a:gdLst/>
            <a:ahLst/>
            <a:cxnLst/>
            <a:rect l="l" t="t" r="r" b="b"/>
            <a:pathLst>
              <a:path w="5284788" h="577850">
                <a:moveTo>
                  <a:pt x="63500" y="0"/>
                </a:moveTo>
                <a:lnTo>
                  <a:pt x="5221288" y="0"/>
                </a:lnTo>
                <a:cubicBezTo>
                  <a:pt x="5256358" y="0"/>
                  <a:pt x="5284788" y="28430"/>
                  <a:pt x="5284788" y="63500"/>
                </a:cubicBezTo>
                <a:lnTo>
                  <a:pt x="5284788" y="514350"/>
                </a:lnTo>
                <a:cubicBezTo>
                  <a:pt x="5284788" y="549420"/>
                  <a:pt x="5256358" y="577850"/>
                  <a:pt x="52212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05575" y="17588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03188" y="51594"/>
                </a:moveTo>
                <a:cubicBezTo>
                  <a:pt x="103188" y="62979"/>
                  <a:pt x="99492" y="73496"/>
                  <a:pt x="93266" y="82029"/>
                </a:cubicBezTo>
                <a:lnTo>
                  <a:pt x="124668" y="113457"/>
                </a:lnTo>
                <a:cubicBezTo>
                  <a:pt x="127769" y="116557"/>
                  <a:pt x="127769" y="121593"/>
                  <a:pt x="124668" y="124693"/>
                </a:cubicBezTo>
                <a:cubicBezTo>
                  <a:pt x="121568" y="127794"/>
                  <a:pt x="116532" y="127794"/>
                  <a:pt x="113432" y="124693"/>
                </a:cubicBezTo>
                <a:lnTo>
                  <a:pt x="82029" y="93266"/>
                </a:lnTo>
                <a:cubicBezTo>
                  <a:pt x="73496" y="99492"/>
                  <a:pt x="62979" y="103188"/>
                  <a:pt x="51594" y="103188"/>
                </a:cubicBezTo>
                <a:cubicBezTo>
                  <a:pt x="23093" y="103188"/>
                  <a:pt x="0" y="80094"/>
                  <a:pt x="0" y="51594"/>
                </a:cubicBezTo>
                <a:cubicBezTo>
                  <a:pt x="0" y="23093"/>
                  <a:pt x="23093" y="0"/>
                  <a:pt x="51594" y="0"/>
                </a:cubicBezTo>
                <a:cubicBezTo>
                  <a:pt x="80094" y="0"/>
                  <a:pt x="103188" y="23093"/>
                  <a:pt x="103188" y="51594"/>
                </a:cubicBezTo>
                <a:close/>
                <a:moveTo>
                  <a:pt x="51594" y="87313"/>
                </a:moveTo>
                <a:cubicBezTo>
                  <a:pt x="71307" y="87313"/>
                  <a:pt x="87313" y="71307"/>
                  <a:pt x="87313" y="51594"/>
                </a:cubicBezTo>
                <a:cubicBezTo>
                  <a:pt x="87313" y="31880"/>
                  <a:pt x="71307" y="15875"/>
                  <a:pt x="51594" y="15875"/>
                </a:cubicBezTo>
                <a:cubicBezTo>
                  <a:pt x="31880" y="15875"/>
                  <a:pt x="15875" y="31880"/>
                  <a:pt x="15875" y="51594"/>
                </a:cubicBezTo>
                <a:cubicBezTo>
                  <a:pt x="15875" y="71307"/>
                  <a:pt x="31880" y="87313"/>
                  <a:pt x="51594" y="8731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6711950" y="1727100"/>
            <a:ext cx="91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Detection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89700" y="1949350"/>
            <a:ext cx="514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OpenCV Haar Cascade detects faces in images</a:t>
            </a:r>
          </a:p>
        </p:txBody>
      </p:sp>
      <p:sp>
        <p:nvSpPr>
          <p:cNvPr id="45" name="Shape 43"/>
          <p:cNvSpPr/>
          <p:nvPr/>
        </p:nvSpPr>
        <p:spPr>
          <a:xfrm>
            <a:off x="6391275" y="2308127"/>
            <a:ext cx="5284788" cy="577850"/>
          </a:xfrm>
          <a:custGeom>
            <a:avLst/>
            <a:gdLst/>
            <a:ahLst/>
            <a:cxnLst/>
            <a:rect l="l" t="t" r="r" b="b"/>
            <a:pathLst>
              <a:path w="5284788" h="577850">
                <a:moveTo>
                  <a:pt x="63500" y="0"/>
                </a:moveTo>
                <a:lnTo>
                  <a:pt x="5221288" y="0"/>
                </a:lnTo>
                <a:cubicBezTo>
                  <a:pt x="5256358" y="0"/>
                  <a:pt x="5284788" y="28430"/>
                  <a:pt x="5284788" y="63500"/>
                </a:cubicBezTo>
                <a:lnTo>
                  <a:pt x="5284788" y="514350"/>
                </a:lnTo>
                <a:cubicBezTo>
                  <a:pt x="5284788" y="549420"/>
                  <a:pt x="5256358" y="577850"/>
                  <a:pt x="52212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05575" y="243830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1125" y="27112"/>
                </a:moveTo>
                <a:lnTo>
                  <a:pt x="124668" y="13568"/>
                </a:lnTo>
                <a:cubicBezTo>
                  <a:pt x="127769" y="10468"/>
                  <a:pt x="127769" y="5432"/>
                  <a:pt x="124668" y="2332"/>
                </a:cubicBezTo>
                <a:cubicBezTo>
                  <a:pt x="121568" y="-769"/>
                  <a:pt x="116532" y="-769"/>
                  <a:pt x="113432" y="2332"/>
                </a:cubicBezTo>
                <a:lnTo>
                  <a:pt x="99888" y="15875"/>
                </a:lnTo>
                <a:lnTo>
                  <a:pt x="43656" y="15875"/>
                </a:lnTo>
                <a:lnTo>
                  <a:pt x="43656" y="31750"/>
                </a:lnTo>
                <a:lnTo>
                  <a:pt x="84013" y="31750"/>
                </a:lnTo>
                <a:lnTo>
                  <a:pt x="31750" y="84013"/>
                </a:lnTo>
                <a:lnTo>
                  <a:pt x="31750" y="7938"/>
                </a:lnTo>
                <a:cubicBezTo>
                  <a:pt x="31750" y="3547"/>
                  <a:pt x="28203" y="0"/>
                  <a:pt x="23812" y="0"/>
                </a:cubicBezTo>
                <a:cubicBezTo>
                  <a:pt x="19422" y="0"/>
                  <a:pt x="15875" y="3547"/>
                  <a:pt x="15875" y="7938"/>
                </a:cubicBezTo>
                <a:lnTo>
                  <a:pt x="15875" y="15875"/>
                </a:lnTo>
                <a:lnTo>
                  <a:pt x="7938" y="15875"/>
                </a:lnTo>
                <a:cubicBezTo>
                  <a:pt x="3547" y="15875"/>
                  <a:pt x="0" y="19422"/>
                  <a:pt x="0" y="23812"/>
                </a:cubicBezTo>
                <a:cubicBezTo>
                  <a:pt x="0" y="28203"/>
                  <a:pt x="3547" y="31750"/>
                  <a:pt x="7938" y="31750"/>
                </a:cubicBezTo>
                <a:lnTo>
                  <a:pt x="15875" y="31750"/>
                </a:lnTo>
                <a:lnTo>
                  <a:pt x="15875" y="95250"/>
                </a:lnTo>
                <a:cubicBezTo>
                  <a:pt x="15875" y="104006"/>
                  <a:pt x="22994" y="111125"/>
                  <a:pt x="31750" y="111125"/>
                </a:cubicBezTo>
                <a:lnTo>
                  <a:pt x="83344" y="111125"/>
                </a:lnTo>
                <a:lnTo>
                  <a:pt x="83344" y="95250"/>
                </a:lnTo>
                <a:lnTo>
                  <a:pt x="42987" y="95250"/>
                </a:lnTo>
                <a:lnTo>
                  <a:pt x="95250" y="42987"/>
                </a:lnTo>
                <a:lnTo>
                  <a:pt x="95250" y="119063"/>
                </a:lnTo>
                <a:cubicBezTo>
                  <a:pt x="95250" y="123453"/>
                  <a:pt x="98797" y="127000"/>
                  <a:pt x="103188" y="127000"/>
                </a:cubicBezTo>
                <a:cubicBezTo>
                  <a:pt x="107578" y="127000"/>
                  <a:pt x="111125" y="123453"/>
                  <a:pt x="111125" y="119063"/>
                </a:cubicBezTo>
                <a:lnTo>
                  <a:pt x="111125" y="111125"/>
                </a:lnTo>
                <a:lnTo>
                  <a:pt x="119063" y="111125"/>
                </a:lnTo>
                <a:cubicBezTo>
                  <a:pt x="123453" y="111125"/>
                  <a:pt x="127000" y="107578"/>
                  <a:pt x="127000" y="103188"/>
                </a:cubicBezTo>
                <a:cubicBezTo>
                  <a:pt x="127000" y="98797"/>
                  <a:pt x="123453" y="95250"/>
                  <a:pt x="119063" y="95250"/>
                </a:cubicBezTo>
                <a:lnTo>
                  <a:pt x="111125" y="95250"/>
                </a:lnTo>
                <a:lnTo>
                  <a:pt x="111125" y="2711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6711950" y="2406551"/>
            <a:ext cx="88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Cropping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89700" y="2628801"/>
            <a:ext cx="514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 only the face region from full image</a:t>
            </a:r>
          </a:p>
        </p:txBody>
      </p:sp>
      <p:sp>
        <p:nvSpPr>
          <p:cNvPr id="49" name="Shape 47"/>
          <p:cNvSpPr/>
          <p:nvPr/>
        </p:nvSpPr>
        <p:spPr>
          <a:xfrm>
            <a:off x="6391275" y="2987578"/>
            <a:ext cx="5284788" cy="577850"/>
          </a:xfrm>
          <a:custGeom>
            <a:avLst/>
            <a:gdLst/>
            <a:ahLst/>
            <a:cxnLst/>
            <a:rect l="l" t="t" r="r" b="b"/>
            <a:pathLst>
              <a:path w="5284788" h="577850">
                <a:moveTo>
                  <a:pt x="63500" y="0"/>
                </a:moveTo>
                <a:lnTo>
                  <a:pt x="5221288" y="0"/>
                </a:lnTo>
                <a:cubicBezTo>
                  <a:pt x="5256358" y="0"/>
                  <a:pt x="5284788" y="28430"/>
                  <a:pt x="5284788" y="63500"/>
                </a:cubicBezTo>
                <a:lnTo>
                  <a:pt x="5284788" y="514350"/>
                </a:lnTo>
                <a:cubicBezTo>
                  <a:pt x="5284788" y="549420"/>
                  <a:pt x="5256358" y="577850"/>
                  <a:pt x="52212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13513" y="3117752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7938" y="7938"/>
                </a:moveTo>
                <a:cubicBezTo>
                  <a:pt x="3547" y="7938"/>
                  <a:pt x="0" y="11485"/>
                  <a:pt x="0" y="15875"/>
                </a:cubicBezTo>
                <a:lnTo>
                  <a:pt x="0" y="39688"/>
                </a:lnTo>
                <a:cubicBezTo>
                  <a:pt x="0" y="44078"/>
                  <a:pt x="3547" y="47625"/>
                  <a:pt x="7938" y="47625"/>
                </a:cubicBezTo>
                <a:cubicBezTo>
                  <a:pt x="12328" y="47625"/>
                  <a:pt x="15875" y="44078"/>
                  <a:pt x="15875" y="39688"/>
                </a:cubicBezTo>
                <a:lnTo>
                  <a:pt x="15875" y="23812"/>
                </a:lnTo>
                <a:lnTo>
                  <a:pt x="31750" y="23812"/>
                </a:lnTo>
                <a:cubicBezTo>
                  <a:pt x="36140" y="23812"/>
                  <a:pt x="39688" y="20265"/>
                  <a:pt x="39688" y="15875"/>
                </a:cubicBezTo>
                <a:cubicBezTo>
                  <a:pt x="39688" y="11485"/>
                  <a:pt x="36140" y="7938"/>
                  <a:pt x="31750" y="7938"/>
                </a:cubicBezTo>
                <a:lnTo>
                  <a:pt x="7938" y="7938"/>
                </a:lnTo>
                <a:close/>
                <a:moveTo>
                  <a:pt x="15875" y="87313"/>
                </a:moveTo>
                <a:cubicBezTo>
                  <a:pt x="15875" y="82922"/>
                  <a:pt x="12328" y="79375"/>
                  <a:pt x="7938" y="79375"/>
                </a:cubicBezTo>
                <a:cubicBezTo>
                  <a:pt x="3547" y="79375"/>
                  <a:pt x="0" y="82922"/>
                  <a:pt x="0" y="87313"/>
                </a:cubicBezTo>
                <a:lnTo>
                  <a:pt x="0" y="111125"/>
                </a:lnTo>
                <a:cubicBezTo>
                  <a:pt x="0" y="115515"/>
                  <a:pt x="3547" y="119063"/>
                  <a:pt x="7938" y="119063"/>
                </a:cubicBezTo>
                <a:lnTo>
                  <a:pt x="31750" y="119063"/>
                </a:lnTo>
                <a:cubicBezTo>
                  <a:pt x="36140" y="119063"/>
                  <a:pt x="39688" y="115515"/>
                  <a:pt x="39688" y="111125"/>
                </a:cubicBezTo>
                <a:cubicBezTo>
                  <a:pt x="39688" y="106735"/>
                  <a:pt x="36140" y="103188"/>
                  <a:pt x="31750" y="103188"/>
                </a:cubicBezTo>
                <a:lnTo>
                  <a:pt x="15875" y="103188"/>
                </a:lnTo>
                <a:lnTo>
                  <a:pt x="15875" y="87313"/>
                </a:lnTo>
                <a:close/>
                <a:moveTo>
                  <a:pt x="79375" y="7938"/>
                </a:moveTo>
                <a:cubicBezTo>
                  <a:pt x="74985" y="7938"/>
                  <a:pt x="71438" y="11485"/>
                  <a:pt x="71438" y="15875"/>
                </a:cubicBezTo>
                <a:cubicBezTo>
                  <a:pt x="71438" y="20265"/>
                  <a:pt x="74985" y="23812"/>
                  <a:pt x="79375" y="23812"/>
                </a:cubicBezTo>
                <a:lnTo>
                  <a:pt x="95250" y="23812"/>
                </a:lnTo>
                <a:lnTo>
                  <a:pt x="95250" y="39688"/>
                </a:lnTo>
                <a:cubicBezTo>
                  <a:pt x="95250" y="44078"/>
                  <a:pt x="98797" y="47625"/>
                  <a:pt x="103188" y="47625"/>
                </a:cubicBezTo>
                <a:cubicBezTo>
                  <a:pt x="107578" y="47625"/>
                  <a:pt x="111125" y="44078"/>
                  <a:pt x="111125" y="39688"/>
                </a:cubicBezTo>
                <a:lnTo>
                  <a:pt x="111125" y="15875"/>
                </a:lnTo>
                <a:cubicBezTo>
                  <a:pt x="111125" y="11485"/>
                  <a:pt x="107578" y="7938"/>
                  <a:pt x="103188" y="7938"/>
                </a:cubicBezTo>
                <a:lnTo>
                  <a:pt x="79375" y="7938"/>
                </a:lnTo>
                <a:close/>
                <a:moveTo>
                  <a:pt x="111125" y="87313"/>
                </a:moveTo>
                <a:cubicBezTo>
                  <a:pt x="111125" y="82922"/>
                  <a:pt x="107578" y="79375"/>
                  <a:pt x="103188" y="79375"/>
                </a:cubicBezTo>
                <a:cubicBezTo>
                  <a:pt x="98797" y="79375"/>
                  <a:pt x="95250" y="82922"/>
                  <a:pt x="95250" y="87313"/>
                </a:cubicBezTo>
                <a:lnTo>
                  <a:pt x="95250" y="103188"/>
                </a:lnTo>
                <a:lnTo>
                  <a:pt x="79375" y="103188"/>
                </a:lnTo>
                <a:cubicBezTo>
                  <a:pt x="74985" y="103188"/>
                  <a:pt x="71438" y="106735"/>
                  <a:pt x="71438" y="111125"/>
                </a:cubicBezTo>
                <a:cubicBezTo>
                  <a:pt x="71438" y="115515"/>
                  <a:pt x="74985" y="119063"/>
                  <a:pt x="79375" y="119063"/>
                </a:cubicBezTo>
                <a:lnTo>
                  <a:pt x="103188" y="119063"/>
                </a:lnTo>
                <a:cubicBezTo>
                  <a:pt x="107578" y="119063"/>
                  <a:pt x="111125" y="115515"/>
                  <a:pt x="111125" y="111125"/>
                </a:cubicBezTo>
                <a:lnTo>
                  <a:pt x="111125" y="8731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1" name="Text 49"/>
          <p:cNvSpPr/>
          <p:nvPr/>
        </p:nvSpPr>
        <p:spPr>
          <a:xfrm>
            <a:off x="6711950" y="3086002"/>
            <a:ext cx="531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Resizing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89700" y="3308252"/>
            <a:ext cx="514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Standardize to 100x100 or 150x150 pixels</a:t>
            </a:r>
          </a:p>
        </p:txBody>
      </p:sp>
      <p:sp>
        <p:nvSpPr>
          <p:cNvPr id="53" name="Shape 51"/>
          <p:cNvSpPr/>
          <p:nvPr/>
        </p:nvSpPr>
        <p:spPr>
          <a:xfrm>
            <a:off x="6391275" y="3667025"/>
            <a:ext cx="5284788" cy="577850"/>
          </a:xfrm>
          <a:custGeom>
            <a:avLst/>
            <a:gdLst/>
            <a:ahLst/>
            <a:cxnLst/>
            <a:rect l="l" t="t" r="r" b="b"/>
            <a:pathLst>
              <a:path w="5284788" h="577850">
                <a:moveTo>
                  <a:pt x="63500" y="0"/>
                </a:moveTo>
                <a:lnTo>
                  <a:pt x="5221288" y="0"/>
                </a:lnTo>
                <a:cubicBezTo>
                  <a:pt x="5256358" y="0"/>
                  <a:pt x="5284788" y="28430"/>
                  <a:pt x="5284788" y="63500"/>
                </a:cubicBezTo>
                <a:lnTo>
                  <a:pt x="5284788" y="514350"/>
                </a:lnTo>
                <a:cubicBezTo>
                  <a:pt x="5284788" y="549420"/>
                  <a:pt x="5256358" y="577850"/>
                  <a:pt x="52212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05575" y="379720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7000" y="63500"/>
                </a:moveTo>
                <a:cubicBezTo>
                  <a:pt x="127000" y="63723"/>
                  <a:pt x="127000" y="63946"/>
                  <a:pt x="127000" y="64170"/>
                </a:cubicBezTo>
                <a:cubicBezTo>
                  <a:pt x="126901" y="73223"/>
                  <a:pt x="118666" y="79375"/>
                  <a:pt x="109612" y="79375"/>
                </a:cubicBezTo>
                <a:lnTo>
                  <a:pt x="85328" y="79375"/>
                </a:lnTo>
                <a:cubicBezTo>
                  <a:pt x="78755" y="79375"/>
                  <a:pt x="73422" y="84708"/>
                  <a:pt x="73422" y="91281"/>
                </a:cubicBezTo>
                <a:cubicBezTo>
                  <a:pt x="73422" y="92125"/>
                  <a:pt x="73521" y="92943"/>
                  <a:pt x="73670" y="93737"/>
                </a:cubicBezTo>
                <a:cubicBezTo>
                  <a:pt x="74191" y="96267"/>
                  <a:pt x="75282" y="98698"/>
                  <a:pt x="76349" y="101154"/>
                </a:cubicBezTo>
                <a:cubicBezTo>
                  <a:pt x="77862" y="104577"/>
                  <a:pt x="79350" y="107975"/>
                  <a:pt x="79350" y="111571"/>
                </a:cubicBezTo>
                <a:cubicBezTo>
                  <a:pt x="79350" y="119459"/>
                  <a:pt x="73992" y="126628"/>
                  <a:pt x="66104" y="126950"/>
                </a:cubicBezTo>
                <a:cubicBezTo>
                  <a:pt x="65236" y="126975"/>
                  <a:pt x="64368" y="127000"/>
                  <a:pt x="63475" y="127000"/>
                </a:cubicBezTo>
                <a:cubicBezTo>
                  <a:pt x="28401" y="127000"/>
                  <a:pt x="-25" y="98574"/>
                  <a:pt x="-25" y="63500"/>
                </a:cubicBezTo>
                <a:cubicBezTo>
                  <a:pt x="-25" y="28426"/>
                  <a:pt x="28426" y="0"/>
                  <a:pt x="63500" y="0"/>
                </a:cubicBezTo>
                <a:cubicBezTo>
                  <a:pt x="98574" y="0"/>
                  <a:pt x="127000" y="28426"/>
                  <a:pt x="127000" y="63500"/>
                </a:cubicBezTo>
                <a:close/>
                <a:moveTo>
                  <a:pt x="31750" y="71438"/>
                </a:moveTo>
                <a:cubicBezTo>
                  <a:pt x="31750" y="67057"/>
                  <a:pt x="28193" y="63500"/>
                  <a:pt x="23812" y="63500"/>
                </a:cubicBezTo>
                <a:cubicBezTo>
                  <a:pt x="19432" y="63500"/>
                  <a:pt x="15875" y="67057"/>
                  <a:pt x="15875" y="71438"/>
                </a:cubicBezTo>
                <a:cubicBezTo>
                  <a:pt x="15875" y="75818"/>
                  <a:pt x="19432" y="79375"/>
                  <a:pt x="23812" y="79375"/>
                </a:cubicBezTo>
                <a:cubicBezTo>
                  <a:pt x="28193" y="79375"/>
                  <a:pt x="31750" y="75818"/>
                  <a:pt x="31750" y="71438"/>
                </a:cubicBezTo>
                <a:close/>
                <a:moveTo>
                  <a:pt x="31750" y="47625"/>
                </a:moveTo>
                <a:cubicBezTo>
                  <a:pt x="36131" y="47625"/>
                  <a:pt x="39688" y="44068"/>
                  <a:pt x="39688" y="39688"/>
                </a:cubicBezTo>
                <a:cubicBezTo>
                  <a:pt x="39688" y="35307"/>
                  <a:pt x="36131" y="31750"/>
                  <a:pt x="31750" y="31750"/>
                </a:cubicBezTo>
                <a:cubicBezTo>
                  <a:pt x="27369" y="31750"/>
                  <a:pt x="23812" y="35307"/>
                  <a:pt x="23812" y="39688"/>
                </a:cubicBezTo>
                <a:cubicBezTo>
                  <a:pt x="23812" y="44068"/>
                  <a:pt x="27369" y="47625"/>
                  <a:pt x="31750" y="47625"/>
                </a:cubicBezTo>
                <a:close/>
                <a:moveTo>
                  <a:pt x="71438" y="23812"/>
                </a:moveTo>
                <a:cubicBezTo>
                  <a:pt x="71438" y="19432"/>
                  <a:pt x="67881" y="15875"/>
                  <a:pt x="63500" y="15875"/>
                </a:cubicBezTo>
                <a:cubicBezTo>
                  <a:pt x="59119" y="15875"/>
                  <a:pt x="55563" y="19432"/>
                  <a:pt x="55563" y="23812"/>
                </a:cubicBezTo>
                <a:cubicBezTo>
                  <a:pt x="55563" y="28193"/>
                  <a:pt x="59119" y="31750"/>
                  <a:pt x="63500" y="31750"/>
                </a:cubicBezTo>
                <a:cubicBezTo>
                  <a:pt x="67881" y="31750"/>
                  <a:pt x="71438" y="28193"/>
                  <a:pt x="71438" y="23812"/>
                </a:cubicBezTo>
                <a:close/>
                <a:moveTo>
                  <a:pt x="95250" y="47625"/>
                </a:moveTo>
                <a:cubicBezTo>
                  <a:pt x="99631" y="47625"/>
                  <a:pt x="103188" y="44068"/>
                  <a:pt x="103188" y="39688"/>
                </a:cubicBezTo>
                <a:cubicBezTo>
                  <a:pt x="103188" y="35307"/>
                  <a:pt x="99631" y="31750"/>
                  <a:pt x="95250" y="31750"/>
                </a:cubicBezTo>
                <a:cubicBezTo>
                  <a:pt x="90869" y="31750"/>
                  <a:pt x="87313" y="35307"/>
                  <a:pt x="87313" y="39688"/>
                </a:cubicBezTo>
                <a:cubicBezTo>
                  <a:pt x="87313" y="44068"/>
                  <a:pt x="90869" y="47625"/>
                  <a:pt x="95250" y="4762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5" name="Text 53"/>
          <p:cNvSpPr/>
          <p:nvPr/>
        </p:nvSpPr>
        <p:spPr>
          <a:xfrm>
            <a:off x="6711950" y="3765452"/>
            <a:ext cx="1277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Grayscale Conversion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89700" y="3987702"/>
            <a:ext cx="514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dimensionality, improve processing speed</a:t>
            </a:r>
          </a:p>
        </p:txBody>
      </p:sp>
      <p:sp>
        <p:nvSpPr>
          <p:cNvPr id="57" name="Shape 55"/>
          <p:cNvSpPr/>
          <p:nvPr/>
        </p:nvSpPr>
        <p:spPr>
          <a:xfrm>
            <a:off x="6194425" y="4606828"/>
            <a:ext cx="5673725" cy="2443162"/>
          </a:xfrm>
          <a:custGeom>
            <a:avLst/>
            <a:gdLst/>
            <a:ahLst/>
            <a:cxnLst/>
            <a:rect l="l" t="t" r="r" b="b"/>
            <a:pathLst>
              <a:path w="5673725" h="2443162">
                <a:moveTo>
                  <a:pt x="95259" y="0"/>
                </a:moveTo>
                <a:lnTo>
                  <a:pt x="5578466" y="0"/>
                </a:lnTo>
                <a:cubicBezTo>
                  <a:pt x="5631076" y="0"/>
                  <a:pt x="5673725" y="42649"/>
                  <a:pt x="5673725" y="95259"/>
                </a:cubicBezTo>
                <a:lnTo>
                  <a:pt x="5673725" y="2347904"/>
                </a:lnTo>
                <a:cubicBezTo>
                  <a:pt x="5673725" y="2400514"/>
                  <a:pt x="5631076" y="2443163"/>
                  <a:pt x="5578466" y="2443162"/>
                </a:cubicBezTo>
                <a:lnTo>
                  <a:pt x="95259" y="2443162"/>
                </a:lnTo>
                <a:cubicBezTo>
                  <a:pt x="42649" y="2443162"/>
                  <a:pt x="0" y="2400514"/>
                  <a:pt x="0" y="2347904"/>
                </a:cubicBezTo>
                <a:lnTo>
                  <a:pt x="0" y="95259"/>
                </a:lnTo>
                <a:cubicBezTo>
                  <a:pt x="0" y="42649"/>
                  <a:pt x="42649" y="0"/>
                  <a:pt x="95259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88100" y="4800502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Statistics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91275" y="5184576"/>
            <a:ext cx="2578100" cy="768350"/>
          </a:xfrm>
          <a:custGeom>
            <a:avLst/>
            <a:gdLst/>
            <a:ahLst/>
            <a:cxnLst/>
            <a:rect l="l" t="t" r="r" b="b"/>
            <a:pathLst>
              <a:path w="2578100" h="768350">
                <a:moveTo>
                  <a:pt x="63496" y="0"/>
                </a:moveTo>
                <a:lnTo>
                  <a:pt x="2514604" y="0"/>
                </a:lnTo>
                <a:cubicBezTo>
                  <a:pt x="2549672" y="0"/>
                  <a:pt x="2578100" y="28428"/>
                  <a:pt x="2578100" y="63496"/>
                </a:cubicBezTo>
                <a:lnTo>
                  <a:pt x="2578100" y="704854"/>
                </a:lnTo>
                <a:cubicBezTo>
                  <a:pt x="2578100" y="739922"/>
                  <a:pt x="2549672" y="768350"/>
                  <a:pt x="2514604" y="768350"/>
                </a:cubicBezTo>
                <a:lnTo>
                  <a:pt x="63496" y="768350"/>
                </a:lnTo>
                <a:cubicBezTo>
                  <a:pt x="28428" y="768350"/>
                  <a:pt x="0" y="739922"/>
                  <a:pt x="0" y="704854"/>
                </a:cubicBezTo>
                <a:lnTo>
                  <a:pt x="0" y="63496"/>
                </a:lnTo>
                <a:cubicBezTo>
                  <a:pt x="0" y="28428"/>
                  <a:pt x="28428" y="0"/>
                  <a:pt x="63496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50013" y="5314753"/>
            <a:ext cx="24606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 smtClean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93669" y="5664003"/>
            <a:ext cx="237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Images per student</a:t>
            </a:r>
          </a:p>
        </p:txBody>
      </p:sp>
      <p:sp>
        <p:nvSpPr>
          <p:cNvPr id="62" name="Shape 60"/>
          <p:cNvSpPr/>
          <p:nvPr/>
        </p:nvSpPr>
        <p:spPr>
          <a:xfrm>
            <a:off x="9099550" y="5184576"/>
            <a:ext cx="2578100" cy="768350"/>
          </a:xfrm>
          <a:custGeom>
            <a:avLst/>
            <a:gdLst/>
            <a:ahLst/>
            <a:cxnLst/>
            <a:rect l="l" t="t" r="r" b="b"/>
            <a:pathLst>
              <a:path w="2578100" h="768350">
                <a:moveTo>
                  <a:pt x="63496" y="0"/>
                </a:moveTo>
                <a:lnTo>
                  <a:pt x="2514604" y="0"/>
                </a:lnTo>
                <a:cubicBezTo>
                  <a:pt x="2549672" y="0"/>
                  <a:pt x="2578100" y="28428"/>
                  <a:pt x="2578100" y="63496"/>
                </a:cubicBezTo>
                <a:lnTo>
                  <a:pt x="2578100" y="704854"/>
                </a:lnTo>
                <a:cubicBezTo>
                  <a:pt x="2578100" y="739922"/>
                  <a:pt x="2549672" y="768350"/>
                  <a:pt x="2514604" y="768350"/>
                </a:cubicBezTo>
                <a:lnTo>
                  <a:pt x="63496" y="768350"/>
                </a:lnTo>
                <a:cubicBezTo>
                  <a:pt x="28428" y="768350"/>
                  <a:pt x="0" y="739922"/>
                  <a:pt x="0" y="704854"/>
                </a:cubicBezTo>
                <a:lnTo>
                  <a:pt x="0" y="63496"/>
                </a:lnTo>
                <a:cubicBezTo>
                  <a:pt x="0" y="28428"/>
                  <a:pt x="28428" y="0"/>
                  <a:pt x="63496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58288" y="5314753"/>
            <a:ext cx="24606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100×100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201944" y="5664003"/>
            <a:ext cx="237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image size</a:t>
            </a:r>
          </a:p>
        </p:txBody>
      </p:sp>
      <p:sp>
        <p:nvSpPr>
          <p:cNvPr id="65" name="Shape 63"/>
          <p:cNvSpPr/>
          <p:nvPr/>
        </p:nvSpPr>
        <p:spPr>
          <a:xfrm>
            <a:off x="6391275" y="6086277"/>
            <a:ext cx="2578100" cy="768350"/>
          </a:xfrm>
          <a:custGeom>
            <a:avLst/>
            <a:gdLst/>
            <a:ahLst/>
            <a:cxnLst/>
            <a:rect l="l" t="t" r="r" b="b"/>
            <a:pathLst>
              <a:path w="2578100" h="768350">
                <a:moveTo>
                  <a:pt x="63496" y="0"/>
                </a:moveTo>
                <a:lnTo>
                  <a:pt x="2514604" y="0"/>
                </a:lnTo>
                <a:cubicBezTo>
                  <a:pt x="2549672" y="0"/>
                  <a:pt x="2578100" y="28428"/>
                  <a:pt x="2578100" y="63496"/>
                </a:cubicBezTo>
                <a:lnTo>
                  <a:pt x="2578100" y="704854"/>
                </a:lnTo>
                <a:cubicBezTo>
                  <a:pt x="2578100" y="739922"/>
                  <a:pt x="2549672" y="768350"/>
                  <a:pt x="2514604" y="768350"/>
                </a:cubicBezTo>
                <a:lnTo>
                  <a:pt x="63496" y="768350"/>
                </a:lnTo>
                <a:cubicBezTo>
                  <a:pt x="28428" y="768350"/>
                  <a:pt x="0" y="739922"/>
                  <a:pt x="0" y="704854"/>
                </a:cubicBezTo>
                <a:lnTo>
                  <a:pt x="0" y="63496"/>
                </a:lnTo>
                <a:cubicBezTo>
                  <a:pt x="0" y="28428"/>
                  <a:pt x="28428" y="0"/>
                  <a:pt x="63496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50013" y="6216454"/>
            <a:ext cx="24606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Grayscale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493669" y="6565704"/>
            <a:ext cx="237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Color format</a:t>
            </a:r>
          </a:p>
        </p:txBody>
      </p:sp>
      <p:sp>
        <p:nvSpPr>
          <p:cNvPr id="68" name="Shape 66"/>
          <p:cNvSpPr/>
          <p:nvPr/>
        </p:nvSpPr>
        <p:spPr>
          <a:xfrm>
            <a:off x="9099550" y="6086277"/>
            <a:ext cx="2578100" cy="768350"/>
          </a:xfrm>
          <a:custGeom>
            <a:avLst/>
            <a:gdLst/>
            <a:ahLst/>
            <a:cxnLst/>
            <a:rect l="l" t="t" r="r" b="b"/>
            <a:pathLst>
              <a:path w="2578100" h="768350">
                <a:moveTo>
                  <a:pt x="63496" y="0"/>
                </a:moveTo>
                <a:lnTo>
                  <a:pt x="2514604" y="0"/>
                </a:lnTo>
                <a:cubicBezTo>
                  <a:pt x="2549672" y="0"/>
                  <a:pt x="2578100" y="28428"/>
                  <a:pt x="2578100" y="63496"/>
                </a:cubicBezTo>
                <a:lnTo>
                  <a:pt x="2578100" y="704854"/>
                </a:lnTo>
                <a:cubicBezTo>
                  <a:pt x="2578100" y="739922"/>
                  <a:pt x="2549672" y="768350"/>
                  <a:pt x="2514604" y="768350"/>
                </a:cubicBezTo>
                <a:lnTo>
                  <a:pt x="63496" y="768350"/>
                </a:lnTo>
                <a:cubicBezTo>
                  <a:pt x="28428" y="768350"/>
                  <a:pt x="0" y="739922"/>
                  <a:pt x="0" y="704854"/>
                </a:cubicBezTo>
                <a:lnTo>
                  <a:pt x="0" y="63496"/>
                </a:lnTo>
                <a:cubicBezTo>
                  <a:pt x="0" y="28428"/>
                  <a:pt x="28428" y="0"/>
                  <a:pt x="63496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158288" y="6216454"/>
            <a:ext cx="24606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.jpg/.png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201944" y="6565704"/>
            <a:ext cx="237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formats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8062" y="411771"/>
            <a:ext cx="501286" cy="501286"/>
          </a:xfrm>
          <a:custGeom>
            <a:avLst/>
            <a:gdLst/>
            <a:ahLst/>
            <a:cxnLst/>
            <a:rect l="l" t="t" r="r" b="b"/>
            <a:pathLst>
              <a:path w="501286" h="501286">
                <a:moveTo>
                  <a:pt x="107421" y="0"/>
                </a:moveTo>
                <a:lnTo>
                  <a:pt x="393866" y="0"/>
                </a:lnTo>
                <a:cubicBezTo>
                  <a:pt x="453153" y="0"/>
                  <a:pt x="501286" y="48134"/>
                  <a:pt x="501286" y="107421"/>
                </a:cubicBezTo>
                <a:lnTo>
                  <a:pt x="501286" y="393866"/>
                </a:lnTo>
                <a:cubicBezTo>
                  <a:pt x="501286" y="453153"/>
                  <a:pt x="453153" y="501286"/>
                  <a:pt x="393866" y="501286"/>
                </a:cubicBezTo>
                <a:lnTo>
                  <a:pt x="107421" y="501286"/>
                </a:lnTo>
                <a:cubicBezTo>
                  <a:pt x="48134" y="501286"/>
                  <a:pt x="0" y="453153"/>
                  <a:pt x="0" y="393866"/>
                </a:cubicBezTo>
                <a:lnTo>
                  <a:pt x="0" y="107421"/>
                </a:lnTo>
                <a:cubicBezTo>
                  <a:pt x="0" y="48134"/>
                  <a:pt x="48134" y="0"/>
                  <a:pt x="10742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02573" y="358062"/>
            <a:ext cx="526350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latin typeface="Liter" pitchFamily="34" charset="0"/>
                <a:ea typeface="Liter" pitchFamily="34" charset="-122"/>
                <a:cs typeface="Liter" pitchFamily="34" charset="-120"/>
              </a:rPr>
              <a:t>Feature Extraction</a:t>
            </a:r>
          </a:p>
        </p:txBody>
      </p:sp>
      <p:sp>
        <p:nvSpPr>
          <p:cNvPr id="5" name="Text 3"/>
          <p:cNvSpPr/>
          <p:nvPr/>
        </p:nvSpPr>
        <p:spPr>
          <a:xfrm>
            <a:off x="1002573" y="621763"/>
            <a:ext cx="5582965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7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Embedding Extraction</a:t>
            </a:r>
          </a:p>
        </p:txBody>
      </p:sp>
      <p:sp>
        <p:nvSpPr>
          <p:cNvPr id="6" name="Shape 4"/>
          <p:cNvSpPr/>
          <p:nvPr/>
        </p:nvSpPr>
        <p:spPr>
          <a:xfrm>
            <a:off x="361642" y="1185184"/>
            <a:ext cx="5619778" cy="2087387"/>
          </a:xfrm>
          <a:custGeom>
            <a:avLst/>
            <a:gdLst/>
            <a:ahLst/>
            <a:cxnLst/>
            <a:rect l="l" t="t" r="r" b="b"/>
            <a:pathLst>
              <a:path w="5619778" h="2755285">
                <a:moveTo>
                  <a:pt x="107429" y="0"/>
                </a:moveTo>
                <a:lnTo>
                  <a:pt x="5512349" y="0"/>
                </a:lnTo>
                <a:cubicBezTo>
                  <a:pt x="5571681" y="0"/>
                  <a:pt x="5619778" y="48097"/>
                  <a:pt x="5619778" y="107429"/>
                </a:cubicBezTo>
                <a:lnTo>
                  <a:pt x="5619778" y="2647856"/>
                </a:lnTo>
                <a:cubicBezTo>
                  <a:pt x="5619778" y="2707187"/>
                  <a:pt x="5571681" y="2755285"/>
                  <a:pt x="5512349" y="2755285"/>
                </a:cubicBezTo>
                <a:lnTo>
                  <a:pt x="107429" y="2755285"/>
                </a:lnTo>
                <a:cubicBezTo>
                  <a:pt x="48097" y="2755285"/>
                  <a:pt x="0" y="2707187"/>
                  <a:pt x="0" y="2647856"/>
                </a:cubicBezTo>
                <a:lnTo>
                  <a:pt x="0" y="107429"/>
                </a:lnTo>
                <a:cubicBezTo>
                  <a:pt x="0" y="48137"/>
                  <a:pt x="48137" y="0"/>
                  <a:pt x="107429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6915" y="1439293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107419" y="214837"/>
                </a:moveTo>
                <a:cubicBezTo>
                  <a:pt x="166704" y="214837"/>
                  <a:pt x="214837" y="166704"/>
                  <a:pt x="214837" y="107419"/>
                </a:cubicBezTo>
                <a:cubicBezTo>
                  <a:pt x="214837" y="48133"/>
                  <a:pt x="166704" y="0"/>
                  <a:pt x="107419" y="0"/>
                </a:cubicBezTo>
                <a:cubicBezTo>
                  <a:pt x="48133" y="0"/>
                  <a:pt x="0" y="48133"/>
                  <a:pt x="0" y="107419"/>
                </a:cubicBezTo>
                <a:cubicBezTo>
                  <a:pt x="0" y="166704"/>
                  <a:pt x="48133" y="214837"/>
                  <a:pt x="107419" y="214837"/>
                </a:cubicBezTo>
                <a:close/>
                <a:moveTo>
                  <a:pt x="107419" y="73850"/>
                </a:moveTo>
                <a:cubicBezTo>
                  <a:pt x="99992" y="73850"/>
                  <a:pt x="93991" y="79851"/>
                  <a:pt x="93991" y="87278"/>
                </a:cubicBezTo>
                <a:cubicBezTo>
                  <a:pt x="93991" y="92858"/>
                  <a:pt x="89501" y="97348"/>
                  <a:pt x="83921" y="97348"/>
                </a:cubicBezTo>
                <a:cubicBezTo>
                  <a:pt x="78340" y="97348"/>
                  <a:pt x="73850" y="92858"/>
                  <a:pt x="73850" y="87278"/>
                </a:cubicBezTo>
                <a:cubicBezTo>
                  <a:pt x="73850" y="68731"/>
                  <a:pt x="88872" y="53709"/>
                  <a:pt x="107419" y="53709"/>
                </a:cubicBezTo>
                <a:cubicBezTo>
                  <a:pt x="125965" y="53709"/>
                  <a:pt x="140987" y="68731"/>
                  <a:pt x="140987" y="87278"/>
                </a:cubicBezTo>
                <a:cubicBezTo>
                  <a:pt x="140987" y="107083"/>
                  <a:pt x="125881" y="115475"/>
                  <a:pt x="117489" y="118538"/>
                </a:cubicBezTo>
                <a:lnTo>
                  <a:pt x="117489" y="120132"/>
                </a:lnTo>
                <a:cubicBezTo>
                  <a:pt x="117489" y="125713"/>
                  <a:pt x="112999" y="130203"/>
                  <a:pt x="107419" y="130203"/>
                </a:cubicBezTo>
                <a:cubicBezTo>
                  <a:pt x="101838" y="130203"/>
                  <a:pt x="97348" y="125713"/>
                  <a:pt x="97348" y="120132"/>
                </a:cubicBezTo>
                <a:lnTo>
                  <a:pt x="97348" y="116734"/>
                </a:lnTo>
                <a:cubicBezTo>
                  <a:pt x="97348" y="108132"/>
                  <a:pt x="103558" y="101964"/>
                  <a:pt x="109978" y="99866"/>
                </a:cubicBezTo>
                <a:cubicBezTo>
                  <a:pt x="112664" y="98984"/>
                  <a:pt x="115517" y="97558"/>
                  <a:pt x="117615" y="95544"/>
                </a:cubicBezTo>
                <a:cubicBezTo>
                  <a:pt x="119419" y="93781"/>
                  <a:pt x="120846" y="91348"/>
                  <a:pt x="120846" y="87319"/>
                </a:cubicBezTo>
                <a:cubicBezTo>
                  <a:pt x="120846" y="79893"/>
                  <a:pt x="114845" y="73892"/>
                  <a:pt x="107419" y="73892"/>
                </a:cubicBezTo>
                <a:close/>
                <a:moveTo>
                  <a:pt x="93991" y="154414"/>
                </a:moveTo>
                <a:cubicBezTo>
                  <a:pt x="93991" y="147003"/>
                  <a:pt x="100008" y="140987"/>
                  <a:pt x="107419" y="140987"/>
                </a:cubicBezTo>
                <a:cubicBezTo>
                  <a:pt x="114829" y="140987"/>
                  <a:pt x="120846" y="147003"/>
                  <a:pt x="120846" y="154414"/>
                </a:cubicBezTo>
                <a:cubicBezTo>
                  <a:pt x="120846" y="161825"/>
                  <a:pt x="114829" y="167841"/>
                  <a:pt x="107419" y="167841"/>
                </a:cubicBezTo>
                <a:cubicBezTo>
                  <a:pt x="100008" y="167841"/>
                  <a:pt x="93991" y="161825"/>
                  <a:pt x="93991" y="15441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48606" y="1403600"/>
            <a:ext cx="5021815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Face Embeddings?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0060" y="1833160"/>
            <a:ext cx="5263507" cy="1047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embeddings are numerical vector representations that encode unique facial features into a high-dimensional space. Each face is converted into a fixed-size vector (typically 128 or 512 dimensions) that captures distinctive characteristics.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1642" y="3607854"/>
            <a:ext cx="5619778" cy="2728430"/>
          </a:xfrm>
          <a:custGeom>
            <a:avLst/>
            <a:gdLst/>
            <a:ahLst/>
            <a:cxnLst/>
            <a:rect l="l" t="t" r="r" b="b"/>
            <a:pathLst>
              <a:path w="5619778" h="2728430">
                <a:moveTo>
                  <a:pt x="107418" y="0"/>
                </a:moveTo>
                <a:lnTo>
                  <a:pt x="5512360" y="0"/>
                </a:lnTo>
                <a:cubicBezTo>
                  <a:pt x="5571685" y="0"/>
                  <a:pt x="5619778" y="48093"/>
                  <a:pt x="5619778" y="107418"/>
                </a:cubicBezTo>
                <a:lnTo>
                  <a:pt x="5619778" y="2621012"/>
                </a:lnTo>
                <a:cubicBezTo>
                  <a:pt x="5619778" y="2680337"/>
                  <a:pt x="5571685" y="2728430"/>
                  <a:pt x="5512360" y="2728430"/>
                </a:cubicBezTo>
                <a:lnTo>
                  <a:pt x="107418" y="2728430"/>
                </a:lnTo>
                <a:cubicBezTo>
                  <a:pt x="48093" y="2728430"/>
                  <a:pt x="0" y="2680337"/>
                  <a:pt x="0" y="2621012"/>
                </a:cubicBezTo>
                <a:lnTo>
                  <a:pt x="0" y="107418"/>
                </a:lnTo>
                <a:cubicBezTo>
                  <a:pt x="0" y="48133"/>
                  <a:pt x="48133" y="0"/>
                  <a:pt x="107418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913" y="3831539"/>
            <a:ext cx="268546" cy="214837"/>
          </a:xfrm>
          <a:custGeom>
            <a:avLst/>
            <a:gdLst/>
            <a:ahLst/>
            <a:cxnLst/>
            <a:rect l="l" t="t" r="r" b="b"/>
            <a:pathLst>
              <a:path w="268546" h="214837">
                <a:moveTo>
                  <a:pt x="174513" y="88327"/>
                </a:moveTo>
                <a:cubicBezTo>
                  <a:pt x="179632" y="86942"/>
                  <a:pt x="185003" y="89376"/>
                  <a:pt x="187311" y="94117"/>
                </a:cubicBezTo>
                <a:lnTo>
                  <a:pt x="195116" y="109894"/>
                </a:lnTo>
                <a:cubicBezTo>
                  <a:pt x="199438" y="110482"/>
                  <a:pt x="203676" y="111656"/>
                  <a:pt x="207662" y="113293"/>
                </a:cubicBezTo>
                <a:lnTo>
                  <a:pt x="222348" y="103516"/>
                </a:lnTo>
                <a:cubicBezTo>
                  <a:pt x="226754" y="100579"/>
                  <a:pt x="232586" y="101166"/>
                  <a:pt x="236321" y="104901"/>
                </a:cubicBezTo>
                <a:lnTo>
                  <a:pt x="244377" y="112957"/>
                </a:lnTo>
                <a:cubicBezTo>
                  <a:pt x="248112" y="116692"/>
                  <a:pt x="248699" y="122566"/>
                  <a:pt x="245762" y="126930"/>
                </a:cubicBezTo>
                <a:lnTo>
                  <a:pt x="235985" y="141574"/>
                </a:lnTo>
                <a:cubicBezTo>
                  <a:pt x="236782" y="143546"/>
                  <a:pt x="237496" y="145602"/>
                  <a:pt x="238083" y="147742"/>
                </a:cubicBezTo>
                <a:cubicBezTo>
                  <a:pt x="238670" y="149882"/>
                  <a:pt x="239048" y="151980"/>
                  <a:pt x="239342" y="154120"/>
                </a:cubicBezTo>
                <a:lnTo>
                  <a:pt x="255161" y="161925"/>
                </a:lnTo>
                <a:cubicBezTo>
                  <a:pt x="259902" y="164275"/>
                  <a:pt x="262336" y="169646"/>
                  <a:pt x="260951" y="174723"/>
                </a:cubicBezTo>
                <a:lnTo>
                  <a:pt x="258014" y="185717"/>
                </a:lnTo>
                <a:cubicBezTo>
                  <a:pt x="256630" y="190794"/>
                  <a:pt x="251888" y="194234"/>
                  <a:pt x="246601" y="193899"/>
                </a:cubicBezTo>
                <a:lnTo>
                  <a:pt x="228978" y="192766"/>
                </a:lnTo>
                <a:cubicBezTo>
                  <a:pt x="226334" y="196165"/>
                  <a:pt x="223271" y="199312"/>
                  <a:pt x="219788" y="201997"/>
                </a:cubicBezTo>
                <a:lnTo>
                  <a:pt x="220921" y="219579"/>
                </a:lnTo>
                <a:cubicBezTo>
                  <a:pt x="221257" y="224866"/>
                  <a:pt x="217816" y="229649"/>
                  <a:pt x="212739" y="230992"/>
                </a:cubicBezTo>
                <a:lnTo>
                  <a:pt x="201745" y="233929"/>
                </a:lnTo>
                <a:cubicBezTo>
                  <a:pt x="196626" y="235314"/>
                  <a:pt x="191297" y="232880"/>
                  <a:pt x="188947" y="228138"/>
                </a:cubicBezTo>
                <a:lnTo>
                  <a:pt x="181143" y="212361"/>
                </a:lnTo>
                <a:cubicBezTo>
                  <a:pt x="176821" y="211774"/>
                  <a:pt x="172583" y="210599"/>
                  <a:pt x="168597" y="208963"/>
                </a:cubicBezTo>
                <a:lnTo>
                  <a:pt x="153911" y="218739"/>
                </a:lnTo>
                <a:cubicBezTo>
                  <a:pt x="149505" y="221677"/>
                  <a:pt x="143672" y="221089"/>
                  <a:pt x="139938" y="217355"/>
                </a:cubicBezTo>
                <a:lnTo>
                  <a:pt x="131881" y="209298"/>
                </a:lnTo>
                <a:cubicBezTo>
                  <a:pt x="128147" y="205564"/>
                  <a:pt x="127559" y="199731"/>
                  <a:pt x="130497" y="195325"/>
                </a:cubicBezTo>
                <a:lnTo>
                  <a:pt x="140273" y="180639"/>
                </a:lnTo>
                <a:cubicBezTo>
                  <a:pt x="139476" y="178667"/>
                  <a:pt x="138763" y="176611"/>
                  <a:pt x="138175" y="174471"/>
                </a:cubicBezTo>
                <a:cubicBezTo>
                  <a:pt x="137588" y="172331"/>
                  <a:pt x="137210" y="170191"/>
                  <a:pt x="136917" y="168093"/>
                </a:cubicBezTo>
                <a:lnTo>
                  <a:pt x="121098" y="160289"/>
                </a:lnTo>
                <a:cubicBezTo>
                  <a:pt x="116356" y="157939"/>
                  <a:pt x="113964" y="152568"/>
                  <a:pt x="115307" y="147491"/>
                </a:cubicBezTo>
                <a:lnTo>
                  <a:pt x="118244" y="136497"/>
                </a:lnTo>
                <a:cubicBezTo>
                  <a:pt x="119629" y="131420"/>
                  <a:pt x="124370" y="127979"/>
                  <a:pt x="129657" y="128315"/>
                </a:cubicBezTo>
                <a:lnTo>
                  <a:pt x="147239" y="129448"/>
                </a:lnTo>
                <a:cubicBezTo>
                  <a:pt x="149882" y="126049"/>
                  <a:pt x="152945" y="122902"/>
                  <a:pt x="156428" y="120216"/>
                </a:cubicBezTo>
                <a:lnTo>
                  <a:pt x="155295" y="102677"/>
                </a:lnTo>
                <a:cubicBezTo>
                  <a:pt x="154960" y="97390"/>
                  <a:pt x="158400" y="92606"/>
                  <a:pt x="163478" y="91264"/>
                </a:cubicBezTo>
                <a:lnTo>
                  <a:pt x="174471" y="88327"/>
                </a:lnTo>
                <a:close/>
                <a:moveTo>
                  <a:pt x="188150" y="142665"/>
                </a:moveTo>
                <a:cubicBezTo>
                  <a:pt x="177960" y="142677"/>
                  <a:pt x="169697" y="150959"/>
                  <a:pt x="169709" y="161149"/>
                </a:cubicBezTo>
                <a:cubicBezTo>
                  <a:pt x="169720" y="171338"/>
                  <a:pt x="178002" y="179602"/>
                  <a:pt x="188192" y="179590"/>
                </a:cubicBezTo>
                <a:cubicBezTo>
                  <a:pt x="198382" y="179579"/>
                  <a:pt x="206645" y="171297"/>
                  <a:pt x="206634" y="161107"/>
                </a:cubicBezTo>
                <a:cubicBezTo>
                  <a:pt x="206622" y="150917"/>
                  <a:pt x="198340" y="142654"/>
                  <a:pt x="188150" y="142665"/>
                </a:cubicBezTo>
                <a:close/>
                <a:moveTo>
                  <a:pt x="94369" y="-19092"/>
                </a:moveTo>
                <a:lnTo>
                  <a:pt x="105362" y="-16155"/>
                </a:lnTo>
                <a:cubicBezTo>
                  <a:pt x="110440" y="-14770"/>
                  <a:pt x="113880" y="-9987"/>
                  <a:pt x="113545" y="-4742"/>
                </a:cubicBezTo>
                <a:lnTo>
                  <a:pt x="112412" y="12798"/>
                </a:lnTo>
                <a:cubicBezTo>
                  <a:pt x="115894" y="15483"/>
                  <a:pt x="118958" y="18588"/>
                  <a:pt x="121601" y="22029"/>
                </a:cubicBezTo>
                <a:lnTo>
                  <a:pt x="139224" y="20896"/>
                </a:lnTo>
                <a:cubicBezTo>
                  <a:pt x="144469" y="20561"/>
                  <a:pt x="149253" y="24001"/>
                  <a:pt x="150638" y="29079"/>
                </a:cubicBezTo>
                <a:lnTo>
                  <a:pt x="153575" y="40072"/>
                </a:lnTo>
                <a:cubicBezTo>
                  <a:pt x="154918" y="45149"/>
                  <a:pt x="152526" y="50520"/>
                  <a:pt x="147784" y="52870"/>
                </a:cubicBezTo>
                <a:lnTo>
                  <a:pt x="131965" y="60675"/>
                </a:lnTo>
                <a:cubicBezTo>
                  <a:pt x="131672" y="62815"/>
                  <a:pt x="131252" y="64955"/>
                  <a:pt x="130706" y="67053"/>
                </a:cubicBezTo>
                <a:cubicBezTo>
                  <a:pt x="130161" y="69151"/>
                  <a:pt x="129406" y="71249"/>
                  <a:pt x="128608" y="73221"/>
                </a:cubicBezTo>
                <a:lnTo>
                  <a:pt x="138385" y="87907"/>
                </a:lnTo>
                <a:cubicBezTo>
                  <a:pt x="141322" y="92313"/>
                  <a:pt x="140735" y="98145"/>
                  <a:pt x="137001" y="101880"/>
                </a:cubicBezTo>
                <a:lnTo>
                  <a:pt x="128944" y="109936"/>
                </a:lnTo>
                <a:cubicBezTo>
                  <a:pt x="125210" y="113671"/>
                  <a:pt x="119377" y="114258"/>
                  <a:pt x="114971" y="111321"/>
                </a:cubicBezTo>
                <a:lnTo>
                  <a:pt x="100285" y="101544"/>
                </a:lnTo>
                <a:cubicBezTo>
                  <a:pt x="96299" y="103181"/>
                  <a:pt x="92061" y="104355"/>
                  <a:pt x="87739" y="104943"/>
                </a:cubicBezTo>
                <a:lnTo>
                  <a:pt x="79934" y="120720"/>
                </a:lnTo>
                <a:cubicBezTo>
                  <a:pt x="77585" y="125461"/>
                  <a:pt x="72214" y="127853"/>
                  <a:pt x="67137" y="126510"/>
                </a:cubicBezTo>
                <a:lnTo>
                  <a:pt x="56143" y="123573"/>
                </a:lnTo>
                <a:cubicBezTo>
                  <a:pt x="51024" y="122189"/>
                  <a:pt x="47625" y="117405"/>
                  <a:pt x="47961" y="112160"/>
                </a:cubicBezTo>
                <a:lnTo>
                  <a:pt x="49094" y="94579"/>
                </a:lnTo>
                <a:cubicBezTo>
                  <a:pt x="45611" y="91893"/>
                  <a:pt x="42548" y="88788"/>
                  <a:pt x="39904" y="85347"/>
                </a:cubicBezTo>
                <a:lnTo>
                  <a:pt x="22281" y="86480"/>
                </a:lnTo>
                <a:cubicBezTo>
                  <a:pt x="17036" y="86816"/>
                  <a:pt x="12252" y="83375"/>
                  <a:pt x="10868" y="78298"/>
                </a:cubicBezTo>
                <a:lnTo>
                  <a:pt x="7931" y="67304"/>
                </a:lnTo>
                <a:cubicBezTo>
                  <a:pt x="6588" y="62227"/>
                  <a:pt x="8980" y="56856"/>
                  <a:pt x="13721" y="54506"/>
                </a:cubicBezTo>
                <a:lnTo>
                  <a:pt x="29540" y="46702"/>
                </a:lnTo>
                <a:cubicBezTo>
                  <a:pt x="29834" y="44562"/>
                  <a:pt x="30253" y="42464"/>
                  <a:pt x="30799" y="40324"/>
                </a:cubicBezTo>
                <a:cubicBezTo>
                  <a:pt x="31386" y="38184"/>
                  <a:pt x="32058" y="36128"/>
                  <a:pt x="32897" y="34156"/>
                </a:cubicBezTo>
                <a:lnTo>
                  <a:pt x="23120" y="19512"/>
                </a:lnTo>
                <a:cubicBezTo>
                  <a:pt x="20183" y="15106"/>
                  <a:pt x="20770" y="9273"/>
                  <a:pt x="24505" y="5539"/>
                </a:cubicBezTo>
                <a:lnTo>
                  <a:pt x="32561" y="-2518"/>
                </a:lnTo>
                <a:cubicBezTo>
                  <a:pt x="36296" y="-6252"/>
                  <a:pt x="42128" y="-6840"/>
                  <a:pt x="46534" y="-3902"/>
                </a:cubicBezTo>
                <a:lnTo>
                  <a:pt x="61220" y="5874"/>
                </a:lnTo>
                <a:cubicBezTo>
                  <a:pt x="65206" y="4238"/>
                  <a:pt x="69444" y="3063"/>
                  <a:pt x="73766" y="2476"/>
                </a:cubicBezTo>
                <a:lnTo>
                  <a:pt x="81571" y="-13301"/>
                </a:lnTo>
                <a:cubicBezTo>
                  <a:pt x="83921" y="-18043"/>
                  <a:pt x="89250" y="-20435"/>
                  <a:pt x="94369" y="-19092"/>
                </a:cubicBezTo>
                <a:close/>
                <a:moveTo>
                  <a:pt x="80732" y="35247"/>
                </a:moveTo>
                <a:cubicBezTo>
                  <a:pt x="70542" y="35247"/>
                  <a:pt x="62269" y="43519"/>
                  <a:pt x="62269" y="53709"/>
                </a:cubicBezTo>
                <a:cubicBezTo>
                  <a:pt x="62269" y="63899"/>
                  <a:pt x="70542" y="72172"/>
                  <a:pt x="80732" y="72172"/>
                </a:cubicBezTo>
                <a:cubicBezTo>
                  <a:pt x="90921" y="72172"/>
                  <a:pt x="99194" y="63899"/>
                  <a:pt x="99194" y="53709"/>
                </a:cubicBezTo>
                <a:cubicBezTo>
                  <a:pt x="99194" y="43519"/>
                  <a:pt x="90921" y="35247"/>
                  <a:pt x="80732" y="3524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848606" y="3811885"/>
            <a:ext cx="5021815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Extraction Process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0060" y="4393848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71612" y="0"/>
                </a:moveTo>
                <a:lnTo>
                  <a:pt x="214837" y="0"/>
                </a:lnTo>
                <a:cubicBezTo>
                  <a:pt x="254387" y="0"/>
                  <a:pt x="286449" y="32062"/>
                  <a:pt x="286449" y="71612"/>
                </a:cubicBezTo>
                <a:lnTo>
                  <a:pt x="286449" y="214837"/>
                </a:lnTo>
                <a:cubicBezTo>
                  <a:pt x="286449" y="254387"/>
                  <a:pt x="254387" y="286449"/>
                  <a:pt x="214837" y="286449"/>
                </a:cubicBezTo>
                <a:lnTo>
                  <a:pt x="71612" y="286449"/>
                </a:lnTo>
                <a:cubicBezTo>
                  <a:pt x="32062" y="286449"/>
                  <a:pt x="0" y="254387"/>
                  <a:pt x="0" y="214837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98220" y="4447558"/>
            <a:ext cx="116370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3928" y="4429654"/>
            <a:ext cx="200514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preprocessed face image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0060" y="4787716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71612" y="0"/>
                </a:moveTo>
                <a:lnTo>
                  <a:pt x="214837" y="0"/>
                </a:lnTo>
                <a:cubicBezTo>
                  <a:pt x="254387" y="0"/>
                  <a:pt x="286449" y="32062"/>
                  <a:pt x="286449" y="71612"/>
                </a:cubicBezTo>
                <a:lnTo>
                  <a:pt x="286449" y="214837"/>
                </a:lnTo>
                <a:cubicBezTo>
                  <a:pt x="286449" y="254387"/>
                  <a:pt x="254387" y="286449"/>
                  <a:pt x="214837" y="286449"/>
                </a:cubicBezTo>
                <a:lnTo>
                  <a:pt x="71612" y="286449"/>
                </a:lnTo>
                <a:cubicBezTo>
                  <a:pt x="32062" y="286449"/>
                  <a:pt x="0" y="254387"/>
                  <a:pt x="0" y="214837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6807" y="4841425"/>
            <a:ext cx="134273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73928" y="4823522"/>
            <a:ext cx="194248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 OpenCV face detection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0060" y="5181584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71612" y="0"/>
                </a:moveTo>
                <a:lnTo>
                  <a:pt x="214837" y="0"/>
                </a:lnTo>
                <a:cubicBezTo>
                  <a:pt x="254387" y="0"/>
                  <a:pt x="286449" y="32062"/>
                  <a:pt x="286449" y="71612"/>
                </a:cubicBezTo>
                <a:lnTo>
                  <a:pt x="286449" y="214837"/>
                </a:lnTo>
                <a:cubicBezTo>
                  <a:pt x="286449" y="254387"/>
                  <a:pt x="254387" y="286449"/>
                  <a:pt x="214837" y="286449"/>
                </a:cubicBezTo>
                <a:lnTo>
                  <a:pt x="71612" y="286449"/>
                </a:lnTo>
                <a:cubicBezTo>
                  <a:pt x="32062" y="286449"/>
                  <a:pt x="0" y="254387"/>
                  <a:pt x="0" y="214837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86248" y="5235293"/>
            <a:ext cx="134273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3928" y="5217390"/>
            <a:ext cx="2264740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 facial landmarks &amp; features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0060" y="5575452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71612" y="0"/>
                </a:moveTo>
                <a:lnTo>
                  <a:pt x="214837" y="0"/>
                </a:lnTo>
                <a:cubicBezTo>
                  <a:pt x="254387" y="0"/>
                  <a:pt x="286449" y="32062"/>
                  <a:pt x="286449" y="71612"/>
                </a:cubicBezTo>
                <a:lnTo>
                  <a:pt x="286449" y="214837"/>
                </a:lnTo>
                <a:cubicBezTo>
                  <a:pt x="286449" y="254387"/>
                  <a:pt x="254387" y="286449"/>
                  <a:pt x="214837" y="286449"/>
                </a:cubicBezTo>
                <a:lnTo>
                  <a:pt x="71612" y="286449"/>
                </a:lnTo>
                <a:cubicBezTo>
                  <a:pt x="32062" y="286449"/>
                  <a:pt x="0" y="254387"/>
                  <a:pt x="0" y="214837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86359" y="5629161"/>
            <a:ext cx="134273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3928" y="5611258"/>
            <a:ext cx="221103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numerical feature vector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05992" y="1185184"/>
            <a:ext cx="5619778" cy="3104395"/>
          </a:xfrm>
          <a:custGeom>
            <a:avLst/>
            <a:gdLst/>
            <a:ahLst/>
            <a:cxnLst/>
            <a:rect l="l" t="t" r="r" b="b"/>
            <a:pathLst>
              <a:path w="5619778" h="3104395">
                <a:moveTo>
                  <a:pt x="107412" y="0"/>
                </a:moveTo>
                <a:lnTo>
                  <a:pt x="5512366" y="0"/>
                </a:lnTo>
                <a:cubicBezTo>
                  <a:pt x="5571688" y="0"/>
                  <a:pt x="5619778" y="48090"/>
                  <a:pt x="5619778" y="107412"/>
                </a:cubicBezTo>
                <a:lnTo>
                  <a:pt x="5619778" y="2996983"/>
                </a:lnTo>
                <a:cubicBezTo>
                  <a:pt x="5619778" y="3056305"/>
                  <a:pt x="5571688" y="3104395"/>
                  <a:pt x="5512366" y="3104395"/>
                </a:cubicBezTo>
                <a:lnTo>
                  <a:pt x="107412" y="3104395"/>
                </a:lnTo>
                <a:cubicBezTo>
                  <a:pt x="48090" y="3104395"/>
                  <a:pt x="0" y="3056305"/>
                  <a:pt x="0" y="2996983"/>
                </a:cubicBezTo>
                <a:lnTo>
                  <a:pt x="0" y="107412"/>
                </a:lnTo>
                <a:cubicBezTo>
                  <a:pt x="0" y="48130"/>
                  <a:pt x="48130" y="0"/>
                  <a:pt x="107412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4410" y="1403600"/>
            <a:ext cx="5290361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Representation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7990" y="1836741"/>
            <a:ext cx="5181152" cy="2083919"/>
          </a:xfrm>
          <a:custGeom>
            <a:avLst/>
            <a:gdLst/>
            <a:ahLst/>
            <a:cxnLst/>
            <a:rect l="l" t="t" r="r" b="b"/>
            <a:pathLst>
              <a:path w="5181152" h="2083919">
                <a:moveTo>
                  <a:pt x="71603" y="0"/>
                </a:moveTo>
                <a:lnTo>
                  <a:pt x="5109549" y="0"/>
                </a:lnTo>
                <a:cubicBezTo>
                  <a:pt x="5149094" y="0"/>
                  <a:pt x="5181152" y="32058"/>
                  <a:pt x="5181152" y="71603"/>
                </a:cubicBezTo>
                <a:lnTo>
                  <a:pt x="5181152" y="2012315"/>
                </a:lnTo>
                <a:cubicBezTo>
                  <a:pt x="5181152" y="2051861"/>
                  <a:pt x="5149094" y="2083919"/>
                  <a:pt x="5109549" y="2083919"/>
                </a:cubicBezTo>
                <a:lnTo>
                  <a:pt x="71603" y="2083919"/>
                </a:lnTo>
                <a:cubicBezTo>
                  <a:pt x="32058" y="2083919"/>
                  <a:pt x="0" y="2051861"/>
                  <a:pt x="0" y="2012315"/>
                </a:cubicBezTo>
                <a:lnTo>
                  <a:pt x="0" y="71603"/>
                </a:lnTo>
                <a:cubicBezTo>
                  <a:pt x="0" y="32058"/>
                  <a:pt x="32058" y="0"/>
                  <a:pt x="71603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1957" y="1990710"/>
            <a:ext cx="703591" cy="703591"/>
          </a:xfrm>
          <a:custGeom>
            <a:avLst/>
            <a:gdLst/>
            <a:ahLst/>
            <a:cxnLst/>
            <a:rect l="l" t="t" r="r" b="b"/>
            <a:pathLst>
              <a:path w="703591" h="703591">
                <a:moveTo>
                  <a:pt x="71612" y="0"/>
                </a:moveTo>
                <a:lnTo>
                  <a:pt x="631980" y="0"/>
                </a:lnTo>
                <a:cubicBezTo>
                  <a:pt x="671530" y="0"/>
                  <a:pt x="703591" y="32062"/>
                  <a:pt x="703591" y="71612"/>
                </a:cubicBezTo>
                <a:lnTo>
                  <a:pt x="703591" y="631980"/>
                </a:lnTo>
                <a:cubicBezTo>
                  <a:pt x="703591" y="671530"/>
                  <a:pt x="671530" y="703591"/>
                  <a:pt x="631980" y="703591"/>
                </a:cubicBezTo>
                <a:lnTo>
                  <a:pt x="71612" y="703591"/>
                </a:lnTo>
                <a:cubicBezTo>
                  <a:pt x="32062" y="703591"/>
                  <a:pt x="0" y="671530"/>
                  <a:pt x="0" y="631980"/>
                </a:cubicBezTo>
                <a:lnTo>
                  <a:pt x="0" y="71612"/>
                </a:lnTo>
                <a:cubicBezTo>
                  <a:pt x="0" y="32088"/>
                  <a:pt x="32088" y="0"/>
                  <a:pt x="7161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20320">
            <a:solidFill>
              <a:srgbClr val="6366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71729" y="2180483"/>
            <a:ext cx="322256" cy="322256"/>
          </a:xfrm>
          <a:custGeom>
            <a:avLst/>
            <a:gdLst/>
            <a:ahLst/>
            <a:cxnLst/>
            <a:rect l="l" t="t" r="r" b="b"/>
            <a:pathLst>
              <a:path w="322256" h="322256">
                <a:moveTo>
                  <a:pt x="251133" y="241818"/>
                </a:moveTo>
                <a:cubicBezTo>
                  <a:pt x="237223" y="217648"/>
                  <a:pt x="211103" y="201410"/>
                  <a:pt x="181269" y="201410"/>
                </a:cubicBezTo>
                <a:lnTo>
                  <a:pt x="140987" y="201410"/>
                </a:lnTo>
                <a:cubicBezTo>
                  <a:pt x="111153" y="201410"/>
                  <a:pt x="85033" y="217648"/>
                  <a:pt x="71123" y="241818"/>
                </a:cubicBezTo>
                <a:cubicBezTo>
                  <a:pt x="93278" y="266490"/>
                  <a:pt x="125378" y="281974"/>
                  <a:pt x="161128" y="281974"/>
                </a:cubicBezTo>
                <a:cubicBezTo>
                  <a:pt x="196878" y="281974"/>
                  <a:pt x="228978" y="266427"/>
                  <a:pt x="251133" y="241818"/>
                </a:cubicBezTo>
                <a:close/>
                <a:moveTo>
                  <a:pt x="0" y="161128"/>
                </a:moveTo>
                <a:cubicBezTo>
                  <a:pt x="0" y="72199"/>
                  <a:pt x="72199" y="0"/>
                  <a:pt x="161128" y="0"/>
                </a:cubicBezTo>
                <a:cubicBezTo>
                  <a:pt x="250057" y="0"/>
                  <a:pt x="322256" y="72199"/>
                  <a:pt x="322256" y="161128"/>
                </a:cubicBezTo>
                <a:cubicBezTo>
                  <a:pt x="322256" y="250057"/>
                  <a:pt x="250057" y="322256"/>
                  <a:pt x="161128" y="322256"/>
                </a:cubicBezTo>
                <a:cubicBezTo>
                  <a:pt x="72199" y="322256"/>
                  <a:pt x="0" y="250057"/>
                  <a:pt x="0" y="161128"/>
                </a:cubicBezTo>
                <a:close/>
                <a:moveTo>
                  <a:pt x="161128" y="171198"/>
                </a:moveTo>
                <a:cubicBezTo>
                  <a:pt x="186139" y="171198"/>
                  <a:pt x="206445" y="150892"/>
                  <a:pt x="206445" y="125881"/>
                </a:cubicBezTo>
                <a:cubicBezTo>
                  <a:pt x="206445" y="100870"/>
                  <a:pt x="186139" y="80564"/>
                  <a:pt x="161128" y="80564"/>
                </a:cubicBezTo>
                <a:cubicBezTo>
                  <a:pt x="136117" y="80564"/>
                  <a:pt x="115811" y="100870"/>
                  <a:pt x="115811" y="125881"/>
                </a:cubicBezTo>
                <a:cubicBezTo>
                  <a:pt x="115811" y="150892"/>
                  <a:pt x="136117" y="171198"/>
                  <a:pt x="161128" y="17119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6543465" y="2771285"/>
            <a:ext cx="778784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Image</a:t>
            </a:r>
          </a:p>
        </p:txBody>
      </p:sp>
      <p:sp>
        <p:nvSpPr>
          <p:cNvPr id="37" name="Shape 35"/>
          <p:cNvSpPr/>
          <p:nvPr/>
        </p:nvSpPr>
        <p:spPr>
          <a:xfrm>
            <a:off x="8909806" y="2359514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210893" y="116902"/>
                </a:moveTo>
                <a:cubicBezTo>
                  <a:pt x="216138" y="111656"/>
                  <a:pt x="216138" y="103139"/>
                  <a:pt x="210893" y="97894"/>
                </a:cubicBezTo>
                <a:lnTo>
                  <a:pt x="143756" y="30757"/>
                </a:lnTo>
                <a:cubicBezTo>
                  <a:pt x="138511" y="25512"/>
                  <a:pt x="129993" y="25512"/>
                  <a:pt x="124748" y="30757"/>
                </a:cubicBezTo>
                <a:cubicBezTo>
                  <a:pt x="119503" y="36002"/>
                  <a:pt x="119503" y="44520"/>
                  <a:pt x="124748" y="49765"/>
                </a:cubicBezTo>
                <a:lnTo>
                  <a:pt x="168974" y="93991"/>
                </a:lnTo>
                <a:lnTo>
                  <a:pt x="13427" y="93991"/>
                </a:lnTo>
                <a:cubicBezTo>
                  <a:pt x="6000" y="93991"/>
                  <a:pt x="0" y="99992"/>
                  <a:pt x="0" y="107419"/>
                </a:cubicBezTo>
                <a:cubicBezTo>
                  <a:pt x="0" y="114845"/>
                  <a:pt x="6000" y="120846"/>
                  <a:pt x="13427" y="120846"/>
                </a:cubicBezTo>
                <a:lnTo>
                  <a:pt x="168974" y="120846"/>
                </a:lnTo>
                <a:lnTo>
                  <a:pt x="124748" y="165072"/>
                </a:lnTo>
                <a:cubicBezTo>
                  <a:pt x="119503" y="170317"/>
                  <a:pt x="119503" y="178835"/>
                  <a:pt x="124748" y="184080"/>
                </a:cubicBezTo>
                <a:cubicBezTo>
                  <a:pt x="129993" y="189325"/>
                  <a:pt x="138511" y="189325"/>
                  <a:pt x="143756" y="184080"/>
                </a:cubicBezTo>
                <a:lnTo>
                  <a:pt x="210893" y="11694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Shape 36"/>
          <p:cNvSpPr/>
          <p:nvPr/>
        </p:nvSpPr>
        <p:spPr>
          <a:xfrm>
            <a:off x="10750578" y="1990710"/>
            <a:ext cx="703591" cy="703591"/>
          </a:xfrm>
          <a:custGeom>
            <a:avLst/>
            <a:gdLst/>
            <a:ahLst/>
            <a:cxnLst/>
            <a:rect l="l" t="t" r="r" b="b"/>
            <a:pathLst>
              <a:path w="703591" h="703591">
                <a:moveTo>
                  <a:pt x="71612" y="0"/>
                </a:moveTo>
                <a:lnTo>
                  <a:pt x="631980" y="0"/>
                </a:lnTo>
                <a:cubicBezTo>
                  <a:pt x="671530" y="0"/>
                  <a:pt x="703591" y="32062"/>
                  <a:pt x="703591" y="71612"/>
                </a:cubicBezTo>
                <a:lnTo>
                  <a:pt x="703591" y="631980"/>
                </a:lnTo>
                <a:cubicBezTo>
                  <a:pt x="703591" y="671530"/>
                  <a:pt x="671530" y="703591"/>
                  <a:pt x="631980" y="703591"/>
                </a:cubicBezTo>
                <a:lnTo>
                  <a:pt x="71612" y="703591"/>
                </a:lnTo>
                <a:cubicBezTo>
                  <a:pt x="32062" y="703591"/>
                  <a:pt x="0" y="671530"/>
                  <a:pt x="0" y="631980"/>
                </a:cubicBezTo>
                <a:lnTo>
                  <a:pt x="0" y="71612"/>
                </a:lnTo>
                <a:cubicBezTo>
                  <a:pt x="0" y="32088"/>
                  <a:pt x="32088" y="0"/>
                  <a:pt x="7161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20320">
            <a:solidFill>
              <a:srgbClr val="6366F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40351" y="2180483"/>
            <a:ext cx="322256" cy="322256"/>
          </a:xfrm>
          <a:custGeom>
            <a:avLst/>
            <a:gdLst/>
            <a:ahLst/>
            <a:cxnLst/>
            <a:rect l="l" t="t" r="r" b="b"/>
            <a:pathLst>
              <a:path w="322256" h="322256">
                <a:moveTo>
                  <a:pt x="41478" y="143819"/>
                </a:moveTo>
                <a:cubicBezTo>
                  <a:pt x="49849" y="85284"/>
                  <a:pt x="100264" y="40282"/>
                  <a:pt x="161128" y="40282"/>
                </a:cubicBezTo>
                <a:cubicBezTo>
                  <a:pt x="194486" y="40282"/>
                  <a:pt x="224698" y="53814"/>
                  <a:pt x="246601" y="75655"/>
                </a:cubicBezTo>
                <a:cubicBezTo>
                  <a:pt x="246727" y="75780"/>
                  <a:pt x="246853" y="75906"/>
                  <a:pt x="246979" y="76032"/>
                </a:cubicBezTo>
                <a:lnTo>
                  <a:pt x="251762" y="80564"/>
                </a:lnTo>
                <a:lnTo>
                  <a:pt x="221614" y="80564"/>
                </a:lnTo>
                <a:cubicBezTo>
                  <a:pt x="210473" y="80564"/>
                  <a:pt x="201473" y="89564"/>
                  <a:pt x="201473" y="100705"/>
                </a:cubicBezTo>
                <a:cubicBezTo>
                  <a:pt x="201473" y="111845"/>
                  <a:pt x="210473" y="120846"/>
                  <a:pt x="221614" y="120846"/>
                </a:cubicBezTo>
                <a:lnTo>
                  <a:pt x="302177" y="120846"/>
                </a:lnTo>
                <a:cubicBezTo>
                  <a:pt x="313318" y="120846"/>
                  <a:pt x="322318" y="111845"/>
                  <a:pt x="322318" y="100705"/>
                </a:cubicBezTo>
                <a:lnTo>
                  <a:pt x="322318" y="20141"/>
                </a:lnTo>
                <a:cubicBezTo>
                  <a:pt x="322318" y="9000"/>
                  <a:pt x="313318" y="0"/>
                  <a:pt x="302177" y="0"/>
                </a:cubicBezTo>
                <a:cubicBezTo>
                  <a:pt x="291037" y="0"/>
                  <a:pt x="282037" y="9000"/>
                  <a:pt x="282037" y="20141"/>
                </a:cubicBezTo>
                <a:lnTo>
                  <a:pt x="282037" y="53751"/>
                </a:lnTo>
                <a:lnTo>
                  <a:pt x="274924" y="47017"/>
                </a:lnTo>
                <a:cubicBezTo>
                  <a:pt x="245783" y="18001"/>
                  <a:pt x="205501" y="0"/>
                  <a:pt x="161128" y="0"/>
                </a:cubicBezTo>
                <a:cubicBezTo>
                  <a:pt x="79934" y="0"/>
                  <a:pt x="12777" y="60045"/>
                  <a:pt x="1636" y="138154"/>
                </a:cubicBezTo>
                <a:cubicBezTo>
                  <a:pt x="63" y="149169"/>
                  <a:pt x="7679" y="159365"/>
                  <a:pt x="18693" y="160939"/>
                </a:cubicBezTo>
                <a:cubicBezTo>
                  <a:pt x="29708" y="162512"/>
                  <a:pt x="39904" y="154834"/>
                  <a:pt x="41478" y="143882"/>
                </a:cubicBezTo>
                <a:close/>
                <a:moveTo>
                  <a:pt x="320619" y="184101"/>
                </a:moveTo>
                <a:cubicBezTo>
                  <a:pt x="322193" y="173086"/>
                  <a:pt x="314514" y="162890"/>
                  <a:pt x="303562" y="161317"/>
                </a:cubicBezTo>
                <a:cubicBezTo>
                  <a:pt x="292611" y="159743"/>
                  <a:pt x="282351" y="167422"/>
                  <a:pt x="280778" y="178373"/>
                </a:cubicBezTo>
                <a:cubicBezTo>
                  <a:pt x="272407" y="236908"/>
                  <a:pt x="221991" y="281911"/>
                  <a:pt x="161128" y="281911"/>
                </a:cubicBezTo>
                <a:cubicBezTo>
                  <a:pt x="127769" y="281911"/>
                  <a:pt x="97558" y="268378"/>
                  <a:pt x="75655" y="246538"/>
                </a:cubicBezTo>
                <a:cubicBezTo>
                  <a:pt x="75529" y="246412"/>
                  <a:pt x="75403" y="246286"/>
                  <a:pt x="75277" y="246160"/>
                </a:cubicBezTo>
                <a:lnTo>
                  <a:pt x="70493" y="241629"/>
                </a:lnTo>
                <a:lnTo>
                  <a:pt x="100642" y="241629"/>
                </a:lnTo>
                <a:cubicBezTo>
                  <a:pt x="111782" y="241629"/>
                  <a:pt x="120783" y="232628"/>
                  <a:pt x="120783" y="221488"/>
                </a:cubicBezTo>
                <a:cubicBezTo>
                  <a:pt x="120783" y="210347"/>
                  <a:pt x="111782" y="201347"/>
                  <a:pt x="100642" y="201347"/>
                </a:cubicBezTo>
                <a:lnTo>
                  <a:pt x="20141" y="201410"/>
                </a:lnTo>
                <a:cubicBezTo>
                  <a:pt x="14791" y="201410"/>
                  <a:pt x="9630" y="203550"/>
                  <a:pt x="5853" y="207389"/>
                </a:cubicBezTo>
                <a:cubicBezTo>
                  <a:pt x="2077" y="211228"/>
                  <a:pt x="-63" y="216327"/>
                  <a:pt x="0" y="221739"/>
                </a:cubicBezTo>
                <a:lnTo>
                  <a:pt x="629" y="301674"/>
                </a:lnTo>
                <a:cubicBezTo>
                  <a:pt x="692" y="312814"/>
                  <a:pt x="9819" y="321752"/>
                  <a:pt x="20959" y="321626"/>
                </a:cubicBezTo>
                <a:cubicBezTo>
                  <a:pt x="32100" y="321500"/>
                  <a:pt x="41037" y="312437"/>
                  <a:pt x="40911" y="301296"/>
                </a:cubicBezTo>
                <a:lnTo>
                  <a:pt x="40660" y="268882"/>
                </a:lnTo>
                <a:lnTo>
                  <a:pt x="47394" y="275239"/>
                </a:lnTo>
                <a:cubicBezTo>
                  <a:pt x="76536" y="304255"/>
                  <a:pt x="116755" y="322256"/>
                  <a:pt x="161128" y="322256"/>
                </a:cubicBezTo>
                <a:cubicBezTo>
                  <a:pt x="242321" y="322256"/>
                  <a:pt x="309479" y="262210"/>
                  <a:pt x="320619" y="18410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10712087" y="2771285"/>
            <a:ext cx="778784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Embedding</a:t>
            </a:r>
          </a:p>
        </p:txBody>
      </p:sp>
      <p:sp>
        <p:nvSpPr>
          <p:cNvPr id="41" name="Shape 39"/>
          <p:cNvSpPr/>
          <p:nvPr/>
        </p:nvSpPr>
        <p:spPr>
          <a:xfrm>
            <a:off x="6574795" y="3093540"/>
            <a:ext cx="4887542" cy="680317"/>
          </a:xfrm>
          <a:custGeom>
            <a:avLst/>
            <a:gdLst/>
            <a:ahLst/>
            <a:cxnLst/>
            <a:rect l="l" t="t" r="r" b="b"/>
            <a:pathLst>
              <a:path w="4887542" h="680317">
                <a:moveTo>
                  <a:pt x="35805" y="0"/>
                </a:moveTo>
                <a:lnTo>
                  <a:pt x="4851737" y="0"/>
                </a:lnTo>
                <a:cubicBezTo>
                  <a:pt x="4871511" y="0"/>
                  <a:pt x="4887542" y="16030"/>
                  <a:pt x="4887542" y="35805"/>
                </a:cubicBezTo>
                <a:lnTo>
                  <a:pt x="4887542" y="644512"/>
                </a:lnTo>
                <a:cubicBezTo>
                  <a:pt x="4887542" y="664287"/>
                  <a:pt x="4871511" y="680317"/>
                  <a:pt x="4851737" y="680317"/>
                </a:cubicBezTo>
                <a:lnTo>
                  <a:pt x="35805" y="680317"/>
                </a:lnTo>
                <a:cubicBezTo>
                  <a:pt x="16030" y="680317"/>
                  <a:pt x="0" y="664287"/>
                  <a:pt x="0" y="644512"/>
                </a:cubicBezTo>
                <a:lnTo>
                  <a:pt x="0" y="35805"/>
                </a:lnTo>
                <a:cubicBezTo>
                  <a:pt x="0" y="16030"/>
                  <a:pt x="16030" y="0"/>
                  <a:pt x="35805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6682214" y="3200959"/>
            <a:ext cx="4726414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6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OpenCV Feature Extraction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82214" y="3379876"/>
            <a:ext cx="4726414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6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face_roi = image[y:y+h, x:x+w]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82214" y="3522991"/>
            <a:ext cx="4726414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6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embedding = model.predict(face_roi)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05992" y="4367469"/>
            <a:ext cx="5619778" cy="2273963"/>
          </a:xfrm>
          <a:custGeom>
            <a:avLst/>
            <a:gdLst/>
            <a:ahLst/>
            <a:cxnLst/>
            <a:rect l="l" t="t" r="r" b="b"/>
            <a:pathLst>
              <a:path w="5619778" h="2379320">
                <a:moveTo>
                  <a:pt x="107426" y="0"/>
                </a:moveTo>
                <a:lnTo>
                  <a:pt x="5512352" y="0"/>
                </a:lnTo>
                <a:cubicBezTo>
                  <a:pt x="5571682" y="0"/>
                  <a:pt x="5619778" y="48096"/>
                  <a:pt x="5619778" y="107426"/>
                </a:cubicBezTo>
                <a:lnTo>
                  <a:pt x="5619778" y="2271894"/>
                </a:lnTo>
                <a:cubicBezTo>
                  <a:pt x="5619778" y="2331223"/>
                  <a:pt x="5571682" y="2379320"/>
                  <a:pt x="5512352" y="2379320"/>
                </a:cubicBezTo>
                <a:lnTo>
                  <a:pt x="107426" y="2379320"/>
                </a:lnTo>
                <a:cubicBezTo>
                  <a:pt x="48096" y="2379320"/>
                  <a:pt x="0" y="2331223"/>
                  <a:pt x="0" y="2271894"/>
                </a:cubicBezTo>
                <a:lnTo>
                  <a:pt x="0" y="107426"/>
                </a:lnTo>
                <a:cubicBezTo>
                  <a:pt x="0" y="48136"/>
                  <a:pt x="48136" y="0"/>
                  <a:pt x="107426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24410" y="4644183"/>
            <a:ext cx="5290361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Properties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42313" y="5109550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8" name="Text 46"/>
          <p:cNvSpPr/>
          <p:nvPr/>
        </p:nvSpPr>
        <p:spPr>
          <a:xfrm>
            <a:off x="6710859" y="5073744"/>
            <a:ext cx="212151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Uniqueness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10859" y="5288581"/>
            <a:ext cx="2112564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person has distinct embeddings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42313" y="5610836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1" name="Text 49"/>
          <p:cNvSpPr/>
          <p:nvPr/>
        </p:nvSpPr>
        <p:spPr>
          <a:xfrm>
            <a:off x="6710859" y="5575030"/>
            <a:ext cx="2023048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710859" y="5789867"/>
            <a:ext cx="201409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face produces similar vectors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42313" y="6112123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4" name="Text 52"/>
          <p:cNvSpPr/>
          <p:nvPr/>
        </p:nvSpPr>
        <p:spPr>
          <a:xfrm>
            <a:off x="6710859" y="6076316"/>
            <a:ext cx="2193128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Compactness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710859" y="6291153"/>
            <a:ext cx="2184176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128-512 dimensions vs. 10,000+ pixels</a:t>
            </a:r>
            <a:endParaRPr lang="en-US" sz="1600" dirty="0"/>
          </a:p>
        </p:txBody>
      </p:sp>
      <p:pic>
        <p:nvPicPr>
          <p:cNvPr id="1026" name="Picture 2" descr="C:\Program Files (x86)\Microsoft Office\MEDIA\CAGCAT10\j0293240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00" y="504653"/>
            <a:ext cx="404603" cy="298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1755" y="381518"/>
            <a:ext cx="464457" cy="464457"/>
          </a:xfrm>
          <a:custGeom>
            <a:avLst/>
            <a:gdLst/>
            <a:ahLst/>
            <a:cxnLst/>
            <a:rect l="l" t="t" r="r" b="b"/>
            <a:pathLst>
              <a:path w="464457" h="464457">
                <a:moveTo>
                  <a:pt x="99529" y="0"/>
                </a:moveTo>
                <a:lnTo>
                  <a:pt x="364929" y="0"/>
                </a:lnTo>
                <a:cubicBezTo>
                  <a:pt x="419897" y="0"/>
                  <a:pt x="464457" y="44560"/>
                  <a:pt x="464457" y="99529"/>
                </a:cubicBezTo>
                <a:lnTo>
                  <a:pt x="464457" y="364929"/>
                </a:lnTo>
                <a:cubicBezTo>
                  <a:pt x="464457" y="419897"/>
                  <a:pt x="419897" y="464457"/>
                  <a:pt x="364929" y="464457"/>
                </a:cubicBezTo>
                <a:lnTo>
                  <a:pt x="99529" y="464457"/>
                </a:lnTo>
                <a:cubicBezTo>
                  <a:pt x="44560" y="464457"/>
                  <a:pt x="0" y="419897"/>
                  <a:pt x="0" y="364929"/>
                </a:cubicBezTo>
                <a:lnTo>
                  <a:pt x="0" y="99529"/>
                </a:lnTo>
                <a:cubicBezTo>
                  <a:pt x="0" y="44560"/>
                  <a:pt x="44560" y="0"/>
                  <a:pt x="9952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4457" y="514220"/>
            <a:ext cx="199053" cy="199053"/>
          </a:xfrm>
          <a:custGeom>
            <a:avLst/>
            <a:gdLst/>
            <a:ahLst/>
            <a:cxnLst/>
            <a:rect l="l" t="t" r="r" b="b"/>
            <a:pathLst>
              <a:path w="199053" h="199053">
                <a:moveTo>
                  <a:pt x="46653" y="21771"/>
                </a:moveTo>
                <a:cubicBezTo>
                  <a:pt x="46653" y="9758"/>
                  <a:pt x="56411" y="0"/>
                  <a:pt x="68424" y="0"/>
                </a:cubicBezTo>
                <a:lnTo>
                  <a:pt x="77755" y="0"/>
                </a:lnTo>
                <a:cubicBezTo>
                  <a:pt x="84636" y="0"/>
                  <a:pt x="90196" y="5559"/>
                  <a:pt x="90196" y="12441"/>
                </a:cubicBezTo>
                <a:lnTo>
                  <a:pt x="90196" y="186612"/>
                </a:lnTo>
                <a:cubicBezTo>
                  <a:pt x="90196" y="193494"/>
                  <a:pt x="84636" y="199053"/>
                  <a:pt x="77755" y="199053"/>
                </a:cubicBezTo>
                <a:lnTo>
                  <a:pt x="65314" y="199053"/>
                </a:lnTo>
                <a:cubicBezTo>
                  <a:pt x="53729" y="199053"/>
                  <a:pt x="43971" y="191122"/>
                  <a:pt x="41210" y="180392"/>
                </a:cubicBezTo>
                <a:cubicBezTo>
                  <a:pt x="40938" y="180392"/>
                  <a:pt x="40705" y="180392"/>
                  <a:pt x="40433" y="180392"/>
                </a:cubicBezTo>
                <a:cubicBezTo>
                  <a:pt x="23249" y="180392"/>
                  <a:pt x="9331" y="166474"/>
                  <a:pt x="9331" y="149290"/>
                </a:cubicBezTo>
                <a:cubicBezTo>
                  <a:pt x="9331" y="142292"/>
                  <a:pt x="11663" y="135838"/>
                  <a:pt x="15551" y="130629"/>
                </a:cubicBezTo>
                <a:cubicBezTo>
                  <a:pt x="8009" y="124952"/>
                  <a:pt x="3110" y="115933"/>
                  <a:pt x="3110" y="105747"/>
                </a:cubicBezTo>
                <a:cubicBezTo>
                  <a:pt x="3110" y="93734"/>
                  <a:pt x="9953" y="83276"/>
                  <a:pt x="19905" y="78105"/>
                </a:cubicBezTo>
                <a:cubicBezTo>
                  <a:pt x="17145" y="73440"/>
                  <a:pt x="15551" y="67997"/>
                  <a:pt x="15551" y="62204"/>
                </a:cubicBezTo>
                <a:cubicBezTo>
                  <a:pt x="15551" y="45020"/>
                  <a:pt x="29469" y="31102"/>
                  <a:pt x="46653" y="31102"/>
                </a:cubicBezTo>
                <a:lnTo>
                  <a:pt x="46653" y="21771"/>
                </a:lnTo>
                <a:close/>
                <a:moveTo>
                  <a:pt x="152400" y="21771"/>
                </a:moveTo>
                <a:lnTo>
                  <a:pt x="152400" y="31102"/>
                </a:lnTo>
                <a:cubicBezTo>
                  <a:pt x="169584" y="31102"/>
                  <a:pt x="183502" y="45020"/>
                  <a:pt x="183502" y="62204"/>
                </a:cubicBezTo>
                <a:cubicBezTo>
                  <a:pt x="183502" y="68036"/>
                  <a:pt x="181908" y="73479"/>
                  <a:pt x="179148" y="78105"/>
                </a:cubicBezTo>
                <a:cubicBezTo>
                  <a:pt x="189139" y="83276"/>
                  <a:pt x="195943" y="93695"/>
                  <a:pt x="195943" y="105747"/>
                </a:cubicBezTo>
                <a:cubicBezTo>
                  <a:pt x="195943" y="115933"/>
                  <a:pt x="191044" y="124952"/>
                  <a:pt x="183502" y="130629"/>
                </a:cubicBezTo>
                <a:cubicBezTo>
                  <a:pt x="187390" y="135838"/>
                  <a:pt x="189722" y="142292"/>
                  <a:pt x="189722" y="149290"/>
                </a:cubicBezTo>
                <a:cubicBezTo>
                  <a:pt x="189722" y="166474"/>
                  <a:pt x="175804" y="180392"/>
                  <a:pt x="158620" y="180392"/>
                </a:cubicBezTo>
                <a:cubicBezTo>
                  <a:pt x="158348" y="180392"/>
                  <a:pt x="158115" y="180392"/>
                  <a:pt x="157843" y="180392"/>
                </a:cubicBezTo>
                <a:cubicBezTo>
                  <a:pt x="155083" y="191122"/>
                  <a:pt x="145324" y="199053"/>
                  <a:pt x="133739" y="199053"/>
                </a:cubicBezTo>
                <a:lnTo>
                  <a:pt x="121298" y="199053"/>
                </a:lnTo>
                <a:cubicBezTo>
                  <a:pt x="114417" y="199053"/>
                  <a:pt x="108857" y="193494"/>
                  <a:pt x="108857" y="186612"/>
                </a:cubicBezTo>
                <a:lnTo>
                  <a:pt x="108857" y="12441"/>
                </a:lnTo>
                <a:cubicBezTo>
                  <a:pt x="108857" y="5559"/>
                  <a:pt x="114417" y="0"/>
                  <a:pt x="121298" y="0"/>
                </a:cubicBezTo>
                <a:lnTo>
                  <a:pt x="130629" y="0"/>
                </a:lnTo>
                <a:cubicBezTo>
                  <a:pt x="142642" y="0"/>
                  <a:pt x="152400" y="9758"/>
                  <a:pt x="152400" y="2177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28914" y="331755"/>
            <a:ext cx="5523722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</a:p>
        </p:txBody>
      </p:sp>
      <p:sp>
        <p:nvSpPr>
          <p:cNvPr id="5" name="Text 3"/>
          <p:cNvSpPr/>
          <p:nvPr/>
        </p:nvSpPr>
        <p:spPr>
          <a:xfrm>
            <a:off x="928913" y="556902"/>
            <a:ext cx="6420154" cy="398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7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Training: Random Forest</a:t>
            </a:r>
          </a:p>
        </p:txBody>
      </p:sp>
      <p:sp>
        <p:nvSpPr>
          <p:cNvPr id="6" name="Shape 4"/>
          <p:cNvSpPr/>
          <p:nvPr/>
        </p:nvSpPr>
        <p:spPr>
          <a:xfrm>
            <a:off x="335073" y="1098109"/>
            <a:ext cx="5663060" cy="3166602"/>
          </a:xfrm>
          <a:custGeom>
            <a:avLst/>
            <a:gdLst/>
            <a:ahLst/>
            <a:cxnLst/>
            <a:rect l="l" t="t" r="r" b="b"/>
            <a:pathLst>
              <a:path w="5663060" h="3166602">
                <a:moveTo>
                  <a:pt x="99526" y="0"/>
                </a:moveTo>
                <a:lnTo>
                  <a:pt x="5563533" y="0"/>
                </a:lnTo>
                <a:cubicBezTo>
                  <a:pt x="5618500" y="0"/>
                  <a:pt x="5663060" y="44559"/>
                  <a:pt x="5663060" y="99526"/>
                </a:cubicBezTo>
                <a:lnTo>
                  <a:pt x="5663060" y="3067076"/>
                </a:lnTo>
                <a:cubicBezTo>
                  <a:pt x="5663060" y="3122043"/>
                  <a:pt x="5618500" y="3166602"/>
                  <a:pt x="5563533" y="3166602"/>
                </a:cubicBezTo>
                <a:lnTo>
                  <a:pt x="99526" y="3166602"/>
                </a:lnTo>
                <a:cubicBezTo>
                  <a:pt x="44559" y="3166602"/>
                  <a:pt x="0" y="3122043"/>
                  <a:pt x="0" y="3067076"/>
                </a:cubicBezTo>
                <a:lnTo>
                  <a:pt x="0" y="99526"/>
                </a:lnTo>
                <a:cubicBezTo>
                  <a:pt x="0" y="44596"/>
                  <a:pt x="44596" y="0"/>
                  <a:pt x="99526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4766" y="1333549"/>
            <a:ext cx="174171" cy="199053"/>
          </a:xfrm>
          <a:custGeom>
            <a:avLst/>
            <a:gdLst/>
            <a:ahLst/>
            <a:cxnLst/>
            <a:rect l="l" t="t" r="r" b="b"/>
            <a:pathLst>
              <a:path w="174171" h="199053">
                <a:moveTo>
                  <a:pt x="87086" y="-12441"/>
                </a:moveTo>
                <a:cubicBezTo>
                  <a:pt x="89807" y="-12441"/>
                  <a:pt x="92412" y="-11236"/>
                  <a:pt x="94200" y="-9136"/>
                </a:cubicBezTo>
                <a:lnTo>
                  <a:pt x="147074" y="53068"/>
                </a:lnTo>
                <a:cubicBezTo>
                  <a:pt x="149445" y="55828"/>
                  <a:pt x="149951" y="59716"/>
                  <a:pt x="148434" y="63021"/>
                </a:cubicBezTo>
                <a:cubicBezTo>
                  <a:pt x="146918" y="66325"/>
                  <a:pt x="143614" y="68424"/>
                  <a:pt x="139959" y="68424"/>
                </a:cubicBezTo>
                <a:lnTo>
                  <a:pt x="130279" y="68424"/>
                </a:lnTo>
                <a:lnTo>
                  <a:pt x="159515" y="102831"/>
                </a:lnTo>
                <a:cubicBezTo>
                  <a:pt x="161886" y="105591"/>
                  <a:pt x="162392" y="109479"/>
                  <a:pt x="160875" y="112784"/>
                </a:cubicBezTo>
                <a:cubicBezTo>
                  <a:pt x="159359" y="116088"/>
                  <a:pt x="156054" y="118188"/>
                  <a:pt x="152400" y="118188"/>
                </a:cubicBezTo>
                <a:lnTo>
                  <a:pt x="137432" y="118188"/>
                </a:lnTo>
                <a:lnTo>
                  <a:pt x="171955" y="158815"/>
                </a:lnTo>
                <a:cubicBezTo>
                  <a:pt x="174327" y="161575"/>
                  <a:pt x="174832" y="165463"/>
                  <a:pt x="173316" y="168767"/>
                </a:cubicBezTo>
                <a:cubicBezTo>
                  <a:pt x="171800" y="172072"/>
                  <a:pt x="168495" y="174171"/>
                  <a:pt x="164841" y="174171"/>
                </a:cubicBezTo>
                <a:lnTo>
                  <a:pt x="99527" y="174171"/>
                </a:lnTo>
                <a:lnTo>
                  <a:pt x="99527" y="199053"/>
                </a:lnTo>
                <a:cubicBezTo>
                  <a:pt x="99527" y="205934"/>
                  <a:pt x="93967" y="211494"/>
                  <a:pt x="87086" y="211494"/>
                </a:cubicBezTo>
                <a:cubicBezTo>
                  <a:pt x="80204" y="211494"/>
                  <a:pt x="74645" y="205934"/>
                  <a:pt x="74645" y="199053"/>
                </a:cubicBezTo>
                <a:lnTo>
                  <a:pt x="74645" y="174171"/>
                </a:lnTo>
                <a:lnTo>
                  <a:pt x="9331" y="174171"/>
                </a:lnTo>
                <a:cubicBezTo>
                  <a:pt x="5676" y="174171"/>
                  <a:pt x="2372" y="172072"/>
                  <a:pt x="855" y="168767"/>
                </a:cubicBezTo>
                <a:cubicBezTo>
                  <a:pt x="-661" y="165463"/>
                  <a:pt x="-156" y="161575"/>
                  <a:pt x="2216" y="158815"/>
                </a:cubicBezTo>
                <a:lnTo>
                  <a:pt x="36739" y="118188"/>
                </a:lnTo>
                <a:lnTo>
                  <a:pt x="21771" y="118188"/>
                </a:lnTo>
                <a:cubicBezTo>
                  <a:pt x="18117" y="118188"/>
                  <a:pt x="14812" y="116088"/>
                  <a:pt x="13296" y="112784"/>
                </a:cubicBezTo>
                <a:cubicBezTo>
                  <a:pt x="11780" y="109479"/>
                  <a:pt x="12285" y="105591"/>
                  <a:pt x="14657" y="102831"/>
                </a:cubicBezTo>
                <a:lnTo>
                  <a:pt x="43893" y="68424"/>
                </a:lnTo>
                <a:lnTo>
                  <a:pt x="34212" y="68424"/>
                </a:lnTo>
                <a:cubicBezTo>
                  <a:pt x="30558" y="68424"/>
                  <a:pt x="27253" y="66325"/>
                  <a:pt x="25737" y="63021"/>
                </a:cubicBezTo>
                <a:cubicBezTo>
                  <a:pt x="24221" y="59716"/>
                  <a:pt x="24726" y="55828"/>
                  <a:pt x="27098" y="53068"/>
                </a:cubicBezTo>
                <a:lnTo>
                  <a:pt x="79971" y="-9136"/>
                </a:lnTo>
                <a:cubicBezTo>
                  <a:pt x="81759" y="-11236"/>
                  <a:pt x="84364" y="-12441"/>
                  <a:pt x="87086" y="-124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786260" y="1300478"/>
            <a:ext cx="5109029" cy="2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Classifier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7443" y="1698479"/>
            <a:ext cx="5332963" cy="729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ensemble learning method that constructs multiple decision trees during training and outputs the class that is the mode of the classes (classification) of individual trees.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0761" y="2562287"/>
            <a:ext cx="5248366" cy="1499533"/>
          </a:xfrm>
          <a:custGeom>
            <a:avLst/>
            <a:gdLst/>
            <a:ahLst/>
            <a:cxnLst/>
            <a:rect l="l" t="t" r="r" b="b"/>
            <a:pathLst>
              <a:path w="5248366" h="1499533">
                <a:moveTo>
                  <a:pt x="66354" y="0"/>
                </a:moveTo>
                <a:lnTo>
                  <a:pt x="5182011" y="0"/>
                </a:lnTo>
                <a:cubicBezTo>
                  <a:pt x="5218658" y="0"/>
                  <a:pt x="5248366" y="29708"/>
                  <a:pt x="5248366" y="66354"/>
                </a:cubicBezTo>
                <a:lnTo>
                  <a:pt x="5248366" y="1433179"/>
                </a:lnTo>
                <a:cubicBezTo>
                  <a:pt x="5248366" y="1469825"/>
                  <a:pt x="5218658" y="1499533"/>
                  <a:pt x="5182011" y="1499533"/>
                </a:cubicBezTo>
                <a:lnTo>
                  <a:pt x="66354" y="1499533"/>
                </a:lnTo>
                <a:cubicBezTo>
                  <a:pt x="29732" y="1499533"/>
                  <a:pt x="0" y="1469801"/>
                  <a:pt x="0" y="1433179"/>
                </a:cubicBezTo>
                <a:lnTo>
                  <a:pt x="0" y="66354"/>
                </a:lnTo>
                <a:cubicBezTo>
                  <a:pt x="0" y="29732"/>
                  <a:pt x="29732" y="0"/>
                  <a:pt x="66354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780" y="2698309"/>
            <a:ext cx="5034384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sklearn Implementation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780" y="2930537"/>
            <a:ext cx="5034384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sklearn.ensemble import RandomForestClassifier</a:t>
            </a:r>
          </a:p>
        </p:txBody>
      </p:sp>
      <p:sp>
        <p:nvSpPr>
          <p:cNvPr id="13" name="Text 11"/>
          <p:cNvSpPr/>
          <p:nvPr/>
        </p:nvSpPr>
        <p:spPr>
          <a:xfrm>
            <a:off x="676780" y="3096415"/>
            <a:ext cx="5034384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= RandomForestClassifier(</a:t>
            </a:r>
          </a:p>
        </p:txBody>
      </p:sp>
      <p:sp>
        <p:nvSpPr>
          <p:cNvPr id="14" name="Text 12"/>
          <p:cNvSpPr/>
          <p:nvPr/>
        </p:nvSpPr>
        <p:spPr>
          <a:xfrm>
            <a:off x="809482" y="3262292"/>
            <a:ext cx="4901682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n_estimators=100,</a:t>
            </a:r>
          </a:p>
        </p:txBody>
      </p:sp>
      <p:sp>
        <p:nvSpPr>
          <p:cNvPr id="15" name="Text 13"/>
          <p:cNvSpPr/>
          <p:nvPr/>
        </p:nvSpPr>
        <p:spPr>
          <a:xfrm>
            <a:off x="809482" y="3428170"/>
            <a:ext cx="4901682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max_depth=20,</a:t>
            </a:r>
          </a:p>
        </p:txBody>
      </p:sp>
      <p:sp>
        <p:nvSpPr>
          <p:cNvPr id="16" name="Text 14"/>
          <p:cNvSpPr/>
          <p:nvPr/>
        </p:nvSpPr>
        <p:spPr>
          <a:xfrm>
            <a:off x="809482" y="3594047"/>
            <a:ext cx="4901682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random_state=42</a:t>
            </a:r>
          </a:p>
        </p:txBody>
      </p:sp>
      <p:sp>
        <p:nvSpPr>
          <p:cNvPr id="17" name="Text 15"/>
          <p:cNvSpPr/>
          <p:nvPr/>
        </p:nvSpPr>
        <p:spPr>
          <a:xfrm>
            <a:off x="676780" y="3759925"/>
            <a:ext cx="5034384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</a:p>
        </p:txBody>
      </p:sp>
      <p:sp>
        <p:nvSpPr>
          <p:cNvPr id="18" name="Shape 16"/>
          <p:cNvSpPr/>
          <p:nvPr/>
        </p:nvSpPr>
        <p:spPr>
          <a:xfrm>
            <a:off x="331755" y="4432866"/>
            <a:ext cx="5663060" cy="2138991"/>
          </a:xfrm>
          <a:custGeom>
            <a:avLst/>
            <a:gdLst/>
            <a:ahLst/>
            <a:cxnLst/>
            <a:rect l="l" t="t" r="r" b="b"/>
            <a:pathLst>
              <a:path w="5663060" h="2420153">
                <a:moveTo>
                  <a:pt x="99517" y="0"/>
                </a:moveTo>
                <a:lnTo>
                  <a:pt x="5563543" y="0"/>
                </a:lnTo>
                <a:cubicBezTo>
                  <a:pt x="5618504" y="0"/>
                  <a:pt x="5663060" y="44555"/>
                  <a:pt x="5663060" y="99517"/>
                </a:cubicBezTo>
                <a:lnTo>
                  <a:pt x="5663060" y="2320637"/>
                </a:lnTo>
                <a:cubicBezTo>
                  <a:pt x="5663060" y="2375562"/>
                  <a:pt x="5618468" y="2420153"/>
                  <a:pt x="5563543" y="2420153"/>
                </a:cubicBezTo>
                <a:lnTo>
                  <a:pt x="99517" y="2420153"/>
                </a:lnTo>
                <a:cubicBezTo>
                  <a:pt x="44555" y="2420153"/>
                  <a:pt x="0" y="2375598"/>
                  <a:pt x="0" y="2320637"/>
                </a:cubicBezTo>
                <a:lnTo>
                  <a:pt x="0" y="99517"/>
                </a:lnTo>
                <a:cubicBezTo>
                  <a:pt x="0" y="44555"/>
                  <a:pt x="44555" y="0"/>
                  <a:pt x="99517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2325" y="4656320"/>
            <a:ext cx="199053" cy="199053"/>
          </a:xfrm>
          <a:custGeom>
            <a:avLst/>
            <a:gdLst/>
            <a:ahLst/>
            <a:cxnLst/>
            <a:rect l="l" t="t" r="r" b="b"/>
            <a:pathLst>
              <a:path w="199053" h="199053">
                <a:moveTo>
                  <a:pt x="12441" y="24882"/>
                </a:moveTo>
                <a:cubicBezTo>
                  <a:pt x="5559" y="24882"/>
                  <a:pt x="0" y="30441"/>
                  <a:pt x="0" y="37322"/>
                </a:cubicBezTo>
                <a:cubicBezTo>
                  <a:pt x="0" y="44204"/>
                  <a:pt x="5559" y="49763"/>
                  <a:pt x="12441" y="49763"/>
                </a:cubicBezTo>
                <a:lnTo>
                  <a:pt x="46148" y="49763"/>
                </a:lnTo>
                <a:cubicBezTo>
                  <a:pt x="50930" y="60766"/>
                  <a:pt x="61893" y="68424"/>
                  <a:pt x="74645" y="68424"/>
                </a:cubicBezTo>
                <a:cubicBezTo>
                  <a:pt x="87397" y="68424"/>
                  <a:pt x="98360" y="60766"/>
                  <a:pt x="103142" y="49763"/>
                </a:cubicBezTo>
                <a:lnTo>
                  <a:pt x="186612" y="49763"/>
                </a:lnTo>
                <a:cubicBezTo>
                  <a:pt x="193494" y="49763"/>
                  <a:pt x="199053" y="44204"/>
                  <a:pt x="199053" y="37322"/>
                </a:cubicBezTo>
                <a:cubicBezTo>
                  <a:pt x="199053" y="30441"/>
                  <a:pt x="193494" y="24882"/>
                  <a:pt x="186612" y="24882"/>
                </a:cubicBezTo>
                <a:lnTo>
                  <a:pt x="103142" y="24882"/>
                </a:lnTo>
                <a:cubicBezTo>
                  <a:pt x="98360" y="13879"/>
                  <a:pt x="87397" y="6220"/>
                  <a:pt x="74645" y="6220"/>
                </a:cubicBezTo>
                <a:cubicBezTo>
                  <a:pt x="61893" y="6220"/>
                  <a:pt x="50930" y="13879"/>
                  <a:pt x="46148" y="24882"/>
                </a:cubicBezTo>
                <a:lnTo>
                  <a:pt x="12441" y="24882"/>
                </a:lnTo>
                <a:close/>
                <a:moveTo>
                  <a:pt x="12441" y="87086"/>
                </a:moveTo>
                <a:cubicBezTo>
                  <a:pt x="5559" y="87086"/>
                  <a:pt x="0" y="92645"/>
                  <a:pt x="0" y="99527"/>
                </a:cubicBezTo>
                <a:cubicBezTo>
                  <a:pt x="0" y="106408"/>
                  <a:pt x="5559" y="111967"/>
                  <a:pt x="12441" y="111967"/>
                </a:cubicBezTo>
                <a:lnTo>
                  <a:pt x="108352" y="111967"/>
                </a:lnTo>
                <a:cubicBezTo>
                  <a:pt x="113134" y="122970"/>
                  <a:pt x="124097" y="130629"/>
                  <a:pt x="136849" y="130629"/>
                </a:cubicBezTo>
                <a:cubicBezTo>
                  <a:pt x="149601" y="130629"/>
                  <a:pt x="160564" y="122970"/>
                  <a:pt x="165346" y="111967"/>
                </a:cubicBezTo>
                <a:lnTo>
                  <a:pt x="186612" y="111967"/>
                </a:lnTo>
                <a:cubicBezTo>
                  <a:pt x="193494" y="111967"/>
                  <a:pt x="199053" y="106408"/>
                  <a:pt x="199053" y="99527"/>
                </a:cubicBezTo>
                <a:cubicBezTo>
                  <a:pt x="199053" y="92645"/>
                  <a:pt x="193494" y="87086"/>
                  <a:pt x="186612" y="87086"/>
                </a:cubicBezTo>
                <a:lnTo>
                  <a:pt x="165346" y="87086"/>
                </a:lnTo>
                <a:cubicBezTo>
                  <a:pt x="160564" y="76083"/>
                  <a:pt x="149601" y="68424"/>
                  <a:pt x="136849" y="68424"/>
                </a:cubicBezTo>
                <a:cubicBezTo>
                  <a:pt x="124097" y="68424"/>
                  <a:pt x="113134" y="76083"/>
                  <a:pt x="108352" y="87086"/>
                </a:cubicBezTo>
                <a:lnTo>
                  <a:pt x="12441" y="87086"/>
                </a:lnTo>
                <a:close/>
                <a:moveTo>
                  <a:pt x="12441" y="149290"/>
                </a:moveTo>
                <a:cubicBezTo>
                  <a:pt x="5559" y="149290"/>
                  <a:pt x="0" y="154849"/>
                  <a:pt x="0" y="161731"/>
                </a:cubicBezTo>
                <a:cubicBezTo>
                  <a:pt x="0" y="168612"/>
                  <a:pt x="5559" y="174171"/>
                  <a:pt x="12441" y="174171"/>
                </a:cubicBezTo>
                <a:lnTo>
                  <a:pt x="33707" y="174171"/>
                </a:lnTo>
                <a:cubicBezTo>
                  <a:pt x="38489" y="185174"/>
                  <a:pt x="49452" y="192833"/>
                  <a:pt x="62204" y="192833"/>
                </a:cubicBezTo>
                <a:cubicBezTo>
                  <a:pt x="74956" y="192833"/>
                  <a:pt x="85919" y="185174"/>
                  <a:pt x="90701" y="174171"/>
                </a:cubicBezTo>
                <a:lnTo>
                  <a:pt x="186612" y="174171"/>
                </a:lnTo>
                <a:cubicBezTo>
                  <a:pt x="193494" y="174171"/>
                  <a:pt x="199053" y="168612"/>
                  <a:pt x="199053" y="161731"/>
                </a:cubicBezTo>
                <a:cubicBezTo>
                  <a:pt x="199053" y="154849"/>
                  <a:pt x="193494" y="149290"/>
                  <a:pt x="186612" y="149290"/>
                </a:cubicBezTo>
                <a:lnTo>
                  <a:pt x="90701" y="149290"/>
                </a:lnTo>
                <a:cubicBezTo>
                  <a:pt x="85919" y="138287"/>
                  <a:pt x="74956" y="130629"/>
                  <a:pt x="62204" y="130629"/>
                </a:cubicBezTo>
                <a:cubicBezTo>
                  <a:pt x="49452" y="130629"/>
                  <a:pt x="38489" y="138287"/>
                  <a:pt x="33707" y="149290"/>
                </a:cubicBezTo>
                <a:lnTo>
                  <a:pt x="12441" y="14929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786260" y="4623250"/>
            <a:ext cx="5109029" cy="2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Hyperparameters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0761" y="5024568"/>
            <a:ext cx="2569443" cy="537443"/>
          </a:xfrm>
          <a:custGeom>
            <a:avLst/>
            <a:gdLst/>
            <a:ahLst/>
            <a:cxnLst/>
            <a:rect l="l" t="t" r="r" b="b"/>
            <a:pathLst>
              <a:path w="2569443" h="537443">
                <a:moveTo>
                  <a:pt x="66353" y="0"/>
                </a:moveTo>
                <a:lnTo>
                  <a:pt x="2503091" y="0"/>
                </a:lnTo>
                <a:cubicBezTo>
                  <a:pt x="2539736" y="0"/>
                  <a:pt x="2569443" y="29707"/>
                  <a:pt x="2569443" y="66353"/>
                </a:cubicBezTo>
                <a:lnTo>
                  <a:pt x="2569443" y="471091"/>
                </a:lnTo>
                <a:cubicBezTo>
                  <a:pt x="2569443" y="507736"/>
                  <a:pt x="2539736" y="537443"/>
                  <a:pt x="2503091" y="537443"/>
                </a:cubicBezTo>
                <a:lnTo>
                  <a:pt x="66353" y="537443"/>
                </a:lnTo>
                <a:cubicBezTo>
                  <a:pt x="29707" y="537443"/>
                  <a:pt x="0" y="507736"/>
                  <a:pt x="0" y="471091"/>
                </a:cubicBezTo>
                <a:lnTo>
                  <a:pt x="0" y="66353"/>
                </a:lnTo>
                <a:cubicBezTo>
                  <a:pt x="0" y="29732"/>
                  <a:pt x="29732" y="0"/>
                  <a:pt x="66353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605" y="5127411"/>
            <a:ext cx="2421812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n_estimators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3605" y="5326464"/>
            <a:ext cx="2413518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Number of trees: 150</a:t>
            </a:r>
          </a:p>
        </p:txBody>
      </p:sp>
      <p:sp>
        <p:nvSpPr>
          <p:cNvPr id="30" name="Shape 28"/>
          <p:cNvSpPr/>
          <p:nvPr/>
        </p:nvSpPr>
        <p:spPr>
          <a:xfrm>
            <a:off x="540761" y="5724107"/>
            <a:ext cx="2569443" cy="537443"/>
          </a:xfrm>
          <a:custGeom>
            <a:avLst/>
            <a:gdLst/>
            <a:ahLst/>
            <a:cxnLst/>
            <a:rect l="l" t="t" r="r" b="b"/>
            <a:pathLst>
              <a:path w="2569443" h="537443">
                <a:moveTo>
                  <a:pt x="66353" y="0"/>
                </a:moveTo>
                <a:lnTo>
                  <a:pt x="2503091" y="0"/>
                </a:lnTo>
                <a:cubicBezTo>
                  <a:pt x="2539736" y="0"/>
                  <a:pt x="2569443" y="29707"/>
                  <a:pt x="2569443" y="66353"/>
                </a:cubicBezTo>
                <a:lnTo>
                  <a:pt x="2569443" y="471091"/>
                </a:lnTo>
                <a:cubicBezTo>
                  <a:pt x="2569443" y="507736"/>
                  <a:pt x="2539736" y="537443"/>
                  <a:pt x="2503091" y="537443"/>
                </a:cubicBezTo>
                <a:lnTo>
                  <a:pt x="66353" y="537443"/>
                </a:lnTo>
                <a:cubicBezTo>
                  <a:pt x="29707" y="537443"/>
                  <a:pt x="0" y="507736"/>
                  <a:pt x="0" y="471091"/>
                </a:cubicBezTo>
                <a:lnTo>
                  <a:pt x="0" y="66353"/>
                </a:lnTo>
                <a:cubicBezTo>
                  <a:pt x="0" y="29732"/>
                  <a:pt x="29732" y="0"/>
                  <a:pt x="66353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605" y="5826949"/>
            <a:ext cx="2421812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random_state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3605" y="6026002"/>
            <a:ext cx="2413518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Reproducibility: 42</a:t>
            </a:r>
          </a:p>
        </p:txBody>
      </p:sp>
      <p:sp>
        <p:nvSpPr>
          <p:cNvPr id="33" name="Shape 31"/>
          <p:cNvSpPr/>
          <p:nvPr/>
        </p:nvSpPr>
        <p:spPr>
          <a:xfrm>
            <a:off x="6199674" y="1098109"/>
            <a:ext cx="5663060" cy="3025607"/>
          </a:xfrm>
          <a:custGeom>
            <a:avLst/>
            <a:gdLst/>
            <a:ahLst/>
            <a:cxnLst/>
            <a:rect l="l" t="t" r="r" b="b"/>
            <a:pathLst>
              <a:path w="5663060" h="3025607">
                <a:moveTo>
                  <a:pt x="99512" y="0"/>
                </a:moveTo>
                <a:lnTo>
                  <a:pt x="5563547" y="0"/>
                </a:lnTo>
                <a:cubicBezTo>
                  <a:pt x="5618506" y="0"/>
                  <a:pt x="5663060" y="44553"/>
                  <a:pt x="5663060" y="99512"/>
                </a:cubicBezTo>
                <a:lnTo>
                  <a:pt x="5663060" y="2926094"/>
                </a:lnTo>
                <a:cubicBezTo>
                  <a:pt x="5663060" y="2981053"/>
                  <a:pt x="5618506" y="3025607"/>
                  <a:pt x="5563547" y="3025607"/>
                </a:cubicBezTo>
                <a:lnTo>
                  <a:pt x="99512" y="3025607"/>
                </a:lnTo>
                <a:cubicBezTo>
                  <a:pt x="44553" y="3025607"/>
                  <a:pt x="0" y="2981053"/>
                  <a:pt x="0" y="2926094"/>
                </a:cubicBezTo>
                <a:lnTo>
                  <a:pt x="0" y="99512"/>
                </a:lnTo>
                <a:cubicBezTo>
                  <a:pt x="0" y="44590"/>
                  <a:pt x="44590" y="0"/>
                  <a:pt x="99512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14485" y="1333549"/>
            <a:ext cx="223935" cy="199053"/>
          </a:xfrm>
          <a:custGeom>
            <a:avLst/>
            <a:gdLst/>
            <a:ahLst/>
            <a:cxnLst/>
            <a:rect l="l" t="t" r="r" b="b"/>
            <a:pathLst>
              <a:path w="223935" h="199053">
                <a:moveTo>
                  <a:pt x="18661" y="76122"/>
                </a:moveTo>
                <a:lnTo>
                  <a:pt x="99993" y="109596"/>
                </a:lnTo>
                <a:cubicBezTo>
                  <a:pt x="103803" y="111151"/>
                  <a:pt x="107846" y="111967"/>
                  <a:pt x="111967" y="111967"/>
                </a:cubicBezTo>
                <a:cubicBezTo>
                  <a:pt x="116088" y="111967"/>
                  <a:pt x="120132" y="111151"/>
                  <a:pt x="123942" y="109596"/>
                </a:cubicBezTo>
                <a:lnTo>
                  <a:pt x="218181" y="70796"/>
                </a:lnTo>
                <a:cubicBezTo>
                  <a:pt x="221680" y="69358"/>
                  <a:pt x="223935" y="65975"/>
                  <a:pt x="223935" y="62204"/>
                </a:cubicBezTo>
                <a:cubicBezTo>
                  <a:pt x="223935" y="58433"/>
                  <a:pt x="221680" y="55051"/>
                  <a:pt x="218181" y="53612"/>
                </a:cubicBezTo>
                <a:lnTo>
                  <a:pt x="123942" y="14812"/>
                </a:lnTo>
                <a:cubicBezTo>
                  <a:pt x="120132" y="13257"/>
                  <a:pt x="116088" y="12441"/>
                  <a:pt x="111967" y="12441"/>
                </a:cubicBezTo>
                <a:cubicBezTo>
                  <a:pt x="107846" y="12441"/>
                  <a:pt x="103803" y="13257"/>
                  <a:pt x="99993" y="14812"/>
                </a:cubicBezTo>
                <a:lnTo>
                  <a:pt x="5754" y="53612"/>
                </a:lnTo>
                <a:cubicBezTo>
                  <a:pt x="2255" y="55051"/>
                  <a:pt x="0" y="58433"/>
                  <a:pt x="0" y="62204"/>
                </a:cubicBezTo>
                <a:lnTo>
                  <a:pt x="0" y="177282"/>
                </a:lnTo>
                <a:cubicBezTo>
                  <a:pt x="0" y="182452"/>
                  <a:pt x="4160" y="186612"/>
                  <a:pt x="9331" y="186612"/>
                </a:cubicBezTo>
                <a:cubicBezTo>
                  <a:pt x="14501" y="186612"/>
                  <a:pt x="18661" y="182452"/>
                  <a:pt x="18661" y="177282"/>
                </a:cubicBezTo>
                <a:lnTo>
                  <a:pt x="18661" y="76122"/>
                </a:lnTo>
                <a:close/>
                <a:moveTo>
                  <a:pt x="37322" y="103997"/>
                </a:moveTo>
                <a:lnTo>
                  <a:pt x="37322" y="149290"/>
                </a:lnTo>
                <a:cubicBezTo>
                  <a:pt x="37322" y="169895"/>
                  <a:pt x="70757" y="186612"/>
                  <a:pt x="111967" y="186612"/>
                </a:cubicBezTo>
                <a:cubicBezTo>
                  <a:pt x="153178" y="186612"/>
                  <a:pt x="186612" y="169895"/>
                  <a:pt x="186612" y="149290"/>
                </a:cubicBezTo>
                <a:lnTo>
                  <a:pt x="186612" y="103959"/>
                </a:lnTo>
                <a:lnTo>
                  <a:pt x="131056" y="126857"/>
                </a:lnTo>
                <a:cubicBezTo>
                  <a:pt x="124991" y="129346"/>
                  <a:pt x="118538" y="130629"/>
                  <a:pt x="111967" y="130629"/>
                </a:cubicBezTo>
                <a:cubicBezTo>
                  <a:pt x="105397" y="130629"/>
                  <a:pt x="98943" y="129346"/>
                  <a:pt x="92878" y="126857"/>
                </a:cubicBezTo>
                <a:lnTo>
                  <a:pt x="37322" y="10395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6650861" y="1300478"/>
            <a:ext cx="5109029" cy="2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Process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2044" y="1715067"/>
            <a:ext cx="265404" cy="265404"/>
          </a:xfrm>
          <a:custGeom>
            <a:avLst/>
            <a:gdLst/>
            <a:ahLst/>
            <a:cxnLst/>
            <a:rect l="l" t="t" r="r" b="b"/>
            <a:pathLst>
              <a:path w="265404" h="265404">
                <a:moveTo>
                  <a:pt x="66351" y="0"/>
                </a:moveTo>
                <a:lnTo>
                  <a:pt x="199053" y="0"/>
                </a:lnTo>
                <a:cubicBezTo>
                  <a:pt x="235673" y="0"/>
                  <a:pt x="265404" y="29731"/>
                  <a:pt x="265404" y="66351"/>
                </a:cubicBezTo>
                <a:lnTo>
                  <a:pt x="265404" y="199053"/>
                </a:lnTo>
                <a:cubicBezTo>
                  <a:pt x="265404" y="235673"/>
                  <a:pt x="235673" y="265404"/>
                  <a:pt x="199053" y="265404"/>
                </a:cubicBezTo>
                <a:lnTo>
                  <a:pt x="66351" y="265404"/>
                </a:lnTo>
                <a:cubicBezTo>
                  <a:pt x="29731" y="265404"/>
                  <a:pt x="0" y="235673"/>
                  <a:pt x="0" y="199053"/>
                </a:cubicBezTo>
                <a:lnTo>
                  <a:pt x="0" y="66351"/>
                </a:lnTo>
                <a:cubicBezTo>
                  <a:pt x="0" y="29706"/>
                  <a:pt x="29706" y="0"/>
                  <a:pt x="6635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511524" y="1764830"/>
            <a:ext cx="107820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66975" y="1698479"/>
            <a:ext cx="1990531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Preparation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66975" y="1897532"/>
            <a:ext cx="1982237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 embeddings (X) and labels (y)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2044" y="2179524"/>
            <a:ext cx="265404" cy="265404"/>
          </a:xfrm>
          <a:custGeom>
            <a:avLst/>
            <a:gdLst/>
            <a:ahLst/>
            <a:cxnLst/>
            <a:rect l="l" t="t" r="r" b="b"/>
            <a:pathLst>
              <a:path w="265404" h="265404">
                <a:moveTo>
                  <a:pt x="66351" y="0"/>
                </a:moveTo>
                <a:lnTo>
                  <a:pt x="199053" y="0"/>
                </a:lnTo>
                <a:cubicBezTo>
                  <a:pt x="235673" y="0"/>
                  <a:pt x="265404" y="29731"/>
                  <a:pt x="265404" y="66351"/>
                </a:cubicBezTo>
                <a:lnTo>
                  <a:pt x="265404" y="199053"/>
                </a:lnTo>
                <a:cubicBezTo>
                  <a:pt x="265404" y="235673"/>
                  <a:pt x="235673" y="265404"/>
                  <a:pt x="199053" y="265404"/>
                </a:cubicBezTo>
                <a:lnTo>
                  <a:pt x="66351" y="265404"/>
                </a:lnTo>
                <a:cubicBezTo>
                  <a:pt x="29731" y="265404"/>
                  <a:pt x="0" y="235673"/>
                  <a:pt x="0" y="199053"/>
                </a:cubicBezTo>
                <a:lnTo>
                  <a:pt x="0" y="66351"/>
                </a:lnTo>
                <a:cubicBezTo>
                  <a:pt x="0" y="29706"/>
                  <a:pt x="29706" y="0"/>
                  <a:pt x="6635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500949" y="2229287"/>
            <a:ext cx="124408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66975" y="2162936"/>
            <a:ext cx="2164702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Bootstrap Sampling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66975" y="2361989"/>
            <a:ext cx="2156408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random subsets with replacement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02044" y="2643981"/>
            <a:ext cx="265404" cy="265404"/>
          </a:xfrm>
          <a:custGeom>
            <a:avLst/>
            <a:gdLst/>
            <a:ahLst/>
            <a:cxnLst/>
            <a:rect l="l" t="t" r="r" b="b"/>
            <a:pathLst>
              <a:path w="265404" h="265404">
                <a:moveTo>
                  <a:pt x="66351" y="0"/>
                </a:moveTo>
                <a:lnTo>
                  <a:pt x="199053" y="0"/>
                </a:lnTo>
                <a:cubicBezTo>
                  <a:pt x="235673" y="0"/>
                  <a:pt x="265404" y="29731"/>
                  <a:pt x="265404" y="66351"/>
                </a:cubicBezTo>
                <a:lnTo>
                  <a:pt x="265404" y="199053"/>
                </a:lnTo>
                <a:cubicBezTo>
                  <a:pt x="265404" y="235673"/>
                  <a:pt x="235673" y="265404"/>
                  <a:pt x="199053" y="265404"/>
                </a:cubicBezTo>
                <a:lnTo>
                  <a:pt x="66351" y="265404"/>
                </a:lnTo>
                <a:cubicBezTo>
                  <a:pt x="29731" y="265404"/>
                  <a:pt x="0" y="235673"/>
                  <a:pt x="0" y="199053"/>
                </a:cubicBezTo>
                <a:lnTo>
                  <a:pt x="0" y="66351"/>
                </a:lnTo>
                <a:cubicBezTo>
                  <a:pt x="0" y="29706"/>
                  <a:pt x="29706" y="0"/>
                  <a:pt x="6635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500430" y="2693745"/>
            <a:ext cx="124408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66975" y="2627393"/>
            <a:ext cx="1783184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Tree Construction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66975" y="2826447"/>
            <a:ext cx="1774890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100 decision trees in parallel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02044" y="3108438"/>
            <a:ext cx="265404" cy="265404"/>
          </a:xfrm>
          <a:custGeom>
            <a:avLst/>
            <a:gdLst/>
            <a:ahLst/>
            <a:cxnLst/>
            <a:rect l="l" t="t" r="r" b="b"/>
            <a:pathLst>
              <a:path w="265404" h="265404">
                <a:moveTo>
                  <a:pt x="66351" y="0"/>
                </a:moveTo>
                <a:lnTo>
                  <a:pt x="199053" y="0"/>
                </a:lnTo>
                <a:cubicBezTo>
                  <a:pt x="235673" y="0"/>
                  <a:pt x="265404" y="29731"/>
                  <a:pt x="265404" y="66351"/>
                </a:cubicBezTo>
                <a:lnTo>
                  <a:pt x="265404" y="199053"/>
                </a:lnTo>
                <a:cubicBezTo>
                  <a:pt x="265404" y="235673"/>
                  <a:pt x="235673" y="265404"/>
                  <a:pt x="199053" y="265404"/>
                </a:cubicBezTo>
                <a:lnTo>
                  <a:pt x="66351" y="265404"/>
                </a:lnTo>
                <a:cubicBezTo>
                  <a:pt x="29731" y="265404"/>
                  <a:pt x="0" y="235673"/>
                  <a:pt x="0" y="199053"/>
                </a:cubicBezTo>
                <a:lnTo>
                  <a:pt x="0" y="66351"/>
                </a:lnTo>
                <a:cubicBezTo>
                  <a:pt x="0" y="29706"/>
                  <a:pt x="29706" y="0"/>
                  <a:pt x="6635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500534" y="3158202"/>
            <a:ext cx="124408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66975" y="3091851"/>
            <a:ext cx="1683657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Voting Mechanism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66975" y="3290908"/>
            <a:ext cx="1675363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Majority vote for final prediction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02044" y="3572900"/>
            <a:ext cx="265404" cy="265404"/>
          </a:xfrm>
          <a:custGeom>
            <a:avLst/>
            <a:gdLst/>
            <a:ahLst/>
            <a:cxnLst/>
            <a:rect l="l" t="t" r="r" b="b"/>
            <a:pathLst>
              <a:path w="265404" h="265404">
                <a:moveTo>
                  <a:pt x="66351" y="0"/>
                </a:moveTo>
                <a:lnTo>
                  <a:pt x="199053" y="0"/>
                </a:lnTo>
                <a:cubicBezTo>
                  <a:pt x="235673" y="0"/>
                  <a:pt x="265404" y="29731"/>
                  <a:pt x="265404" y="66351"/>
                </a:cubicBezTo>
                <a:lnTo>
                  <a:pt x="265404" y="199053"/>
                </a:lnTo>
                <a:cubicBezTo>
                  <a:pt x="265404" y="235673"/>
                  <a:pt x="235673" y="265404"/>
                  <a:pt x="199053" y="265404"/>
                </a:cubicBezTo>
                <a:lnTo>
                  <a:pt x="66351" y="265404"/>
                </a:lnTo>
                <a:cubicBezTo>
                  <a:pt x="29731" y="265404"/>
                  <a:pt x="0" y="235673"/>
                  <a:pt x="0" y="199053"/>
                </a:cubicBezTo>
                <a:lnTo>
                  <a:pt x="0" y="66351"/>
                </a:lnTo>
                <a:cubicBezTo>
                  <a:pt x="0" y="29706"/>
                  <a:pt x="29706" y="0"/>
                  <a:pt x="6635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501259" y="3622663"/>
            <a:ext cx="124408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66975" y="3556312"/>
            <a:ext cx="1600718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Persistence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766975" y="3755365"/>
            <a:ext cx="1592424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Save with Pickle for future use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49436" y="4286933"/>
            <a:ext cx="5663060" cy="2466292"/>
          </a:xfrm>
          <a:custGeom>
            <a:avLst/>
            <a:gdLst/>
            <a:ahLst/>
            <a:cxnLst/>
            <a:rect l="l" t="t" r="r" b="b"/>
            <a:pathLst>
              <a:path w="5663060" h="2561149">
                <a:moveTo>
                  <a:pt x="99526" y="0"/>
                </a:moveTo>
                <a:lnTo>
                  <a:pt x="5563533" y="0"/>
                </a:lnTo>
                <a:cubicBezTo>
                  <a:pt x="5618500" y="0"/>
                  <a:pt x="5663060" y="44559"/>
                  <a:pt x="5663060" y="99526"/>
                </a:cubicBezTo>
                <a:lnTo>
                  <a:pt x="5663060" y="2461623"/>
                </a:lnTo>
                <a:cubicBezTo>
                  <a:pt x="5663060" y="2516590"/>
                  <a:pt x="5618500" y="2561149"/>
                  <a:pt x="5563533" y="2561149"/>
                </a:cubicBezTo>
                <a:lnTo>
                  <a:pt x="99526" y="2561149"/>
                </a:lnTo>
                <a:cubicBezTo>
                  <a:pt x="44559" y="2561149"/>
                  <a:pt x="0" y="2516590"/>
                  <a:pt x="0" y="2461623"/>
                </a:cubicBezTo>
                <a:lnTo>
                  <a:pt x="0" y="99526"/>
                </a:lnTo>
                <a:cubicBezTo>
                  <a:pt x="0" y="44559"/>
                  <a:pt x="44559" y="0"/>
                  <a:pt x="99526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2044" y="4498493"/>
            <a:ext cx="5357845" cy="2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Random Forest?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418632" y="4929669"/>
            <a:ext cx="132702" cy="132702"/>
          </a:xfrm>
          <a:custGeom>
            <a:avLst/>
            <a:gdLst/>
            <a:ahLst/>
            <a:cxnLst/>
            <a:rect l="l" t="t" r="r" b="b"/>
            <a:pathLst>
              <a:path w="132702" h="132702">
                <a:moveTo>
                  <a:pt x="66351" y="132702"/>
                </a:moveTo>
                <a:cubicBezTo>
                  <a:pt x="102971" y="132702"/>
                  <a:pt x="132702" y="102971"/>
                  <a:pt x="132702" y="66351"/>
                </a:cubicBezTo>
                <a:cubicBezTo>
                  <a:pt x="132702" y="29731"/>
                  <a:pt x="102971" y="0"/>
                  <a:pt x="66351" y="0"/>
                </a:cubicBezTo>
                <a:cubicBezTo>
                  <a:pt x="29731" y="0"/>
                  <a:pt x="0" y="29731"/>
                  <a:pt x="0" y="66351"/>
                </a:cubicBezTo>
                <a:cubicBezTo>
                  <a:pt x="0" y="102971"/>
                  <a:pt x="29731" y="132702"/>
                  <a:pt x="66351" y="132702"/>
                </a:cubicBezTo>
                <a:close/>
                <a:moveTo>
                  <a:pt x="88226" y="55128"/>
                </a:moveTo>
                <a:lnTo>
                  <a:pt x="67491" y="88304"/>
                </a:lnTo>
                <a:cubicBezTo>
                  <a:pt x="66403" y="90040"/>
                  <a:pt x="64537" y="91129"/>
                  <a:pt x="62489" y="91233"/>
                </a:cubicBezTo>
                <a:cubicBezTo>
                  <a:pt x="60442" y="91336"/>
                  <a:pt x="58472" y="90403"/>
                  <a:pt x="57254" y="88744"/>
                </a:cubicBezTo>
                <a:lnTo>
                  <a:pt x="44813" y="72157"/>
                </a:lnTo>
                <a:cubicBezTo>
                  <a:pt x="42739" y="69409"/>
                  <a:pt x="43310" y="65522"/>
                  <a:pt x="46057" y="63448"/>
                </a:cubicBezTo>
                <a:cubicBezTo>
                  <a:pt x="48804" y="61375"/>
                  <a:pt x="52692" y="61945"/>
                  <a:pt x="54766" y="64692"/>
                </a:cubicBezTo>
                <a:lnTo>
                  <a:pt x="61763" y="74023"/>
                </a:lnTo>
                <a:lnTo>
                  <a:pt x="77677" y="48545"/>
                </a:lnTo>
                <a:cubicBezTo>
                  <a:pt x="79492" y="45642"/>
                  <a:pt x="83328" y="44735"/>
                  <a:pt x="86256" y="46575"/>
                </a:cubicBezTo>
                <a:cubicBezTo>
                  <a:pt x="89185" y="48416"/>
                  <a:pt x="90066" y="52226"/>
                  <a:pt x="88226" y="5515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9" name="Text 57"/>
          <p:cNvSpPr/>
          <p:nvPr/>
        </p:nvSpPr>
        <p:spPr>
          <a:xfrm>
            <a:off x="6667448" y="4896494"/>
            <a:ext cx="1559249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Accuracy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418632" y="5394127"/>
            <a:ext cx="132702" cy="132702"/>
          </a:xfrm>
          <a:custGeom>
            <a:avLst/>
            <a:gdLst/>
            <a:ahLst/>
            <a:cxnLst/>
            <a:rect l="l" t="t" r="r" b="b"/>
            <a:pathLst>
              <a:path w="132702" h="132702">
                <a:moveTo>
                  <a:pt x="66351" y="132702"/>
                </a:moveTo>
                <a:cubicBezTo>
                  <a:pt x="102971" y="132702"/>
                  <a:pt x="132702" y="102971"/>
                  <a:pt x="132702" y="66351"/>
                </a:cubicBezTo>
                <a:cubicBezTo>
                  <a:pt x="132702" y="29731"/>
                  <a:pt x="102971" y="0"/>
                  <a:pt x="66351" y="0"/>
                </a:cubicBezTo>
                <a:cubicBezTo>
                  <a:pt x="29731" y="0"/>
                  <a:pt x="0" y="29731"/>
                  <a:pt x="0" y="66351"/>
                </a:cubicBezTo>
                <a:cubicBezTo>
                  <a:pt x="0" y="102971"/>
                  <a:pt x="29731" y="132702"/>
                  <a:pt x="66351" y="132702"/>
                </a:cubicBezTo>
                <a:close/>
                <a:moveTo>
                  <a:pt x="88226" y="55128"/>
                </a:moveTo>
                <a:lnTo>
                  <a:pt x="67491" y="88304"/>
                </a:lnTo>
                <a:cubicBezTo>
                  <a:pt x="66403" y="90040"/>
                  <a:pt x="64537" y="91129"/>
                  <a:pt x="62489" y="91233"/>
                </a:cubicBezTo>
                <a:cubicBezTo>
                  <a:pt x="60442" y="91336"/>
                  <a:pt x="58472" y="90403"/>
                  <a:pt x="57254" y="88744"/>
                </a:cubicBezTo>
                <a:lnTo>
                  <a:pt x="44813" y="72157"/>
                </a:lnTo>
                <a:cubicBezTo>
                  <a:pt x="42739" y="69409"/>
                  <a:pt x="43310" y="65522"/>
                  <a:pt x="46057" y="63448"/>
                </a:cubicBezTo>
                <a:cubicBezTo>
                  <a:pt x="48804" y="61375"/>
                  <a:pt x="52692" y="61945"/>
                  <a:pt x="54766" y="64692"/>
                </a:cubicBezTo>
                <a:lnTo>
                  <a:pt x="61763" y="74023"/>
                </a:lnTo>
                <a:lnTo>
                  <a:pt x="77677" y="48545"/>
                </a:lnTo>
                <a:cubicBezTo>
                  <a:pt x="79492" y="45642"/>
                  <a:pt x="83328" y="44735"/>
                  <a:pt x="86256" y="46575"/>
                </a:cubicBezTo>
                <a:cubicBezTo>
                  <a:pt x="89185" y="48416"/>
                  <a:pt x="90066" y="52226"/>
                  <a:pt x="88226" y="5515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2" name="Text 60"/>
          <p:cNvSpPr/>
          <p:nvPr/>
        </p:nvSpPr>
        <p:spPr>
          <a:xfrm>
            <a:off x="6667448" y="5360951"/>
            <a:ext cx="1824653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Handles High Dimensions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418632" y="5858584"/>
            <a:ext cx="132702" cy="132702"/>
          </a:xfrm>
          <a:custGeom>
            <a:avLst/>
            <a:gdLst/>
            <a:ahLst/>
            <a:cxnLst/>
            <a:rect l="l" t="t" r="r" b="b"/>
            <a:pathLst>
              <a:path w="132702" h="132702">
                <a:moveTo>
                  <a:pt x="66351" y="132702"/>
                </a:moveTo>
                <a:cubicBezTo>
                  <a:pt x="102971" y="132702"/>
                  <a:pt x="132702" y="102971"/>
                  <a:pt x="132702" y="66351"/>
                </a:cubicBezTo>
                <a:cubicBezTo>
                  <a:pt x="132702" y="29731"/>
                  <a:pt x="102971" y="0"/>
                  <a:pt x="66351" y="0"/>
                </a:cubicBezTo>
                <a:cubicBezTo>
                  <a:pt x="29731" y="0"/>
                  <a:pt x="0" y="29731"/>
                  <a:pt x="0" y="66351"/>
                </a:cubicBezTo>
                <a:cubicBezTo>
                  <a:pt x="0" y="102971"/>
                  <a:pt x="29731" y="132702"/>
                  <a:pt x="66351" y="132702"/>
                </a:cubicBezTo>
                <a:close/>
                <a:moveTo>
                  <a:pt x="88226" y="55128"/>
                </a:moveTo>
                <a:lnTo>
                  <a:pt x="67491" y="88304"/>
                </a:lnTo>
                <a:cubicBezTo>
                  <a:pt x="66403" y="90040"/>
                  <a:pt x="64537" y="91129"/>
                  <a:pt x="62489" y="91233"/>
                </a:cubicBezTo>
                <a:cubicBezTo>
                  <a:pt x="60442" y="91336"/>
                  <a:pt x="58472" y="90403"/>
                  <a:pt x="57254" y="88744"/>
                </a:cubicBezTo>
                <a:lnTo>
                  <a:pt x="44813" y="72157"/>
                </a:lnTo>
                <a:cubicBezTo>
                  <a:pt x="42739" y="69409"/>
                  <a:pt x="43310" y="65522"/>
                  <a:pt x="46057" y="63448"/>
                </a:cubicBezTo>
                <a:cubicBezTo>
                  <a:pt x="48804" y="61375"/>
                  <a:pt x="52692" y="61945"/>
                  <a:pt x="54766" y="64692"/>
                </a:cubicBezTo>
                <a:lnTo>
                  <a:pt x="61763" y="74023"/>
                </a:lnTo>
                <a:lnTo>
                  <a:pt x="77677" y="48545"/>
                </a:lnTo>
                <a:cubicBezTo>
                  <a:pt x="79492" y="45642"/>
                  <a:pt x="83328" y="44735"/>
                  <a:pt x="86256" y="46575"/>
                </a:cubicBezTo>
                <a:cubicBezTo>
                  <a:pt x="89185" y="48416"/>
                  <a:pt x="90066" y="52226"/>
                  <a:pt x="88226" y="5515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5" name="Text 63"/>
          <p:cNvSpPr/>
          <p:nvPr/>
        </p:nvSpPr>
        <p:spPr>
          <a:xfrm>
            <a:off x="6667448" y="5825408"/>
            <a:ext cx="1492898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Importance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418632" y="6323041"/>
            <a:ext cx="132702" cy="132702"/>
          </a:xfrm>
          <a:custGeom>
            <a:avLst/>
            <a:gdLst/>
            <a:ahLst/>
            <a:cxnLst/>
            <a:rect l="l" t="t" r="r" b="b"/>
            <a:pathLst>
              <a:path w="132702" h="132702">
                <a:moveTo>
                  <a:pt x="66351" y="132702"/>
                </a:moveTo>
                <a:cubicBezTo>
                  <a:pt x="102971" y="132702"/>
                  <a:pt x="132702" y="102971"/>
                  <a:pt x="132702" y="66351"/>
                </a:cubicBezTo>
                <a:cubicBezTo>
                  <a:pt x="132702" y="29731"/>
                  <a:pt x="102971" y="0"/>
                  <a:pt x="66351" y="0"/>
                </a:cubicBezTo>
                <a:cubicBezTo>
                  <a:pt x="29731" y="0"/>
                  <a:pt x="0" y="29731"/>
                  <a:pt x="0" y="66351"/>
                </a:cubicBezTo>
                <a:cubicBezTo>
                  <a:pt x="0" y="102971"/>
                  <a:pt x="29731" y="132702"/>
                  <a:pt x="66351" y="132702"/>
                </a:cubicBezTo>
                <a:close/>
                <a:moveTo>
                  <a:pt x="88226" y="55128"/>
                </a:moveTo>
                <a:lnTo>
                  <a:pt x="67491" y="88304"/>
                </a:lnTo>
                <a:cubicBezTo>
                  <a:pt x="66403" y="90040"/>
                  <a:pt x="64537" y="91129"/>
                  <a:pt x="62489" y="91233"/>
                </a:cubicBezTo>
                <a:cubicBezTo>
                  <a:pt x="60442" y="91336"/>
                  <a:pt x="58472" y="90403"/>
                  <a:pt x="57254" y="88744"/>
                </a:cubicBezTo>
                <a:lnTo>
                  <a:pt x="44813" y="72157"/>
                </a:lnTo>
                <a:cubicBezTo>
                  <a:pt x="42739" y="69409"/>
                  <a:pt x="43310" y="65522"/>
                  <a:pt x="46057" y="63448"/>
                </a:cubicBezTo>
                <a:cubicBezTo>
                  <a:pt x="48804" y="61375"/>
                  <a:pt x="52692" y="61945"/>
                  <a:pt x="54766" y="64692"/>
                </a:cubicBezTo>
                <a:lnTo>
                  <a:pt x="61763" y="74023"/>
                </a:lnTo>
                <a:lnTo>
                  <a:pt x="77677" y="48545"/>
                </a:lnTo>
                <a:cubicBezTo>
                  <a:pt x="79492" y="45642"/>
                  <a:pt x="83328" y="44735"/>
                  <a:pt x="86256" y="46575"/>
                </a:cubicBezTo>
                <a:cubicBezTo>
                  <a:pt x="89185" y="48416"/>
                  <a:pt x="90066" y="52226"/>
                  <a:pt x="88226" y="5515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8" name="Text 66"/>
          <p:cNvSpPr/>
          <p:nvPr/>
        </p:nvSpPr>
        <p:spPr>
          <a:xfrm>
            <a:off x="6667448" y="6289865"/>
            <a:ext cx="1526073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 Prediction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4419" y="407581"/>
            <a:ext cx="496186" cy="496186"/>
          </a:xfrm>
          <a:custGeom>
            <a:avLst/>
            <a:gdLst/>
            <a:ahLst/>
            <a:cxnLst/>
            <a:rect l="l" t="t" r="r" b="b"/>
            <a:pathLst>
              <a:path w="496186" h="496186">
                <a:moveTo>
                  <a:pt x="106328" y="0"/>
                </a:moveTo>
                <a:lnTo>
                  <a:pt x="389858" y="0"/>
                </a:lnTo>
                <a:cubicBezTo>
                  <a:pt x="448582" y="0"/>
                  <a:pt x="496186" y="47605"/>
                  <a:pt x="496186" y="106328"/>
                </a:cubicBezTo>
                <a:lnTo>
                  <a:pt x="496186" y="389858"/>
                </a:lnTo>
                <a:cubicBezTo>
                  <a:pt x="496186" y="448582"/>
                  <a:pt x="448582" y="496186"/>
                  <a:pt x="389858" y="496186"/>
                </a:cubicBezTo>
                <a:lnTo>
                  <a:pt x="106328" y="496186"/>
                </a:lnTo>
                <a:cubicBezTo>
                  <a:pt x="47605" y="496186"/>
                  <a:pt x="0" y="448582"/>
                  <a:pt x="0" y="389858"/>
                </a:cubicBezTo>
                <a:lnTo>
                  <a:pt x="0" y="106328"/>
                </a:lnTo>
                <a:cubicBezTo>
                  <a:pt x="0" y="47644"/>
                  <a:pt x="47644" y="0"/>
                  <a:pt x="106328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9477" y="549349"/>
            <a:ext cx="186070" cy="212651"/>
          </a:xfrm>
          <a:custGeom>
            <a:avLst/>
            <a:gdLst/>
            <a:ahLst/>
            <a:cxnLst/>
            <a:rect l="l" t="t" r="r" b="b"/>
            <a:pathLst>
              <a:path w="186070" h="212651">
                <a:moveTo>
                  <a:pt x="186070" y="85476"/>
                </a:moveTo>
                <a:cubicBezTo>
                  <a:pt x="179923" y="89546"/>
                  <a:pt x="172862" y="92827"/>
                  <a:pt x="165511" y="95444"/>
                </a:cubicBezTo>
                <a:cubicBezTo>
                  <a:pt x="145990" y="102421"/>
                  <a:pt x="120364" y="106326"/>
                  <a:pt x="93035" y="106326"/>
                </a:cubicBezTo>
                <a:cubicBezTo>
                  <a:pt x="65706" y="106326"/>
                  <a:pt x="40038" y="102380"/>
                  <a:pt x="20559" y="95444"/>
                </a:cubicBezTo>
                <a:cubicBezTo>
                  <a:pt x="13249" y="92827"/>
                  <a:pt x="6147" y="89546"/>
                  <a:pt x="0" y="85476"/>
                </a:cubicBezTo>
                <a:lnTo>
                  <a:pt x="0" y="119616"/>
                </a:lnTo>
                <a:cubicBezTo>
                  <a:pt x="0" y="137974"/>
                  <a:pt x="41658" y="152843"/>
                  <a:pt x="93035" y="152843"/>
                </a:cubicBezTo>
                <a:cubicBezTo>
                  <a:pt x="144412" y="152843"/>
                  <a:pt x="186070" y="137974"/>
                  <a:pt x="186070" y="119616"/>
                </a:cubicBezTo>
                <a:lnTo>
                  <a:pt x="186070" y="85476"/>
                </a:lnTo>
                <a:close/>
                <a:moveTo>
                  <a:pt x="186070" y="53163"/>
                </a:moveTo>
                <a:lnTo>
                  <a:pt x="186070" y="33227"/>
                </a:lnTo>
                <a:cubicBezTo>
                  <a:pt x="186070" y="14869"/>
                  <a:pt x="144412" y="0"/>
                  <a:pt x="93035" y="0"/>
                </a:cubicBezTo>
                <a:cubicBezTo>
                  <a:pt x="41658" y="0"/>
                  <a:pt x="0" y="14869"/>
                  <a:pt x="0" y="33227"/>
                </a:cubicBezTo>
                <a:lnTo>
                  <a:pt x="0" y="53163"/>
                </a:lnTo>
                <a:cubicBezTo>
                  <a:pt x="0" y="71521"/>
                  <a:pt x="41658" y="86390"/>
                  <a:pt x="93035" y="86390"/>
                </a:cubicBezTo>
                <a:cubicBezTo>
                  <a:pt x="144412" y="86390"/>
                  <a:pt x="186070" y="71521"/>
                  <a:pt x="186070" y="53163"/>
                </a:cubicBezTo>
                <a:close/>
                <a:moveTo>
                  <a:pt x="165511" y="161897"/>
                </a:moveTo>
                <a:cubicBezTo>
                  <a:pt x="146032" y="168833"/>
                  <a:pt x="120405" y="172779"/>
                  <a:pt x="93035" y="172779"/>
                </a:cubicBezTo>
                <a:cubicBezTo>
                  <a:pt x="65664" y="172779"/>
                  <a:pt x="40038" y="168833"/>
                  <a:pt x="20559" y="161897"/>
                </a:cubicBezTo>
                <a:cubicBezTo>
                  <a:pt x="13249" y="159281"/>
                  <a:pt x="6147" y="156000"/>
                  <a:pt x="0" y="151929"/>
                </a:cubicBezTo>
                <a:lnTo>
                  <a:pt x="0" y="179424"/>
                </a:lnTo>
                <a:cubicBezTo>
                  <a:pt x="0" y="197782"/>
                  <a:pt x="41658" y="212651"/>
                  <a:pt x="93035" y="212651"/>
                </a:cubicBezTo>
                <a:cubicBezTo>
                  <a:pt x="144412" y="212651"/>
                  <a:pt x="186070" y="197782"/>
                  <a:pt x="186070" y="179424"/>
                </a:cubicBezTo>
                <a:lnTo>
                  <a:pt x="186070" y="151929"/>
                </a:lnTo>
                <a:cubicBezTo>
                  <a:pt x="179923" y="156000"/>
                  <a:pt x="172862" y="159281"/>
                  <a:pt x="165511" y="16189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92372" y="354419"/>
            <a:ext cx="4696047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latin typeface="Liter" pitchFamily="34" charset="0"/>
                <a:ea typeface="Liter" pitchFamily="34" charset="-122"/>
                <a:cs typeface="Liter" pitchFamily="34" charset="-120"/>
              </a:rPr>
              <a:t>Data Storage</a:t>
            </a:r>
          </a:p>
        </p:txBody>
      </p:sp>
      <p:sp>
        <p:nvSpPr>
          <p:cNvPr id="5" name="Text 3"/>
          <p:cNvSpPr/>
          <p:nvPr/>
        </p:nvSpPr>
        <p:spPr>
          <a:xfrm>
            <a:off x="992372" y="565496"/>
            <a:ext cx="4846674" cy="425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7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: SQLite</a:t>
            </a:r>
          </a:p>
        </p:txBody>
      </p:sp>
      <p:sp>
        <p:nvSpPr>
          <p:cNvPr id="6" name="Shape 4"/>
          <p:cNvSpPr/>
          <p:nvPr/>
        </p:nvSpPr>
        <p:spPr>
          <a:xfrm>
            <a:off x="357963" y="1704974"/>
            <a:ext cx="5624623" cy="3685730"/>
          </a:xfrm>
          <a:custGeom>
            <a:avLst/>
            <a:gdLst/>
            <a:ahLst/>
            <a:cxnLst/>
            <a:rect l="l" t="t" r="r" b="b"/>
            <a:pathLst>
              <a:path w="5624623" h="4393019">
                <a:moveTo>
                  <a:pt x="106311" y="0"/>
                </a:moveTo>
                <a:lnTo>
                  <a:pt x="5518312" y="0"/>
                </a:lnTo>
                <a:cubicBezTo>
                  <a:pt x="5577026" y="0"/>
                  <a:pt x="5624623" y="47597"/>
                  <a:pt x="5624623" y="106311"/>
                </a:cubicBezTo>
                <a:lnTo>
                  <a:pt x="5624623" y="4286708"/>
                </a:lnTo>
                <a:cubicBezTo>
                  <a:pt x="5624623" y="4345422"/>
                  <a:pt x="5577026" y="4393019"/>
                  <a:pt x="5518312" y="4393019"/>
                </a:cubicBezTo>
                <a:lnTo>
                  <a:pt x="106311" y="4393019"/>
                </a:lnTo>
                <a:cubicBezTo>
                  <a:pt x="47597" y="4393019"/>
                  <a:pt x="0" y="4345422"/>
                  <a:pt x="0" y="4286708"/>
                </a:cubicBezTo>
                <a:lnTo>
                  <a:pt x="0" y="106311"/>
                </a:lnTo>
                <a:cubicBezTo>
                  <a:pt x="0" y="47636"/>
                  <a:pt x="47636" y="0"/>
                  <a:pt x="106311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8588" y="1921054"/>
            <a:ext cx="186070" cy="212651"/>
          </a:xfrm>
          <a:custGeom>
            <a:avLst/>
            <a:gdLst/>
            <a:ahLst/>
            <a:cxnLst/>
            <a:rect l="l" t="t" r="r" b="b"/>
            <a:pathLst>
              <a:path w="186070" h="212651">
                <a:moveTo>
                  <a:pt x="106326" y="66453"/>
                </a:moveTo>
                <a:lnTo>
                  <a:pt x="106326" y="106326"/>
                </a:lnTo>
                <a:lnTo>
                  <a:pt x="159488" y="106326"/>
                </a:lnTo>
                <a:lnTo>
                  <a:pt x="159488" y="66453"/>
                </a:lnTo>
                <a:lnTo>
                  <a:pt x="106326" y="66453"/>
                </a:lnTo>
                <a:close/>
                <a:moveTo>
                  <a:pt x="79744" y="66453"/>
                </a:moveTo>
                <a:lnTo>
                  <a:pt x="26581" y="66453"/>
                </a:lnTo>
                <a:lnTo>
                  <a:pt x="26581" y="106326"/>
                </a:lnTo>
                <a:lnTo>
                  <a:pt x="79744" y="106326"/>
                </a:lnTo>
                <a:lnTo>
                  <a:pt x="79744" y="66453"/>
                </a:lnTo>
                <a:close/>
                <a:moveTo>
                  <a:pt x="0" y="132907"/>
                </a:moveTo>
                <a:lnTo>
                  <a:pt x="0" y="39872"/>
                </a:lnTo>
                <a:cubicBezTo>
                  <a:pt x="0" y="25211"/>
                  <a:pt x="11920" y="13291"/>
                  <a:pt x="26581" y="13291"/>
                </a:cubicBezTo>
                <a:lnTo>
                  <a:pt x="159488" y="13291"/>
                </a:lnTo>
                <a:cubicBezTo>
                  <a:pt x="174150" y="13291"/>
                  <a:pt x="186070" y="25211"/>
                  <a:pt x="186070" y="39872"/>
                </a:cubicBezTo>
                <a:lnTo>
                  <a:pt x="186070" y="172779"/>
                </a:lnTo>
                <a:cubicBezTo>
                  <a:pt x="186070" y="187440"/>
                  <a:pt x="174150" y="199360"/>
                  <a:pt x="159488" y="199360"/>
                </a:cubicBezTo>
                <a:lnTo>
                  <a:pt x="26581" y="199360"/>
                </a:lnTo>
                <a:cubicBezTo>
                  <a:pt x="11920" y="199360"/>
                  <a:pt x="0" y="187440"/>
                  <a:pt x="0" y="172779"/>
                </a:cubicBezTo>
                <a:lnTo>
                  <a:pt x="0" y="132907"/>
                </a:lnTo>
                <a:close/>
                <a:moveTo>
                  <a:pt x="159488" y="132907"/>
                </a:moveTo>
                <a:lnTo>
                  <a:pt x="106326" y="132907"/>
                </a:lnTo>
                <a:lnTo>
                  <a:pt x="106326" y="172779"/>
                </a:lnTo>
                <a:lnTo>
                  <a:pt x="159488" y="172779"/>
                </a:lnTo>
                <a:lnTo>
                  <a:pt x="159488" y="132907"/>
                </a:lnTo>
                <a:close/>
                <a:moveTo>
                  <a:pt x="79744" y="172779"/>
                </a:moveTo>
                <a:lnTo>
                  <a:pt x="79744" y="132907"/>
                </a:lnTo>
                <a:lnTo>
                  <a:pt x="26581" y="132907"/>
                </a:lnTo>
                <a:lnTo>
                  <a:pt x="26581" y="172779"/>
                </a:lnTo>
                <a:lnTo>
                  <a:pt x="79744" y="17277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530" y="1885724"/>
            <a:ext cx="5103628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Schema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260" y="2695474"/>
            <a:ext cx="5261344" cy="1743740"/>
          </a:xfrm>
          <a:custGeom>
            <a:avLst/>
            <a:gdLst/>
            <a:ahLst/>
            <a:cxnLst/>
            <a:rect l="l" t="t" r="r" b="b"/>
            <a:pathLst>
              <a:path w="5261344" h="1743740">
                <a:moveTo>
                  <a:pt x="70883" y="0"/>
                </a:moveTo>
                <a:lnTo>
                  <a:pt x="5190461" y="0"/>
                </a:lnTo>
                <a:cubicBezTo>
                  <a:pt x="5229609" y="0"/>
                  <a:pt x="5261344" y="31735"/>
                  <a:pt x="5261344" y="70883"/>
                </a:cubicBezTo>
                <a:lnTo>
                  <a:pt x="5261344" y="1672857"/>
                </a:lnTo>
                <a:cubicBezTo>
                  <a:pt x="5261344" y="1712004"/>
                  <a:pt x="5229609" y="1743740"/>
                  <a:pt x="5190461" y="1743740"/>
                </a:cubicBezTo>
                <a:lnTo>
                  <a:pt x="70883" y="1743740"/>
                </a:lnTo>
                <a:cubicBezTo>
                  <a:pt x="31735" y="1743740"/>
                  <a:pt x="0" y="1712004"/>
                  <a:pt x="0" y="1672857"/>
                </a:cubicBezTo>
                <a:lnTo>
                  <a:pt x="0" y="70883"/>
                </a:lnTo>
                <a:cubicBezTo>
                  <a:pt x="0" y="31735"/>
                  <a:pt x="31735" y="0"/>
                  <a:pt x="70883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130" y="2805350"/>
            <a:ext cx="5112488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students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130" y="3173555"/>
            <a:ext cx="5103628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roll number</a:t>
            </a:r>
          </a:p>
        </p:txBody>
      </p:sp>
      <p:sp>
        <p:nvSpPr>
          <p:cNvPr id="12" name="Text 10"/>
          <p:cNvSpPr/>
          <p:nvPr/>
        </p:nvSpPr>
        <p:spPr>
          <a:xfrm>
            <a:off x="652130" y="3386206"/>
            <a:ext cx="5103628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registration number</a:t>
            </a:r>
          </a:p>
        </p:txBody>
      </p:sp>
      <p:sp>
        <p:nvSpPr>
          <p:cNvPr id="13" name="Text 11"/>
          <p:cNvSpPr/>
          <p:nvPr/>
        </p:nvSpPr>
        <p:spPr>
          <a:xfrm>
            <a:off x="652130" y="3598857"/>
            <a:ext cx="5103628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name</a:t>
            </a:r>
          </a:p>
        </p:txBody>
      </p:sp>
      <p:sp>
        <p:nvSpPr>
          <p:cNvPr id="14" name="Text 12"/>
          <p:cNvSpPr/>
          <p:nvPr/>
        </p:nvSpPr>
        <p:spPr>
          <a:xfrm>
            <a:off x="652130" y="3811509"/>
            <a:ext cx="5103628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class</a:t>
            </a:r>
          </a:p>
        </p:txBody>
      </p:sp>
      <p:sp>
        <p:nvSpPr>
          <p:cNvPr id="15" name="Text 13"/>
          <p:cNvSpPr/>
          <p:nvPr/>
        </p:nvSpPr>
        <p:spPr>
          <a:xfrm>
            <a:off x="652130" y="4024160"/>
            <a:ext cx="5103628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section</a:t>
            </a:r>
          </a:p>
        </p:txBody>
      </p:sp>
      <p:sp>
        <p:nvSpPr>
          <p:cNvPr id="40" name="Shape 38"/>
          <p:cNvSpPr/>
          <p:nvPr/>
        </p:nvSpPr>
        <p:spPr>
          <a:xfrm>
            <a:off x="6140745" y="1704974"/>
            <a:ext cx="5754922" cy="3685730"/>
          </a:xfrm>
          <a:custGeom>
            <a:avLst/>
            <a:gdLst/>
            <a:ahLst/>
            <a:cxnLst/>
            <a:rect l="l" t="t" r="r" b="b"/>
            <a:pathLst>
              <a:path w="5624623" h="1531088">
                <a:moveTo>
                  <a:pt x="106319" y="0"/>
                </a:moveTo>
                <a:lnTo>
                  <a:pt x="5518304" y="0"/>
                </a:lnTo>
                <a:cubicBezTo>
                  <a:pt x="5577023" y="0"/>
                  <a:pt x="5624623" y="47601"/>
                  <a:pt x="5624623" y="106319"/>
                </a:cubicBezTo>
                <a:lnTo>
                  <a:pt x="5624623" y="1424770"/>
                </a:lnTo>
                <a:cubicBezTo>
                  <a:pt x="5624623" y="1483488"/>
                  <a:pt x="5577023" y="1531088"/>
                  <a:pt x="5518304" y="1531088"/>
                </a:cubicBezTo>
                <a:lnTo>
                  <a:pt x="106319" y="1531088"/>
                </a:lnTo>
                <a:cubicBezTo>
                  <a:pt x="47601" y="1531088"/>
                  <a:pt x="0" y="1483488"/>
                  <a:pt x="0" y="1424770"/>
                </a:cubicBezTo>
                <a:lnTo>
                  <a:pt x="0" y="106319"/>
                </a:lnTo>
                <a:cubicBezTo>
                  <a:pt x="0" y="47601"/>
                  <a:pt x="47601" y="0"/>
                  <a:pt x="106319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6239" y="1628728"/>
            <a:ext cx="5493830" cy="866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SQLite Advantages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49881" y="2859643"/>
            <a:ext cx="177019" cy="464174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131606" y="28"/>
                </a:moveTo>
                <a:cubicBezTo>
                  <a:pt x="134347" y="-194"/>
                  <a:pt x="137033" y="858"/>
                  <a:pt x="138971" y="2797"/>
                </a:cubicBezTo>
                <a:cubicBezTo>
                  <a:pt x="140909" y="4735"/>
                  <a:pt x="141961" y="7421"/>
                  <a:pt x="141740" y="10162"/>
                </a:cubicBezTo>
                <a:cubicBezTo>
                  <a:pt x="140632" y="23813"/>
                  <a:pt x="136922" y="45105"/>
                  <a:pt x="128920" y="65457"/>
                </a:cubicBezTo>
                <a:cubicBezTo>
                  <a:pt x="128421" y="66703"/>
                  <a:pt x="127397" y="67644"/>
                  <a:pt x="126095" y="68032"/>
                </a:cubicBezTo>
                <a:lnTo>
                  <a:pt x="103695" y="74760"/>
                </a:lnTo>
                <a:cubicBezTo>
                  <a:pt x="102615" y="75092"/>
                  <a:pt x="101895" y="76062"/>
                  <a:pt x="101895" y="77197"/>
                </a:cubicBezTo>
                <a:cubicBezTo>
                  <a:pt x="101895" y="78609"/>
                  <a:pt x="103031" y="79744"/>
                  <a:pt x="104443" y="79744"/>
                </a:cubicBezTo>
                <a:lnTo>
                  <a:pt x="115131" y="79744"/>
                </a:lnTo>
                <a:cubicBezTo>
                  <a:pt x="118453" y="79744"/>
                  <a:pt x="120585" y="83288"/>
                  <a:pt x="118869" y="86140"/>
                </a:cubicBezTo>
                <a:cubicBezTo>
                  <a:pt x="117761" y="87995"/>
                  <a:pt x="116570" y="89795"/>
                  <a:pt x="115352" y="91567"/>
                </a:cubicBezTo>
                <a:cubicBezTo>
                  <a:pt x="114798" y="92370"/>
                  <a:pt x="113968" y="92952"/>
                  <a:pt x="113026" y="93256"/>
                </a:cubicBezTo>
                <a:lnTo>
                  <a:pt x="85974" y="101342"/>
                </a:lnTo>
                <a:cubicBezTo>
                  <a:pt x="84894" y="101674"/>
                  <a:pt x="84174" y="102643"/>
                  <a:pt x="84174" y="103778"/>
                </a:cubicBezTo>
                <a:cubicBezTo>
                  <a:pt x="84174" y="105190"/>
                  <a:pt x="85310" y="106326"/>
                  <a:pt x="86722" y="106326"/>
                </a:cubicBezTo>
                <a:lnTo>
                  <a:pt x="91152" y="106326"/>
                </a:lnTo>
                <a:cubicBezTo>
                  <a:pt x="95195" y="106326"/>
                  <a:pt x="96967" y="111143"/>
                  <a:pt x="93589" y="113359"/>
                </a:cubicBezTo>
                <a:cubicBezTo>
                  <a:pt x="74760" y="125819"/>
                  <a:pt x="55461" y="125348"/>
                  <a:pt x="43084" y="122025"/>
                </a:cubicBezTo>
                <a:cubicBezTo>
                  <a:pt x="39568" y="121084"/>
                  <a:pt x="36439" y="119284"/>
                  <a:pt x="33559" y="117069"/>
                </a:cubicBezTo>
                <a:lnTo>
                  <a:pt x="13291" y="137337"/>
                </a:lnTo>
                <a:cubicBezTo>
                  <a:pt x="10854" y="139774"/>
                  <a:pt x="6867" y="139774"/>
                  <a:pt x="4430" y="137337"/>
                </a:cubicBezTo>
                <a:cubicBezTo>
                  <a:pt x="1994" y="134901"/>
                  <a:pt x="1994" y="130913"/>
                  <a:pt x="4430" y="128477"/>
                </a:cubicBezTo>
                <a:lnTo>
                  <a:pt x="26581" y="106326"/>
                </a:lnTo>
                <a:lnTo>
                  <a:pt x="26720" y="106464"/>
                </a:lnTo>
                <a:cubicBezTo>
                  <a:pt x="26914" y="106104"/>
                  <a:pt x="27163" y="105772"/>
                  <a:pt x="27467" y="105467"/>
                </a:cubicBezTo>
                <a:lnTo>
                  <a:pt x="70884" y="62023"/>
                </a:lnTo>
                <a:cubicBezTo>
                  <a:pt x="73320" y="59587"/>
                  <a:pt x="73320" y="55599"/>
                  <a:pt x="70884" y="53163"/>
                </a:cubicBezTo>
                <a:cubicBezTo>
                  <a:pt x="68447" y="50726"/>
                  <a:pt x="64460" y="50726"/>
                  <a:pt x="62023" y="53163"/>
                </a:cubicBezTo>
                <a:lnTo>
                  <a:pt x="24837" y="90321"/>
                </a:lnTo>
                <a:cubicBezTo>
                  <a:pt x="22373" y="92786"/>
                  <a:pt x="18192" y="91540"/>
                  <a:pt x="17915" y="88051"/>
                </a:cubicBezTo>
                <a:cubicBezTo>
                  <a:pt x="16724" y="73320"/>
                  <a:pt x="20490" y="53966"/>
                  <a:pt x="38017" y="36439"/>
                </a:cubicBezTo>
                <a:cubicBezTo>
                  <a:pt x="63242" y="11214"/>
                  <a:pt x="108402" y="1911"/>
                  <a:pt x="131578" y="2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6705058" y="2859643"/>
            <a:ext cx="942835" cy="54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Lightweight</a:t>
            </a:r>
            <a:endParaRPr lang="en-US" sz="2800" dirty="0"/>
          </a:p>
        </p:txBody>
      </p:sp>
      <p:sp>
        <p:nvSpPr>
          <p:cNvPr id="45" name="Shape 43"/>
          <p:cNvSpPr/>
          <p:nvPr/>
        </p:nvSpPr>
        <p:spPr>
          <a:xfrm>
            <a:off x="8963656" y="2944290"/>
            <a:ext cx="239326" cy="287304"/>
          </a:xfrm>
          <a:custGeom>
            <a:avLst/>
            <a:gdLst/>
            <a:ahLst/>
            <a:cxnLst/>
            <a:rect l="l" t="t" r="r" b="b"/>
            <a:pathLst>
              <a:path w="106326" h="141767">
                <a:moveTo>
                  <a:pt x="17721" y="0"/>
                </a:moveTo>
                <a:cubicBezTo>
                  <a:pt x="7947" y="0"/>
                  <a:pt x="0" y="7947"/>
                  <a:pt x="0" y="17721"/>
                </a:cubicBezTo>
                <a:lnTo>
                  <a:pt x="0" y="124047"/>
                </a:lnTo>
                <a:cubicBezTo>
                  <a:pt x="0" y="133821"/>
                  <a:pt x="7947" y="141767"/>
                  <a:pt x="17721" y="141767"/>
                </a:cubicBezTo>
                <a:lnTo>
                  <a:pt x="88605" y="141767"/>
                </a:lnTo>
                <a:cubicBezTo>
                  <a:pt x="98379" y="141767"/>
                  <a:pt x="106326" y="133821"/>
                  <a:pt x="106326" y="124047"/>
                </a:cubicBezTo>
                <a:lnTo>
                  <a:pt x="106326" y="47210"/>
                </a:lnTo>
                <a:cubicBezTo>
                  <a:pt x="106326" y="42503"/>
                  <a:pt x="104470" y="37989"/>
                  <a:pt x="101148" y="34667"/>
                </a:cubicBezTo>
                <a:lnTo>
                  <a:pt x="71631" y="5178"/>
                </a:lnTo>
                <a:cubicBezTo>
                  <a:pt x="68309" y="1855"/>
                  <a:pt x="63823" y="0"/>
                  <a:pt x="59116" y="0"/>
                </a:cubicBezTo>
                <a:lnTo>
                  <a:pt x="17721" y="0"/>
                </a:lnTo>
                <a:close/>
                <a:moveTo>
                  <a:pt x="90128" y="48733"/>
                </a:moveTo>
                <a:lnTo>
                  <a:pt x="64238" y="48733"/>
                </a:lnTo>
                <a:cubicBezTo>
                  <a:pt x="60556" y="48733"/>
                  <a:pt x="57593" y="45770"/>
                  <a:pt x="57593" y="42087"/>
                </a:cubicBezTo>
                <a:lnTo>
                  <a:pt x="57593" y="16198"/>
                </a:lnTo>
                <a:lnTo>
                  <a:pt x="90128" y="4873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6" name="Text 44"/>
          <p:cNvSpPr/>
          <p:nvPr/>
        </p:nvSpPr>
        <p:spPr>
          <a:xfrm>
            <a:off x="9289952" y="2843365"/>
            <a:ext cx="707126" cy="54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File-based</a:t>
            </a:r>
            <a:endParaRPr lang="en-US" sz="2800" dirty="0"/>
          </a:p>
        </p:txBody>
      </p:sp>
      <p:sp>
        <p:nvSpPr>
          <p:cNvPr id="48" name="Shape 46"/>
          <p:cNvSpPr/>
          <p:nvPr/>
        </p:nvSpPr>
        <p:spPr>
          <a:xfrm>
            <a:off x="6398401" y="3716619"/>
            <a:ext cx="139990" cy="307541"/>
          </a:xfrm>
          <a:custGeom>
            <a:avLst/>
            <a:gdLst/>
            <a:ahLst/>
            <a:cxnLst/>
            <a:rect l="l" t="t" r="r" b="b"/>
            <a:pathLst>
              <a:path w="124047" h="141767">
                <a:moveTo>
                  <a:pt x="93810" y="-2741"/>
                </a:moveTo>
                <a:cubicBezTo>
                  <a:pt x="97105" y="-360"/>
                  <a:pt x="98323" y="3960"/>
                  <a:pt x="96828" y="7725"/>
                </a:cubicBezTo>
                <a:lnTo>
                  <a:pt x="75120" y="62023"/>
                </a:lnTo>
                <a:lnTo>
                  <a:pt x="115186" y="62023"/>
                </a:lnTo>
                <a:cubicBezTo>
                  <a:pt x="118924" y="62023"/>
                  <a:pt x="122247" y="64349"/>
                  <a:pt x="123520" y="67866"/>
                </a:cubicBezTo>
                <a:cubicBezTo>
                  <a:pt x="124794" y="71382"/>
                  <a:pt x="123714" y="75314"/>
                  <a:pt x="120862" y="77695"/>
                </a:cubicBezTo>
                <a:lnTo>
                  <a:pt x="41118" y="144149"/>
                </a:lnTo>
                <a:cubicBezTo>
                  <a:pt x="37989" y="146751"/>
                  <a:pt x="33531" y="146890"/>
                  <a:pt x="30236" y="144509"/>
                </a:cubicBezTo>
                <a:cubicBezTo>
                  <a:pt x="26941" y="142127"/>
                  <a:pt x="25723" y="137808"/>
                  <a:pt x="27218" y="134042"/>
                </a:cubicBezTo>
                <a:lnTo>
                  <a:pt x="48926" y="79744"/>
                </a:lnTo>
                <a:lnTo>
                  <a:pt x="8860" y="79744"/>
                </a:lnTo>
                <a:cubicBezTo>
                  <a:pt x="5122" y="79744"/>
                  <a:pt x="1800" y="77418"/>
                  <a:pt x="526" y="73902"/>
                </a:cubicBezTo>
                <a:cubicBezTo>
                  <a:pt x="-748" y="70385"/>
                  <a:pt x="332" y="66453"/>
                  <a:pt x="3184" y="64072"/>
                </a:cubicBezTo>
                <a:lnTo>
                  <a:pt x="82928" y="-2381"/>
                </a:lnTo>
                <a:cubicBezTo>
                  <a:pt x="86057" y="-4984"/>
                  <a:pt x="90515" y="-5122"/>
                  <a:pt x="93810" y="-27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9" name="Text 47"/>
          <p:cNvSpPr/>
          <p:nvPr/>
        </p:nvSpPr>
        <p:spPr>
          <a:xfrm>
            <a:off x="6705058" y="3542913"/>
            <a:ext cx="1462525" cy="680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</a:t>
            </a:r>
            <a:endParaRPr lang="en-US" sz="2800" dirty="0"/>
          </a:p>
        </p:txBody>
      </p:sp>
      <p:sp>
        <p:nvSpPr>
          <p:cNvPr id="51" name="Shape 49"/>
          <p:cNvSpPr/>
          <p:nvPr/>
        </p:nvSpPr>
        <p:spPr>
          <a:xfrm>
            <a:off x="8984164" y="3682858"/>
            <a:ext cx="212650" cy="305860"/>
          </a:xfrm>
          <a:custGeom>
            <a:avLst/>
            <a:gdLst/>
            <a:ahLst/>
            <a:cxnLst/>
            <a:rect l="l" t="t" r="r" b="b"/>
            <a:pathLst>
              <a:path w="106326" h="141767">
                <a:moveTo>
                  <a:pt x="35442" y="26581"/>
                </a:moveTo>
                <a:lnTo>
                  <a:pt x="35442" y="44302"/>
                </a:lnTo>
                <a:lnTo>
                  <a:pt x="70884" y="44302"/>
                </a:lnTo>
                <a:lnTo>
                  <a:pt x="70884" y="26581"/>
                </a:lnTo>
                <a:cubicBezTo>
                  <a:pt x="70884" y="16807"/>
                  <a:pt x="62937" y="8860"/>
                  <a:pt x="53163" y="8860"/>
                </a:cubicBezTo>
                <a:cubicBezTo>
                  <a:pt x="43389" y="8860"/>
                  <a:pt x="35442" y="16807"/>
                  <a:pt x="35442" y="26581"/>
                </a:cubicBezTo>
                <a:close/>
                <a:moveTo>
                  <a:pt x="17721" y="44302"/>
                </a:moveTo>
                <a:lnTo>
                  <a:pt x="17721" y="26581"/>
                </a:lnTo>
                <a:cubicBezTo>
                  <a:pt x="17721" y="7005"/>
                  <a:pt x="33587" y="-8860"/>
                  <a:pt x="53163" y="-8860"/>
                </a:cubicBezTo>
                <a:cubicBezTo>
                  <a:pt x="72739" y="-8860"/>
                  <a:pt x="88605" y="7005"/>
                  <a:pt x="88605" y="26581"/>
                </a:cubicBezTo>
                <a:lnTo>
                  <a:pt x="88605" y="44302"/>
                </a:lnTo>
                <a:cubicBezTo>
                  <a:pt x="98379" y="44302"/>
                  <a:pt x="106326" y="52249"/>
                  <a:pt x="106326" y="62023"/>
                </a:cubicBezTo>
                <a:lnTo>
                  <a:pt x="106326" y="124047"/>
                </a:lnTo>
                <a:cubicBezTo>
                  <a:pt x="106326" y="133821"/>
                  <a:pt x="98379" y="141767"/>
                  <a:pt x="88605" y="141767"/>
                </a:cubicBezTo>
                <a:lnTo>
                  <a:pt x="17721" y="141767"/>
                </a:lnTo>
                <a:cubicBezTo>
                  <a:pt x="7947" y="141767"/>
                  <a:pt x="0" y="133821"/>
                  <a:pt x="0" y="124047"/>
                </a:cubicBezTo>
                <a:lnTo>
                  <a:pt x="0" y="62023"/>
                </a:lnTo>
                <a:cubicBezTo>
                  <a:pt x="0" y="52249"/>
                  <a:pt x="7947" y="44302"/>
                  <a:pt x="17721" y="4430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2" name="Text 50"/>
          <p:cNvSpPr/>
          <p:nvPr/>
        </p:nvSpPr>
        <p:spPr>
          <a:xfrm>
            <a:off x="9298418" y="3521124"/>
            <a:ext cx="1196612" cy="680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Reliable</a:t>
            </a:r>
            <a:endParaRPr lang="en-US" sz="2800" dirty="0"/>
          </a:p>
        </p:txBody>
      </p:sp>
      <p:sp>
        <p:nvSpPr>
          <p:cNvPr id="66" name="Shape 5"/>
          <p:cNvSpPr/>
          <p:nvPr/>
        </p:nvSpPr>
        <p:spPr>
          <a:xfrm>
            <a:off x="6263811" y="1946951"/>
            <a:ext cx="186070" cy="212651"/>
          </a:xfrm>
          <a:custGeom>
            <a:avLst/>
            <a:gdLst/>
            <a:ahLst/>
            <a:cxnLst/>
            <a:rect l="l" t="t" r="r" b="b"/>
            <a:pathLst>
              <a:path w="186070" h="212651">
                <a:moveTo>
                  <a:pt x="106326" y="66453"/>
                </a:moveTo>
                <a:lnTo>
                  <a:pt x="106326" y="106326"/>
                </a:lnTo>
                <a:lnTo>
                  <a:pt x="159488" y="106326"/>
                </a:lnTo>
                <a:lnTo>
                  <a:pt x="159488" y="66453"/>
                </a:lnTo>
                <a:lnTo>
                  <a:pt x="106326" y="66453"/>
                </a:lnTo>
                <a:close/>
                <a:moveTo>
                  <a:pt x="79744" y="66453"/>
                </a:moveTo>
                <a:lnTo>
                  <a:pt x="26581" y="66453"/>
                </a:lnTo>
                <a:lnTo>
                  <a:pt x="26581" y="106326"/>
                </a:lnTo>
                <a:lnTo>
                  <a:pt x="79744" y="106326"/>
                </a:lnTo>
                <a:lnTo>
                  <a:pt x="79744" y="66453"/>
                </a:lnTo>
                <a:close/>
                <a:moveTo>
                  <a:pt x="0" y="132907"/>
                </a:moveTo>
                <a:lnTo>
                  <a:pt x="0" y="39872"/>
                </a:lnTo>
                <a:cubicBezTo>
                  <a:pt x="0" y="25211"/>
                  <a:pt x="11920" y="13291"/>
                  <a:pt x="26581" y="13291"/>
                </a:cubicBezTo>
                <a:lnTo>
                  <a:pt x="159488" y="13291"/>
                </a:lnTo>
                <a:cubicBezTo>
                  <a:pt x="174150" y="13291"/>
                  <a:pt x="186070" y="25211"/>
                  <a:pt x="186070" y="39872"/>
                </a:cubicBezTo>
                <a:lnTo>
                  <a:pt x="186070" y="172779"/>
                </a:lnTo>
                <a:cubicBezTo>
                  <a:pt x="186070" y="187440"/>
                  <a:pt x="174150" y="199360"/>
                  <a:pt x="159488" y="199360"/>
                </a:cubicBezTo>
                <a:lnTo>
                  <a:pt x="26581" y="199360"/>
                </a:lnTo>
                <a:cubicBezTo>
                  <a:pt x="11920" y="199360"/>
                  <a:pt x="0" y="187440"/>
                  <a:pt x="0" y="172779"/>
                </a:cubicBezTo>
                <a:lnTo>
                  <a:pt x="0" y="132907"/>
                </a:lnTo>
                <a:close/>
                <a:moveTo>
                  <a:pt x="159488" y="132907"/>
                </a:moveTo>
                <a:lnTo>
                  <a:pt x="106326" y="132907"/>
                </a:lnTo>
                <a:lnTo>
                  <a:pt x="106326" y="172779"/>
                </a:lnTo>
                <a:lnTo>
                  <a:pt x="159488" y="172779"/>
                </a:lnTo>
                <a:lnTo>
                  <a:pt x="159488" y="132907"/>
                </a:lnTo>
                <a:close/>
                <a:moveTo>
                  <a:pt x="79744" y="172779"/>
                </a:moveTo>
                <a:lnTo>
                  <a:pt x="79744" y="132907"/>
                </a:lnTo>
                <a:lnTo>
                  <a:pt x="26581" y="132907"/>
                </a:lnTo>
                <a:lnTo>
                  <a:pt x="26581" y="172779"/>
                </a:lnTo>
                <a:lnTo>
                  <a:pt x="79744" y="172779"/>
                </a:lnTo>
                <a:close/>
              </a:path>
            </a:pathLst>
          </a:custGeom>
          <a:solidFill>
            <a:srgbClr val="6366F1"/>
          </a:solidFill>
          <a:ln/>
        </p:spPr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90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6600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latin typeface="Liter" pitchFamily="34" charset="0"/>
                <a:ea typeface="Liter" pitchFamily="34" charset="-122"/>
                <a:cs typeface="Liter" pitchFamily="34" charset="-120"/>
              </a:rPr>
              <a:t>Process Flow</a:t>
            </a:r>
          </a:p>
        </p:txBody>
      </p:sp>
      <p:sp>
        <p:nvSpPr>
          <p:cNvPr id="5" name="Text 3"/>
          <p:cNvSpPr/>
          <p:nvPr/>
        </p:nvSpPr>
        <p:spPr>
          <a:xfrm>
            <a:off x="1066800" y="596901"/>
            <a:ext cx="6762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7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Workflow: Step-by-Step</a:t>
            </a:r>
          </a:p>
        </p:txBody>
      </p:sp>
      <p:sp>
        <p:nvSpPr>
          <p:cNvPr id="6" name="Shape 4"/>
          <p:cNvSpPr/>
          <p:nvPr/>
        </p:nvSpPr>
        <p:spPr>
          <a:xfrm>
            <a:off x="384810" y="1184910"/>
            <a:ext cx="3703320" cy="1455420"/>
          </a:xfrm>
          <a:custGeom>
            <a:avLst/>
            <a:gdLst/>
            <a:ahLst/>
            <a:cxnLst/>
            <a:rect l="l" t="t" r="r" b="b"/>
            <a:pathLst>
              <a:path w="3703320" h="1455420">
                <a:moveTo>
                  <a:pt x="114294" y="0"/>
                </a:moveTo>
                <a:lnTo>
                  <a:pt x="3589026" y="0"/>
                </a:lnTo>
                <a:cubicBezTo>
                  <a:pt x="3652149" y="0"/>
                  <a:pt x="3703320" y="51171"/>
                  <a:pt x="3703320" y="114294"/>
                </a:cubicBezTo>
                <a:lnTo>
                  <a:pt x="3703320" y="1341126"/>
                </a:lnTo>
                <a:cubicBezTo>
                  <a:pt x="3703320" y="1404249"/>
                  <a:pt x="3652149" y="1455420"/>
                  <a:pt x="3589026" y="1455420"/>
                </a:cubicBezTo>
                <a:lnTo>
                  <a:pt x="114294" y="1455420"/>
                </a:lnTo>
                <a:cubicBezTo>
                  <a:pt x="51171" y="1455420"/>
                  <a:pt x="0" y="1404249"/>
                  <a:pt x="0" y="134112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1020" y="13411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701040" y="1417318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6320" y="1398268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1020" y="1836418"/>
            <a:ext cx="3457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provides details and captures face images via webcam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0070" y="232219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8833" y="16877"/>
                </a:moveTo>
                <a:lnTo>
                  <a:pt x="36124" y="25003"/>
                </a:lnTo>
                <a:lnTo>
                  <a:pt x="16669" y="25003"/>
                </a:lnTo>
                <a:cubicBezTo>
                  <a:pt x="7475" y="25003"/>
                  <a:pt x="0" y="32478"/>
                  <a:pt x="0" y="41672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16681" y="125016"/>
                </a:lnTo>
                <a:cubicBezTo>
                  <a:pt x="125875" y="125016"/>
                  <a:pt x="133350" y="117541"/>
                  <a:pt x="133350" y="108347"/>
                </a:cubicBezTo>
                <a:lnTo>
                  <a:pt x="133350" y="41672"/>
                </a:lnTo>
                <a:cubicBezTo>
                  <a:pt x="133350" y="32478"/>
                  <a:pt x="125875" y="25003"/>
                  <a:pt x="116681" y="25003"/>
                </a:cubicBezTo>
                <a:lnTo>
                  <a:pt x="97226" y="25003"/>
                </a:lnTo>
                <a:lnTo>
                  <a:pt x="94517" y="16877"/>
                </a:lnTo>
                <a:cubicBezTo>
                  <a:pt x="92824" y="11772"/>
                  <a:pt x="88058" y="8334"/>
                  <a:pt x="82667" y="8334"/>
                </a:cubicBezTo>
                <a:lnTo>
                  <a:pt x="50683" y="8334"/>
                </a:lnTo>
                <a:cubicBezTo>
                  <a:pt x="45292" y="8334"/>
                  <a:pt x="40526" y="11772"/>
                  <a:pt x="38833" y="16877"/>
                </a:cubicBezTo>
                <a:close/>
                <a:moveTo>
                  <a:pt x="66675" y="50006"/>
                </a:moveTo>
                <a:cubicBezTo>
                  <a:pt x="80475" y="50006"/>
                  <a:pt x="91678" y="61210"/>
                  <a:pt x="91678" y="75009"/>
                </a:cubicBezTo>
                <a:cubicBezTo>
                  <a:pt x="91678" y="88809"/>
                  <a:pt x="80475" y="100013"/>
                  <a:pt x="66675" y="100013"/>
                </a:cubicBezTo>
                <a:cubicBezTo>
                  <a:pt x="52875" y="100013"/>
                  <a:pt x="41672" y="88809"/>
                  <a:pt x="41672" y="75009"/>
                </a:cubicBezTo>
                <a:cubicBezTo>
                  <a:pt x="41672" y="61210"/>
                  <a:pt x="52875" y="50006"/>
                  <a:pt x="66675" y="5000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783908" y="2293618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 smtClean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 </a:t>
            </a:r>
            <a:r>
              <a:rPr lang="en-US" sz="10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45531" y="1184910"/>
            <a:ext cx="3703320" cy="1455420"/>
          </a:xfrm>
          <a:custGeom>
            <a:avLst/>
            <a:gdLst/>
            <a:ahLst/>
            <a:cxnLst/>
            <a:rect l="l" t="t" r="r" b="b"/>
            <a:pathLst>
              <a:path w="3703320" h="1455420">
                <a:moveTo>
                  <a:pt x="114294" y="0"/>
                </a:moveTo>
                <a:lnTo>
                  <a:pt x="3589026" y="0"/>
                </a:lnTo>
                <a:cubicBezTo>
                  <a:pt x="3652149" y="0"/>
                  <a:pt x="3703320" y="51171"/>
                  <a:pt x="3703320" y="114294"/>
                </a:cubicBezTo>
                <a:lnTo>
                  <a:pt x="3703320" y="1341126"/>
                </a:lnTo>
                <a:cubicBezTo>
                  <a:pt x="3703320" y="1404249"/>
                  <a:pt x="3652149" y="1455420"/>
                  <a:pt x="3589026" y="1455420"/>
                </a:cubicBezTo>
                <a:lnTo>
                  <a:pt x="114294" y="1455420"/>
                </a:lnTo>
                <a:cubicBezTo>
                  <a:pt x="51171" y="1455420"/>
                  <a:pt x="0" y="1404249"/>
                  <a:pt x="0" y="134112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1741" y="13411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4547949" y="1417318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7041" y="1398268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01741" y="1836418"/>
            <a:ext cx="3457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detection, cropping, resizing, and grayscale conversion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20791" y="232219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16669"/>
                </a:moveTo>
                <a:cubicBezTo>
                  <a:pt x="4975" y="16669"/>
                  <a:pt x="1927" y="18700"/>
                  <a:pt x="625" y="21826"/>
                </a:cubicBezTo>
                <a:cubicBezTo>
                  <a:pt x="-677" y="24951"/>
                  <a:pt x="52" y="28519"/>
                  <a:pt x="2448" y="30889"/>
                </a:cubicBezTo>
                <a:lnTo>
                  <a:pt x="50006" y="78473"/>
                </a:lnTo>
                <a:lnTo>
                  <a:pt x="50006" y="108347"/>
                </a:lnTo>
                <a:cubicBezTo>
                  <a:pt x="50006" y="110561"/>
                  <a:pt x="50892" y="112670"/>
                  <a:pt x="52454" y="114233"/>
                </a:cubicBezTo>
                <a:lnTo>
                  <a:pt x="69123" y="130902"/>
                </a:lnTo>
                <a:cubicBezTo>
                  <a:pt x="71519" y="133298"/>
                  <a:pt x="75088" y="134001"/>
                  <a:pt x="78213" y="132699"/>
                </a:cubicBezTo>
                <a:cubicBezTo>
                  <a:pt x="81338" y="131397"/>
                  <a:pt x="83344" y="128375"/>
                  <a:pt x="83344" y="125016"/>
                </a:cubicBezTo>
                <a:lnTo>
                  <a:pt x="83344" y="78473"/>
                </a:lnTo>
                <a:lnTo>
                  <a:pt x="130902" y="30915"/>
                </a:lnTo>
                <a:cubicBezTo>
                  <a:pt x="133298" y="28519"/>
                  <a:pt x="134001" y="24951"/>
                  <a:pt x="132699" y="21826"/>
                </a:cubicBezTo>
                <a:cubicBezTo>
                  <a:pt x="131397" y="18700"/>
                  <a:pt x="128375" y="16669"/>
                  <a:pt x="125016" y="16669"/>
                </a:cubicBezTo>
                <a:lnTo>
                  <a:pt x="8334" y="1666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4644628" y="2293618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OpenCV operations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06371" y="1184910"/>
            <a:ext cx="3703320" cy="1455420"/>
          </a:xfrm>
          <a:custGeom>
            <a:avLst/>
            <a:gdLst/>
            <a:ahLst/>
            <a:cxnLst/>
            <a:rect l="l" t="t" r="r" b="b"/>
            <a:pathLst>
              <a:path w="3703320" h="1455420">
                <a:moveTo>
                  <a:pt x="114294" y="0"/>
                </a:moveTo>
                <a:lnTo>
                  <a:pt x="3589026" y="0"/>
                </a:lnTo>
                <a:cubicBezTo>
                  <a:pt x="3652149" y="0"/>
                  <a:pt x="3703320" y="51171"/>
                  <a:pt x="3703320" y="114294"/>
                </a:cubicBezTo>
                <a:lnTo>
                  <a:pt x="3703320" y="1341126"/>
                </a:lnTo>
                <a:cubicBezTo>
                  <a:pt x="3703320" y="1404249"/>
                  <a:pt x="3652149" y="1455420"/>
                  <a:pt x="3589026" y="1455420"/>
                </a:cubicBezTo>
                <a:lnTo>
                  <a:pt x="114294" y="1455420"/>
                </a:lnTo>
                <a:cubicBezTo>
                  <a:pt x="51171" y="1455420"/>
                  <a:pt x="0" y="1404249"/>
                  <a:pt x="0" y="134112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62581" y="13411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8408075" y="1417318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57881" y="1398268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62581" y="1836418"/>
            <a:ext cx="3457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 128-dimensional feature vectors from processed faces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81631" y="232219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502" y="66675"/>
                </a:moveTo>
                <a:cubicBezTo>
                  <a:pt x="12502" y="36749"/>
                  <a:pt x="36749" y="12502"/>
                  <a:pt x="66675" y="12502"/>
                </a:cubicBezTo>
                <a:cubicBezTo>
                  <a:pt x="83109" y="12502"/>
                  <a:pt x="97825" y="19820"/>
                  <a:pt x="107774" y="31384"/>
                </a:cubicBezTo>
                <a:cubicBezTo>
                  <a:pt x="110014" y="34015"/>
                  <a:pt x="113973" y="34301"/>
                  <a:pt x="116577" y="32061"/>
                </a:cubicBezTo>
                <a:cubicBezTo>
                  <a:pt x="119182" y="29821"/>
                  <a:pt x="119494" y="25863"/>
                  <a:pt x="117254" y="23258"/>
                </a:cubicBezTo>
                <a:cubicBezTo>
                  <a:pt x="105039" y="9012"/>
                  <a:pt x="86912" y="0"/>
                  <a:pt x="66675" y="0"/>
                </a:cubicBezTo>
                <a:cubicBezTo>
                  <a:pt x="29847" y="0"/>
                  <a:pt x="0" y="29847"/>
                  <a:pt x="0" y="66675"/>
                </a:cubicBezTo>
                <a:lnTo>
                  <a:pt x="0" y="77093"/>
                </a:lnTo>
                <a:cubicBezTo>
                  <a:pt x="0" y="80557"/>
                  <a:pt x="2787" y="83344"/>
                  <a:pt x="6251" y="83344"/>
                </a:cubicBezTo>
                <a:cubicBezTo>
                  <a:pt x="9715" y="83344"/>
                  <a:pt x="12502" y="80557"/>
                  <a:pt x="12502" y="77093"/>
                </a:cubicBezTo>
                <a:lnTo>
                  <a:pt x="12502" y="66675"/>
                </a:lnTo>
                <a:close/>
                <a:moveTo>
                  <a:pt x="131918" y="52897"/>
                </a:moveTo>
                <a:cubicBezTo>
                  <a:pt x="131214" y="49511"/>
                  <a:pt x="127881" y="47350"/>
                  <a:pt x="124521" y="48079"/>
                </a:cubicBezTo>
                <a:cubicBezTo>
                  <a:pt x="121161" y="48808"/>
                  <a:pt x="118973" y="52116"/>
                  <a:pt x="119702" y="55476"/>
                </a:cubicBezTo>
                <a:cubicBezTo>
                  <a:pt x="120458" y="59096"/>
                  <a:pt x="120874" y="62846"/>
                  <a:pt x="120874" y="66701"/>
                </a:cubicBezTo>
                <a:lnTo>
                  <a:pt x="120874" y="77119"/>
                </a:lnTo>
                <a:cubicBezTo>
                  <a:pt x="120874" y="80583"/>
                  <a:pt x="123661" y="83370"/>
                  <a:pt x="127125" y="83370"/>
                </a:cubicBezTo>
                <a:cubicBezTo>
                  <a:pt x="130589" y="83370"/>
                  <a:pt x="133376" y="80583"/>
                  <a:pt x="133376" y="77119"/>
                </a:cubicBezTo>
                <a:lnTo>
                  <a:pt x="133376" y="66701"/>
                </a:lnTo>
                <a:cubicBezTo>
                  <a:pt x="133376" y="61987"/>
                  <a:pt x="132881" y="57377"/>
                  <a:pt x="131944" y="52923"/>
                </a:cubicBezTo>
                <a:close/>
                <a:moveTo>
                  <a:pt x="66675" y="20836"/>
                </a:moveTo>
                <a:cubicBezTo>
                  <a:pt x="61726" y="20836"/>
                  <a:pt x="56934" y="21617"/>
                  <a:pt x="52481" y="23076"/>
                </a:cubicBezTo>
                <a:cubicBezTo>
                  <a:pt x="48522" y="24378"/>
                  <a:pt x="47610" y="29248"/>
                  <a:pt x="50319" y="32426"/>
                </a:cubicBezTo>
                <a:cubicBezTo>
                  <a:pt x="52168" y="34588"/>
                  <a:pt x="55215" y="35239"/>
                  <a:pt x="57976" y="34483"/>
                </a:cubicBezTo>
                <a:cubicBezTo>
                  <a:pt x="60737" y="33728"/>
                  <a:pt x="63654" y="33337"/>
                  <a:pt x="66675" y="33337"/>
                </a:cubicBezTo>
                <a:cubicBezTo>
                  <a:pt x="85089" y="33337"/>
                  <a:pt x="100013" y="48261"/>
                  <a:pt x="100013" y="66675"/>
                </a:cubicBezTo>
                <a:lnTo>
                  <a:pt x="100013" y="73160"/>
                </a:lnTo>
                <a:cubicBezTo>
                  <a:pt x="100013" y="79724"/>
                  <a:pt x="99622" y="86261"/>
                  <a:pt x="98867" y="92772"/>
                </a:cubicBezTo>
                <a:cubicBezTo>
                  <a:pt x="98424" y="96575"/>
                  <a:pt x="101315" y="100013"/>
                  <a:pt x="105169" y="100013"/>
                </a:cubicBezTo>
                <a:cubicBezTo>
                  <a:pt x="108243" y="100013"/>
                  <a:pt x="110873" y="97773"/>
                  <a:pt x="111238" y="94725"/>
                </a:cubicBezTo>
                <a:cubicBezTo>
                  <a:pt x="112097" y="87589"/>
                  <a:pt x="112540" y="80401"/>
                  <a:pt x="112540" y="73186"/>
                </a:cubicBezTo>
                <a:lnTo>
                  <a:pt x="112540" y="66701"/>
                </a:lnTo>
                <a:cubicBezTo>
                  <a:pt x="112540" y="41385"/>
                  <a:pt x="92017" y="20862"/>
                  <a:pt x="66701" y="20862"/>
                </a:cubicBezTo>
                <a:close/>
                <a:moveTo>
                  <a:pt x="39250" y="38729"/>
                </a:moveTo>
                <a:cubicBezTo>
                  <a:pt x="36880" y="35968"/>
                  <a:pt x="32660" y="35760"/>
                  <a:pt x="30420" y="38625"/>
                </a:cubicBezTo>
                <a:cubicBezTo>
                  <a:pt x="24404" y="46386"/>
                  <a:pt x="20836" y="56101"/>
                  <a:pt x="20836" y="66675"/>
                </a:cubicBezTo>
                <a:lnTo>
                  <a:pt x="20836" y="73160"/>
                </a:lnTo>
                <a:cubicBezTo>
                  <a:pt x="20836" y="79463"/>
                  <a:pt x="20159" y="85766"/>
                  <a:pt x="18804" y="91886"/>
                </a:cubicBezTo>
                <a:cubicBezTo>
                  <a:pt x="17919" y="95949"/>
                  <a:pt x="20862" y="99986"/>
                  <a:pt x="25029" y="99986"/>
                </a:cubicBezTo>
                <a:cubicBezTo>
                  <a:pt x="27764" y="99986"/>
                  <a:pt x="30212" y="98163"/>
                  <a:pt x="30811" y="95481"/>
                </a:cubicBezTo>
                <a:cubicBezTo>
                  <a:pt x="32478" y="88162"/>
                  <a:pt x="33337" y="80687"/>
                  <a:pt x="33337" y="73134"/>
                </a:cubicBezTo>
                <a:lnTo>
                  <a:pt x="33337" y="66649"/>
                </a:lnTo>
                <a:cubicBezTo>
                  <a:pt x="33337" y="59565"/>
                  <a:pt x="35551" y="53001"/>
                  <a:pt x="39302" y="47610"/>
                </a:cubicBezTo>
                <a:cubicBezTo>
                  <a:pt x="41177" y="44901"/>
                  <a:pt x="41385" y="41203"/>
                  <a:pt x="39250" y="38703"/>
                </a:cubicBezTo>
                <a:close/>
                <a:moveTo>
                  <a:pt x="66675" y="41672"/>
                </a:moveTo>
                <a:cubicBezTo>
                  <a:pt x="52871" y="41672"/>
                  <a:pt x="41672" y="52871"/>
                  <a:pt x="41672" y="66675"/>
                </a:cubicBezTo>
                <a:lnTo>
                  <a:pt x="41672" y="73160"/>
                </a:lnTo>
                <a:cubicBezTo>
                  <a:pt x="41672" y="82510"/>
                  <a:pt x="40474" y="91782"/>
                  <a:pt x="38078" y="100794"/>
                </a:cubicBezTo>
                <a:cubicBezTo>
                  <a:pt x="37088" y="104518"/>
                  <a:pt x="39823" y="108347"/>
                  <a:pt x="43677" y="108347"/>
                </a:cubicBezTo>
                <a:cubicBezTo>
                  <a:pt x="46152" y="108347"/>
                  <a:pt x="48339" y="106732"/>
                  <a:pt x="48990" y="104336"/>
                </a:cubicBezTo>
                <a:cubicBezTo>
                  <a:pt x="51725" y="94178"/>
                  <a:pt x="53132" y="83708"/>
                  <a:pt x="53132" y="73160"/>
                </a:cubicBezTo>
                <a:lnTo>
                  <a:pt x="53132" y="66675"/>
                </a:lnTo>
                <a:cubicBezTo>
                  <a:pt x="53132" y="59200"/>
                  <a:pt x="59200" y="53132"/>
                  <a:pt x="66675" y="53132"/>
                </a:cubicBezTo>
                <a:cubicBezTo>
                  <a:pt x="74150" y="53132"/>
                  <a:pt x="80218" y="59200"/>
                  <a:pt x="80218" y="66675"/>
                </a:cubicBezTo>
                <a:lnTo>
                  <a:pt x="80218" y="73160"/>
                </a:lnTo>
                <a:cubicBezTo>
                  <a:pt x="80218" y="82614"/>
                  <a:pt x="79307" y="92017"/>
                  <a:pt x="77510" y="101263"/>
                </a:cubicBezTo>
                <a:cubicBezTo>
                  <a:pt x="76806" y="104883"/>
                  <a:pt x="79515" y="108347"/>
                  <a:pt x="83187" y="108347"/>
                </a:cubicBezTo>
                <a:cubicBezTo>
                  <a:pt x="85844" y="108347"/>
                  <a:pt x="88136" y="106524"/>
                  <a:pt x="88657" y="103919"/>
                </a:cubicBezTo>
                <a:cubicBezTo>
                  <a:pt x="90662" y="93814"/>
                  <a:pt x="91678" y="83526"/>
                  <a:pt x="91678" y="73160"/>
                </a:cubicBezTo>
                <a:lnTo>
                  <a:pt x="91678" y="66675"/>
                </a:lnTo>
                <a:cubicBezTo>
                  <a:pt x="91678" y="52871"/>
                  <a:pt x="80479" y="41672"/>
                  <a:pt x="66675" y="41672"/>
                </a:cubicBezTo>
                <a:close/>
                <a:moveTo>
                  <a:pt x="72926" y="66675"/>
                </a:moveTo>
                <a:cubicBezTo>
                  <a:pt x="72926" y="63211"/>
                  <a:pt x="70139" y="60424"/>
                  <a:pt x="66675" y="60424"/>
                </a:cubicBezTo>
                <a:cubicBezTo>
                  <a:pt x="63211" y="60424"/>
                  <a:pt x="60424" y="63211"/>
                  <a:pt x="60424" y="66675"/>
                </a:cubicBezTo>
                <a:lnTo>
                  <a:pt x="60424" y="73160"/>
                </a:lnTo>
                <a:cubicBezTo>
                  <a:pt x="60424" y="88761"/>
                  <a:pt x="57559" y="104232"/>
                  <a:pt x="51960" y="118791"/>
                </a:cubicBezTo>
                <a:lnTo>
                  <a:pt x="50423" y="122776"/>
                </a:lnTo>
                <a:cubicBezTo>
                  <a:pt x="49173" y="126005"/>
                  <a:pt x="50788" y="129626"/>
                  <a:pt x="54017" y="130850"/>
                </a:cubicBezTo>
                <a:cubicBezTo>
                  <a:pt x="57247" y="132074"/>
                  <a:pt x="60867" y="130485"/>
                  <a:pt x="62091" y="127255"/>
                </a:cubicBezTo>
                <a:lnTo>
                  <a:pt x="63628" y="123271"/>
                </a:lnTo>
                <a:cubicBezTo>
                  <a:pt x="69774" y="107279"/>
                  <a:pt x="72926" y="90298"/>
                  <a:pt x="72926" y="73160"/>
                </a:cubicBezTo>
                <a:lnTo>
                  <a:pt x="72926" y="6667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8505468" y="2293618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128D vectors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4810" y="2800356"/>
            <a:ext cx="3703320" cy="1455420"/>
          </a:xfrm>
          <a:custGeom>
            <a:avLst/>
            <a:gdLst/>
            <a:ahLst/>
            <a:cxnLst/>
            <a:rect l="l" t="t" r="r" b="b"/>
            <a:pathLst>
              <a:path w="3703320" h="1455420">
                <a:moveTo>
                  <a:pt x="114294" y="0"/>
                </a:moveTo>
                <a:lnTo>
                  <a:pt x="3589026" y="0"/>
                </a:lnTo>
                <a:cubicBezTo>
                  <a:pt x="3652149" y="0"/>
                  <a:pt x="3703320" y="51171"/>
                  <a:pt x="3703320" y="114294"/>
                </a:cubicBezTo>
                <a:lnTo>
                  <a:pt x="3703320" y="1341126"/>
                </a:lnTo>
                <a:cubicBezTo>
                  <a:pt x="3703320" y="1404249"/>
                  <a:pt x="3652149" y="1455420"/>
                  <a:pt x="3589026" y="1455420"/>
                </a:cubicBezTo>
                <a:lnTo>
                  <a:pt x="114294" y="1455420"/>
                </a:lnTo>
                <a:cubicBezTo>
                  <a:pt x="51171" y="1455420"/>
                  <a:pt x="0" y="1404249"/>
                  <a:pt x="0" y="134112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1020" y="29565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686633" y="3032764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36320" y="3013714"/>
            <a:ext cx="70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1020" y="3451864"/>
            <a:ext cx="3457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model trained on embeddings with student labels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60070" y="393763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783908" y="3909064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sklearn RF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45531" y="2800356"/>
            <a:ext cx="3703320" cy="1455420"/>
          </a:xfrm>
          <a:custGeom>
            <a:avLst/>
            <a:gdLst/>
            <a:ahLst/>
            <a:cxnLst/>
            <a:rect l="l" t="t" r="r" b="b"/>
            <a:pathLst>
              <a:path w="3703320" h="1455420">
                <a:moveTo>
                  <a:pt x="114294" y="0"/>
                </a:moveTo>
                <a:lnTo>
                  <a:pt x="3589026" y="0"/>
                </a:lnTo>
                <a:cubicBezTo>
                  <a:pt x="3652149" y="0"/>
                  <a:pt x="3703320" y="51171"/>
                  <a:pt x="3703320" y="114294"/>
                </a:cubicBezTo>
                <a:lnTo>
                  <a:pt x="3703320" y="1341126"/>
                </a:lnTo>
                <a:cubicBezTo>
                  <a:pt x="3703320" y="1404249"/>
                  <a:pt x="3652149" y="1455420"/>
                  <a:pt x="3589026" y="1455420"/>
                </a:cubicBezTo>
                <a:lnTo>
                  <a:pt x="114294" y="1455420"/>
                </a:lnTo>
                <a:cubicBezTo>
                  <a:pt x="51171" y="1455420"/>
                  <a:pt x="0" y="1404249"/>
                  <a:pt x="0" y="134112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01741" y="29565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4548307" y="3032764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897041" y="3013714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Recognition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01741" y="3451864"/>
            <a:ext cx="3457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face detection and recognition during attendance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12456" y="3937639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5009" y="8334"/>
                </a:moveTo>
                <a:cubicBezTo>
                  <a:pt x="53965" y="8334"/>
                  <a:pt x="37114" y="17919"/>
                  <a:pt x="24847" y="29327"/>
                </a:cubicBezTo>
                <a:cubicBezTo>
                  <a:pt x="12658" y="40656"/>
                  <a:pt x="4506" y="54173"/>
                  <a:pt x="625" y="63471"/>
                </a:cubicBezTo>
                <a:cubicBezTo>
                  <a:pt x="-234" y="65529"/>
                  <a:pt x="-234" y="67821"/>
                  <a:pt x="625" y="69879"/>
                </a:cubicBezTo>
                <a:cubicBezTo>
                  <a:pt x="4506" y="79177"/>
                  <a:pt x="12658" y="92720"/>
                  <a:pt x="24847" y="104023"/>
                </a:cubicBezTo>
                <a:cubicBezTo>
                  <a:pt x="37114" y="115405"/>
                  <a:pt x="53965" y="125016"/>
                  <a:pt x="75009" y="125016"/>
                </a:cubicBezTo>
                <a:cubicBezTo>
                  <a:pt x="96054" y="125016"/>
                  <a:pt x="112905" y="115431"/>
                  <a:pt x="125172" y="104023"/>
                </a:cubicBezTo>
                <a:cubicBezTo>
                  <a:pt x="137361" y="92694"/>
                  <a:pt x="145513" y="79177"/>
                  <a:pt x="149394" y="69879"/>
                </a:cubicBezTo>
                <a:cubicBezTo>
                  <a:pt x="150253" y="67821"/>
                  <a:pt x="150253" y="65529"/>
                  <a:pt x="149394" y="63471"/>
                </a:cubicBezTo>
                <a:cubicBezTo>
                  <a:pt x="145513" y="54173"/>
                  <a:pt x="137361" y="40630"/>
                  <a:pt x="125172" y="29327"/>
                </a:cubicBezTo>
                <a:cubicBezTo>
                  <a:pt x="112905" y="17945"/>
                  <a:pt x="96054" y="8334"/>
                  <a:pt x="75009" y="8334"/>
                </a:cubicBezTo>
                <a:close/>
                <a:moveTo>
                  <a:pt x="37505" y="66675"/>
                </a:moveTo>
                <a:cubicBezTo>
                  <a:pt x="37505" y="45976"/>
                  <a:pt x="54310" y="29170"/>
                  <a:pt x="75009" y="29170"/>
                </a:cubicBezTo>
                <a:cubicBezTo>
                  <a:pt x="95709" y="29170"/>
                  <a:pt x="112514" y="45976"/>
                  <a:pt x="112514" y="66675"/>
                </a:cubicBezTo>
                <a:cubicBezTo>
                  <a:pt x="112514" y="87374"/>
                  <a:pt x="95709" y="104180"/>
                  <a:pt x="75009" y="104180"/>
                </a:cubicBezTo>
                <a:cubicBezTo>
                  <a:pt x="54310" y="104180"/>
                  <a:pt x="37505" y="87374"/>
                  <a:pt x="37505" y="66675"/>
                </a:cubicBezTo>
                <a:close/>
                <a:moveTo>
                  <a:pt x="75009" y="50006"/>
                </a:moveTo>
                <a:cubicBezTo>
                  <a:pt x="75009" y="59200"/>
                  <a:pt x="67534" y="66675"/>
                  <a:pt x="58341" y="66675"/>
                </a:cubicBezTo>
                <a:cubicBezTo>
                  <a:pt x="55345" y="66675"/>
                  <a:pt x="52533" y="65894"/>
                  <a:pt x="50084" y="64487"/>
                </a:cubicBezTo>
                <a:cubicBezTo>
                  <a:pt x="49824" y="67326"/>
                  <a:pt x="50058" y="70243"/>
                  <a:pt x="50840" y="73134"/>
                </a:cubicBezTo>
                <a:cubicBezTo>
                  <a:pt x="54408" y="86469"/>
                  <a:pt x="68134" y="94387"/>
                  <a:pt x="81469" y="90819"/>
                </a:cubicBezTo>
                <a:cubicBezTo>
                  <a:pt x="94804" y="87250"/>
                  <a:pt x="102721" y="73525"/>
                  <a:pt x="99153" y="60190"/>
                </a:cubicBezTo>
                <a:cubicBezTo>
                  <a:pt x="95976" y="48287"/>
                  <a:pt x="84698" y="40708"/>
                  <a:pt x="72822" y="41750"/>
                </a:cubicBezTo>
                <a:cubicBezTo>
                  <a:pt x="74202" y="44172"/>
                  <a:pt x="75009" y="46985"/>
                  <a:pt x="75009" y="5000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4644628" y="3909064"/>
            <a:ext cx="657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video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06371" y="2800356"/>
            <a:ext cx="3703320" cy="1455420"/>
          </a:xfrm>
          <a:custGeom>
            <a:avLst/>
            <a:gdLst/>
            <a:ahLst/>
            <a:cxnLst/>
            <a:rect l="l" t="t" r="r" b="b"/>
            <a:pathLst>
              <a:path w="3703320" h="1455420">
                <a:moveTo>
                  <a:pt x="114294" y="0"/>
                </a:moveTo>
                <a:lnTo>
                  <a:pt x="3589026" y="0"/>
                </a:lnTo>
                <a:cubicBezTo>
                  <a:pt x="3652149" y="0"/>
                  <a:pt x="3703320" y="51171"/>
                  <a:pt x="3703320" y="114294"/>
                </a:cubicBezTo>
                <a:lnTo>
                  <a:pt x="3703320" y="1341126"/>
                </a:lnTo>
                <a:cubicBezTo>
                  <a:pt x="3703320" y="1404249"/>
                  <a:pt x="3652149" y="1455420"/>
                  <a:pt x="3589026" y="1455420"/>
                </a:cubicBezTo>
                <a:lnTo>
                  <a:pt x="114294" y="1455420"/>
                </a:lnTo>
                <a:cubicBezTo>
                  <a:pt x="51171" y="1455420"/>
                  <a:pt x="0" y="1404249"/>
                  <a:pt x="0" y="134112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62581" y="29565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8407479" y="3032764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757881" y="3013714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62581" y="3451864"/>
            <a:ext cx="3457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Attendance records saved to SQLite database with timestamp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89965" y="393763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8505468" y="3909064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SQLite DB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84810" y="4415792"/>
            <a:ext cx="11418570" cy="1417320"/>
          </a:xfrm>
          <a:custGeom>
            <a:avLst/>
            <a:gdLst/>
            <a:ahLst/>
            <a:cxnLst/>
            <a:rect l="l" t="t" r="r" b="b"/>
            <a:pathLst>
              <a:path w="11418570" h="1417320">
                <a:moveTo>
                  <a:pt x="114307" y="0"/>
                </a:moveTo>
                <a:lnTo>
                  <a:pt x="11304263" y="0"/>
                </a:lnTo>
                <a:cubicBezTo>
                  <a:pt x="11367351" y="0"/>
                  <a:pt x="11418570" y="51219"/>
                  <a:pt x="11418570" y="114307"/>
                </a:cubicBezTo>
                <a:lnTo>
                  <a:pt x="11418570" y="1303013"/>
                </a:lnTo>
                <a:cubicBezTo>
                  <a:pt x="11418570" y="1366101"/>
                  <a:pt x="11367351" y="1417320"/>
                  <a:pt x="11304263" y="1417320"/>
                </a:cubicBezTo>
                <a:lnTo>
                  <a:pt x="114307" y="1417320"/>
                </a:lnTo>
                <a:cubicBezTo>
                  <a:pt x="51219" y="1417320"/>
                  <a:pt x="0" y="1366101"/>
                  <a:pt x="0" y="13030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4832" y="4610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0" name="Text 48"/>
          <p:cNvSpPr/>
          <p:nvPr/>
        </p:nvSpPr>
        <p:spPr>
          <a:xfrm>
            <a:off x="779145" y="4572000"/>
            <a:ext cx="1096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Data Flow Diagram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64895" y="496062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76200" y="0"/>
                </a:moveTo>
                <a:lnTo>
                  <a:pt x="443865" y="0"/>
                </a:lnTo>
                <a:cubicBezTo>
                  <a:pt x="485949" y="0"/>
                  <a:pt x="520065" y="34116"/>
                  <a:pt x="520065" y="76200"/>
                </a:cubicBezTo>
                <a:lnTo>
                  <a:pt x="520065" y="443865"/>
                </a:lnTo>
                <a:cubicBezTo>
                  <a:pt x="520065" y="485949"/>
                  <a:pt x="485949" y="520065"/>
                  <a:pt x="443865" y="520065"/>
                </a:cubicBezTo>
                <a:lnTo>
                  <a:pt x="76200" y="520065"/>
                </a:lnTo>
                <a:cubicBezTo>
                  <a:pt x="34116" y="520065"/>
                  <a:pt x="0" y="485949"/>
                  <a:pt x="0" y="44386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20320">
            <a:solidFill>
              <a:srgbClr val="6366F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19200" y="51339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5541" y="42863"/>
                </a:moveTo>
                <a:cubicBezTo>
                  <a:pt x="45541" y="20685"/>
                  <a:pt x="63547" y="2679"/>
                  <a:pt x="85725" y="2679"/>
                </a:cubicBezTo>
                <a:cubicBezTo>
                  <a:pt x="107903" y="2679"/>
                  <a:pt x="125909" y="20685"/>
                  <a:pt x="125909" y="42862"/>
                </a:cubicBezTo>
                <a:cubicBezTo>
                  <a:pt x="125909" y="65040"/>
                  <a:pt x="107903" y="83046"/>
                  <a:pt x="85725" y="83046"/>
                </a:cubicBezTo>
                <a:cubicBezTo>
                  <a:pt x="63547" y="83046"/>
                  <a:pt x="45541" y="65040"/>
                  <a:pt x="45541" y="42863"/>
                </a:cubicBezTo>
                <a:close/>
                <a:moveTo>
                  <a:pt x="16073" y="161505"/>
                </a:moveTo>
                <a:cubicBezTo>
                  <a:pt x="16073" y="128521"/>
                  <a:pt x="42796" y="101798"/>
                  <a:pt x="75780" y="101798"/>
                </a:cubicBezTo>
                <a:lnTo>
                  <a:pt x="95670" y="101798"/>
                </a:lnTo>
                <a:cubicBezTo>
                  <a:pt x="128654" y="101798"/>
                  <a:pt x="155377" y="128521"/>
                  <a:pt x="155377" y="161505"/>
                </a:cubicBezTo>
                <a:cubicBezTo>
                  <a:pt x="155377" y="166996"/>
                  <a:pt x="150923" y="171450"/>
                  <a:pt x="145431" y="171450"/>
                </a:cubicBezTo>
                <a:lnTo>
                  <a:pt x="26019" y="171450"/>
                </a:lnTo>
                <a:cubicBezTo>
                  <a:pt x="20527" y="171450"/>
                  <a:pt x="16073" y="166996"/>
                  <a:pt x="16073" y="161505"/>
                </a:cubicBezTo>
                <a:close/>
                <a:moveTo>
                  <a:pt x="182166" y="32147"/>
                </a:moveTo>
                <a:cubicBezTo>
                  <a:pt x="186619" y="32147"/>
                  <a:pt x="190202" y="35730"/>
                  <a:pt x="190202" y="40184"/>
                </a:cubicBezTo>
                <a:lnTo>
                  <a:pt x="190202" y="56257"/>
                </a:lnTo>
                <a:lnTo>
                  <a:pt x="206276" y="56257"/>
                </a:lnTo>
                <a:cubicBezTo>
                  <a:pt x="210729" y="56257"/>
                  <a:pt x="214313" y="59840"/>
                  <a:pt x="214313" y="64294"/>
                </a:cubicBezTo>
                <a:cubicBezTo>
                  <a:pt x="214313" y="68747"/>
                  <a:pt x="210729" y="72330"/>
                  <a:pt x="206276" y="72330"/>
                </a:cubicBezTo>
                <a:lnTo>
                  <a:pt x="190202" y="72330"/>
                </a:lnTo>
                <a:lnTo>
                  <a:pt x="190202" y="88404"/>
                </a:lnTo>
                <a:cubicBezTo>
                  <a:pt x="190202" y="92858"/>
                  <a:pt x="186619" y="96441"/>
                  <a:pt x="182166" y="96441"/>
                </a:cubicBezTo>
                <a:cubicBezTo>
                  <a:pt x="177712" y="96441"/>
                  <a:pt x="174129" y="92858"/>
                  <a:pt x="174129" y="88404"/>
                </a:cubicBezTo>
                <a:lnTo>
                  <a:pt x="174129" y="72330"/>
                </a:lnTo>
                <a:lnTo>
                  <a:pt x="158055" y="72330"/>
                </a:lnTo>
                <a:cubicBezTo>
                  <a:pt x="153602" y="72330"/>
                  <a:pt x="150019" y="68747"/>
                  <a:pt x="150019" y="64294"/>
                </a:cubicBezTo>
                <a:cubicBezTo>
                  <a:pt x="150019" y="59840"/>
                  <a:pt x="153602" y="56257"/>
                  <a:pt x="158055" y="56257"/>
                </a:cubicBezTo>
                <a:lnTo>
                  <a:pt x="174129" y="56257"/>
                </a:lnTo>
                <a:lnTo>
                  <a:pt x="174129" y="40184"/>
                </a:lnTo>
                <a:cubicBezTo>
                  <a:pt x="174129" y="35730"/>
                  <a:pt x="177712" y="32147"/>
                  <a:pt x="182166" y="3214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3" name="Text 51"/>
          <p:cNvSpPr/>
          <p:nvPr/>
        </p:nvSpPr>
        <p:spPr>
          <a:xfrm>
            <a:off x="512445" y="5524500"/>
            <a:ext cx="1619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Register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2202180" y="523862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5" name="Shape 53"/>
          <p:cNvSpPr/>
          <p:nvPr/>
        </p:nvSpPr>
        <p:spPr>
          <a:xfrm>
            <a:off x="2973705" y="496062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76200" y="0"/>
                </a:moveTo>
                <a:lnTo>
                  <a:pt x="443865" y="0"/>
                </a:lnTo>
                <a:cubicBezTo>
                  <a:pt x="485949" y="0"/>
                  <a:pt x="520065" y="34116"/>
                  <a:pt x="520065" y="76200"/>
                </a:cubicBezTo>
                <a:lnTo>
                  <a:pt x="520065" y="443865"/>
                </a:lnTo>
                <a:cubicBezTo>
                  <a:pt x="520065" y="485949"/>
                  <a:pt x="485949" y="520065"/>
                  <a:pt x="443865" y="520065"/>
                </a:cubicBezTo>
                <a:lnTo>
                  <a:pt x="76200" y="520065"/>
                </a:lnTo>
                <a:cubicBezTo>
                  <a:pt x="34116" y="520065"/>
                  <a:pt x="0" y="485949"/>
                  <a:pt x="0" y="44386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20320">
            <a:solidFill>
              <a:srgbClr val="6366F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138726" y="51339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32147" y="32147"/>
                </a:moveTo>
                <a:cubicBezTo>
                  <a:pt x="32147" y="20326"/>
                  <a:pt x="41757" y="10716"/>
                  <a:pt x="53578" y="10716"/>
                </a:cubicBezTo>
                <a:lnTo>
                  <a:pt x="160734" y="10716"/>
                </a:lnTo>
                <a:cubicBezTo>
                  <a:pt x="172555" y="10716"/>
                  <a:pt x="182166" y="20326"/>
                  <a:pt x="182166" y="32147"/>
                </a:cubicBezTo>
                <a:lnTo>
                  <a:pt x="182166" y="117872"/>
                </a:lnTo>
                <a:cubicBezTo>
                  <a:pt x="182166" y="129693"/>
                  <a:pt x="172555" y="139303"/>
                  <a:pt x="160734" y="139303"/>
                </a:cubicBezTo>
                <a:lnTo>
                  <a:pt x="53578" y="139303"/>
                </a:lnTo>
                <a:cubicBezTo>
                  <a:pt x="41757" y="139303"/>
                  <a:pt x="32147" y="129693"/>
                  <a:pt x="32147" y="117872"/>
                </a:cubicBezTo>
                <a:lnTo>
                  <a:pt x="32147" y="32147"/>
                </a:lnTo>
                <a:close/>
                <a:moveTo>
                  <a:pt x="8037" y="42863"/>
                </a:moveTo>
                <a:cubicBezTo>
                  <a:pt x="12490" y="42863"/>
                  <a:pt x="16073" y="46446"/>
                  <a:pt x="16073" y="50899"/>
                </a:cubicBezTo>
                <a:lnTo>
                  <a:pt x="16073" y="150019"/>
                </a:lnTo>
                <a:cubicBezTo>
                  <a:pt x="16073" y="152966"/>
                  <a:pt x="18484" y="155377"/>
                  <a:pt x="21431" y="155377"/>
                </a:cubicBezTo>
                <a:lnTo>
                  <a:pt x="141982" y="155377"/>
                </a:lnTo>
                <a:cubicBezTo>
                  <a:pt x="146436" y="155377"/>
                  <a:pt x="150019" y="158960"/>
                  <a:pt x="150019" y="163413"/>
                </a:cubicBezTo>
                <a:cubicBezTo>
                  <a:pt x="150019" y="167867"/>
                  <a:pt x="146436" y="171450"/>
                  <a:pt x="141982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50899"/>
                </a:lnTo>
                <a:cubicBezTo>
                  <a:pt x="0" y="46446"/>
                  <a:pt x="3583" y="42863"/>
                  <a:pt x="8037" y="42863"/>
                </a:cubicBezTo>
                <a:close/>
                <a:moveTo>
                  <a:pt x="64294" y="53578"/>
                </a:moveTo>
                <a:cubicBezTo>
                  <a:pt x="70208" y="53578"/>
                  <a:pt x="75009" y="48777"/>
                  <a:pt x="75009" y="42863"/>
                </a:cubicBezTo>
                <a:cubicBezTo>
                  <a:pt x="75009" y="36948"/>
                  <a:pt x="70208" y="32147"/>
                  <a:pt x="64294" y="32147"/>
                </a:cubicBezTo>
                <a:cubicBezTo>
                  <a:pt x="58380" y="32147"/>
                  <a:pt x="53578" y="36948"/>
                  <a:pt x="53578" y="42863"/>
                </a:cubicBezTo>
                <a:cubicBezTo>
                  <a:pt x="53578" y="48777"/>
                  <a:pt x="58380" y="53578"/>
                  <a:pt x="64294" y="53578"/>
                </a:cubicBezTo>
                <a:close/>
                <a:moveTo>
                  <a:pt x="130094" y="57429"/>
                </a:moveTo>
                <a:cubicBezTo>
                  <a:pt x="128621" y="55052"/>
                  <a:pt x="126043" y="53578"/>
                  <a:pt x="123230" y="53578"/>
                </a:cubicBezTo>
                <a:cubicBezTo>
                  <a:pt x="120417" y="53578"/>
                  <a:pt x="117838" y="55052"/>
                  <a:pt x="116365" y="57429"/>
                </a:cubicBezTo>
                <a:lnTo>
                  <a:pt x="97512" y="88270"/>
                </a:lnTo>
                <a:lnTo>
                  <a:pt x="89308" y="78023"/>
                </a:lnTo>
                <a:cubicBezTo>
                  <a:pt x="87768" y="76114"/>
                  <a:pt x="85491" y="75009"/>
                  <a:pt x="83046" y="75009"/>
                </a:cubicBezTo>
                <a:cubicBezTo>
                  <a:pt x="80602" y="75009"/>
                  <a:pt x="78291" y="76114"/>
                  <a:pt x="76784" y="78023"/>
                </a:cubicBezTo>
                <a:lnTo>
                  <a:pt x="55353" y="104812"/>
                </a:lnTo>
                <a:cubicBezTo>
                  <a:pt x="53411" y="107223"/>
                  <a:pt x="53042" y="110538"/>
                  <a:pt x="54382" y="113318"/>
                </a:cubicBezTo>
                <a:cubicBezTo>
                  <a:pt x="55721" y="116097"/>
                  <a:pt x="58534" y="117872"/>
                  <a:pt x="61615" y="117872"/>
                </a:cubicBezTo>
                <a:lnTo>
                  <a:pt x="152698" y="117872"/>
                </a:lnTo>
                <a:cubicBezTo>
                  <a:pt x="155611" y="117872"/>
                  <a:pt x="158290" y="116298"/>
                  <a:pt x="159696" y="113753"/>
                </a:cubicBezTo>
                <a:cubicBezTo>
                  <a:pt x="161103" y="111208"/>
                  <a:pt x="161069" y="108127"/>
                  <a:pt x="159529" y="105616"/>
                </a:cubicBezTo>
                <a:lnTo>
                  <a:pt x="130061" y="5739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7" name="Text 55"/>
          <p:cNvSpPr/>
          <p:nvPr/>
        </p:nvSpPr>
        <p:spPr>
          <a:xfrm>
            <a:off x="2421255" y="5524500"/>
            <a:ext cx="1619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110990" y="523862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9" name="Shape 57"/>
          <p:cNvSpPr/>
          <p:nvPr/>
        </p:nvSpPr>
        <p:spPr>
          <a:xfrm>
            <a:off x="4882515" y="496062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76200" y="0"/>
                </a:moveTo>
                <a:lnTo>
                  <a:pt x="443865" y="0"/>
                </a:lnTo>
                <a:cubicBezTo>
                  <a:pt x="485949" y="0"/>
                  <a:pt x="520065" y="34116"/>
                  <a:pt x="520065" y="76200"/>
                </a:cubicBezTo>
                <a:lnTo>
                  <a:pt x="520065" y="443865"/>
                </a:lnTo>
                <a:cubicBezTo>
                  <a:pt x="520065" y="485949"/>
                  <a:pt x="485949" y="520065"/>
                  <a:pt x="443865" y="520065"/>
                </a:cubicBezTo>
                <a:lnTo>
                  <a:pt x="76200" y="520065"/>
                </a:lnTo>
                <a:cubicBezTo>
                  <a:pt x="34116" y="520065"/>
                  <a:pt x="0" y="485949"/>
                  <a:pt x="0" y="44386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20320">
            <a:solidFill>
              <a:srgbClr val="6366F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58251" y="5133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1" name="Text 59"/>
          <p:cNvSpPr/>
          <p:nvPr/>
        </p:nvSpPr>
        <p:spPr>
          <a:xfrm>
            <a:off x="4330065" y="5524500"/>
            <a:ext cx="1619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019800" y="523862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3" name="Shape 61"/>
          <p:cNvSpPr/>
          <p:nvPr/>
        </p:nvSpPr>
        <p:spPr>
          <a:xfrm>
            <a:off x="6791325" y="496062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76200" y="0"/>
                </a:moveTo>
                <a:lnTo>
                  <a:pt x="443865" y="0"/>
                </a:lnTo>
                <a:cubicBezTo>
                  <a:pt x="485949" y="0"/>
                  <a:pt x="520065" y="34116"/>
                  <a:pt x="520065" y="76200"/>
                </a:cubicBezTo>
                <a:lnTo>
                  <a:pt x="520065" y="443865"/>
                </a:lnTo>
                <a:cubicBezTo>
                  <a:pt x="520065" y="485949"/>
                  <a:pt x="485949" y="520065"/>
                  <a:pt x="443865" y="520065"/>
                </a:cubicBezTo>
                <a:lnTo>
                  <a:pt x="76200" y="520065"/>
                </a:lnTo>
                <a:cubicBezTo>
                  <a:pt x="34116" y="520065"/>
                  <a:pt x="0" y="485949"/>
                  <a:pt x="0" y="44386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20320">
            <a:solidFill>
              <a:srgbClr val="6366F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67061" y="5133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5" name="Text 63"/>
          <p:cNvSpPr/>
          <p:nvPr/>
        </p:nvSpPr>
        <p:spPr>
          <a:xfrm>
            <a:off x="6238875" y="5524500"/>
            <a:ext cx="1619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Recognize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928610" y="523862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7" name="Shape 65"/>
          <p:cNvSpPr/>
          <p:nvPr/>
        </p:nvSpPr>
        <p:spPr>
          <a:xfrm>
            <a:off x="8700135" y="496062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76200" y="0"/>
                </a:moveTo>
                <a:lnTo>
                  <a:pt x="443865" y="0"/>
                </a:lnTo>
                <a:cubicBezTo>
                  <a:pt x="485949" y="0"/>
                  <a:pt x="520065" y="34116"/>
                  <a:pt x="520065" y="76200"/>
                </a:cubicBezTo>
                <a:lnTo>
                  <a:pt x="520065" y="443865"/>
                </a:lnTo>
                <a:cubicBezTo>
                  <a:pt x="520065" y="485949"/>
                  <a:pt x="485949" y="520065"/>
                  <a:pt x="443865" y="520065"/>
                </a:cubicBezTo>
                <a:lnTo>
                  <a:pt x="76200" y="520065"/>
                </a:lnTo>
                <a:cubicBezTo>
                  <a:pt x="34116" y="520065"/>
                  <a:pt x="0" y="485949"/>
                  <a:pt x="0" y="44386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20320">
            <a:solidFill>
              <a:srgbClr val="6366F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897303" y="51339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92556" y="87299"/>
                </a:moveTo>
                <a:cubicBezTo>
                  <a:pt x="94900" y="83548"/>
                  <a:pt x="93762" y="78592"/>
                  <a:pt x="90011" y="76215"/>
                </a:cubicBezTo>
                <a:cubicBezTo>
                  <a:pt x="86261" y="73837"/>
                  <a:pt x="81305" y="75009"/>
                  <a:pt x="78927" y="78760"/>
                </a:cubicBezTo>
                <a:lnTo>
                  <a:pt x="58367" y="111677"/>
                </a:lnTo>
                <a:lnTo>
                  <a:pt x="49325" y="99622"/>
                </a:lnTo>
                <a:cubicBezTo>
                  <a:pt x="46646" y="96072"/>
                  <a:pt x="41624" y="95336"/>
                  <a:pt x="38074" y="98014"/>
                </a:cubicBezTo>
                <a:cubicBezTo>
                  <a:pt x="34524" y="100693"/>
                  <a:pt x="33788" y="105716"/>
                  <a:pt x="36467" y="109266"/>
                </a:cubicBezTo>
                <a:lnTo>
                  <a:pt x="52540" y="130697"/>
                </a:lnTo>
                <a:cubicBezTo>
                  <a:pt x="54114" y="132807"/>
                  <a:pt x="56659" y="134012"/>
                  <a:pt x="59304" y="133912"/>
                </a:cubicBezTo>
                <a:cubicBezTo>
                  <a:pt x="61950" y="133811"/>
                  <a:pt x="64361" y="132405"/>
                  <a:pt x="65767" y="130128"/>
                </a:cubicBezTo>
                <a:lnTo>
                  <a:pt x="92556" y="8726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9" name="Text 67"/>
          <p:cNvSpPr/>
          <p:nvPr/>
        </p:nvSpPr>
        <p:spPr>
          <a:xfrm>
            <a:off x="8147685" y="5524500"/>
            <a:ext cx="1619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837420" y="523862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1" name="Shape 69"/>
          <p:cNvSpPr/>
          <p:nvPr/>
        </p:nvSpPr>
        <p:spPr>
          <a:xfrm>
            <a:off x="10608945" y="496062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76200" y="0"/>
                </a:moveTo>
                <a:lnTo>
                  <a:pt x="443865" y="0"/>
                </a:lnTo>
                <a:cubicBezTo>
                  <a:pt x="485949" y="0"/>
                  <a:pt x="520065" y="34116"/>
                  <a:pt x="520065" y="76200"/>
                </a:cubicBezTo>
                <a:lnTo>
                  <a:pt x="520065" y="443865"/>
                </a:lnTo>
                <a:cubicBezTo>
                  <a:pt x="520065" y="485949"/>
                  <a:pt x="485949" y="520065"/>
                  <a:pt x="443865" y="520065"/>
                </a:cubicBezTo>
                <a:lnTo>
                  <a:pt x="76200" y="520065"/>
                </a:lnTo>
                <a:cubicBezTo>
                  <a:pt x="34116" y="520065"/>
                  <a:pt x="0" y="485949"/>
                  <a:pt x="0" y="44386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20320">
            <a:solidFill>
              <a:srgbClr val="6366F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784681" y="5133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3" name="Text 71"/>
          <p:cNvSpPr/>
          <p:nvPr/>
        </p:nvSpPr>
        <p:spPr>
          <a:xfrm>
            <a:off x="10056495" y="5524500"/>
            <a:ext cx="1619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851" y="420729"/>
            <a:ext cx="512192" cy="512192"/>
          </a:xfrm>
          <a:custGeom>
            <a:avLst/>
            <a:gdLst/>
            <a:ahLst/>
            <a:cxnLst/>
            <a:rect l="l" t="t" r="r" b="b"/>
            <a:pathLst>
              <a:path w="512192" h="512192">
                <a:moveTo>
                  <a:pt x="109758" y="0"/>
                </a:moveTo>
                <a:lnTo>
                  <a:pt x="402434" y="0"/>
                </a:lnTo>
                <a:cubicBezTo>
                  <a:pt x="463011" y="0"/>
                  <a:pt x="512192" y="49181"/>
                  <a:pt x="512192" y="109758"/>
                </a:cubicBezTo>
                <a:lnTo>
                  <a:pt x="512192" y="402434"/>
                </a:lnTo>
                <a:cubicBezTo>
                  <a:pt x="512192" y="463052"/>
                  <a:pt x="463052" y="512192"/>
                  <a:pt x="402434" y="512192"/>
                </a:cubicBezTo>
                <a:lnTo>
                  <a:pt x="109758" y="512192"/>
                </a:lnTo>
                <a:cubicBezTo>
                  <a:pt x="49181" y="512192"/>
                  <a:pt x="0" y="463011"/>
                  <a:pt x="0" y="402434"/>
                </a:cubicBezTo>
                <a:lnTo>
                  <a:pt x="0" y="109758"/>
                </a:lnTo>
                <a:cubicBezTo>
                  <a:pt x="0" y="49181"/>
                  <a:pt x="49181" y="0"/>
                  <a:pt x="109758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12192" y="567070"/>
            <a:ext cx="219511" cy="219511"/>
          </a:xfrm>
          <a:custGeom>
            <a:avLst/>
            <a:gdLst/>
            <a:ahLst/>
            <a:cxnLst/>
            <a:rect l="l" t="t" r="r" b="b"/>
            <a:pathLst>
              <a:path w="219511" h="219511">
                <a:moveTo>
                  <a:pt x="27439" y="13719"/>
                </a:moveTo>
                <a:cubicBezTo>
                  <a:pt x="12305" y="13719"/>
                  <a:pt x="0" y="26024"/>
                  <a:pt x="0" y="41158"/>
                </a:cubicBezTo>
                <a:lnTo>
                  <a:pt x="0" y="150914"/>
                </a:lnTo>
                <a:cubicBezTo>
                  <a:pt x="0" y="166048"/>
                  <a:pt x="12305" y="178353"/>
                  <a:pt x="27439" y="178353"/>
                </a:cubicBezTo>
                <a:lnTo>
                  <a:pt x="89176" y="178353"/>
                </a:lnTo>
                <a:lnTo>
                  <a:pt x="82317" y="198932"/>
                </a:lnTo>
                <a:lnTo>
                  <a:pt x="51448" y="198932"/>
                </a:lnTo>
                <a:cubicBezTo>
                  <a:pt x="45746" y="198932"/>
                  <a:pt x="41158" y="203519"/>
                  <a:pt x="41158" y="209221"/>
                </a:cubicBezTo>
                <a:cubicBezTo>
                  <a:pt x="41158" y="214923"/>
                  <a:pt x="45746" y="219511"/>
                  <a:pt x="51448" y="219511"/>
                </a:cubicBezTo>
                <a:lnTo>
                  <a:pt x="168063" y="219511"/>
                </a:lnTo>
                <a:cubicBezTo>
                  <a:pt x="173765" y="219511"/>
                  <a:pt x="178353" y="214923"/>
                  <a:pt x="178353" y="209221"/>
                </a:cubicBezTo>
                <a:cubicBezTo>
                  <a:pt x="178353" y="203519"/>
                  <a:pt x="173765" y="198932"/>
                  <a:pt x="168063" y="198932"/>
                </a:cubicBezTo>
                <a:lnTo>
                  <a:pt x="137194" y="198932"/>
                </a:lnTo>
                <a:lnTo>
                  <a:pt x="130335" y="178353"/>
                </a:lnTo>
                <a:lnTo>
                  <a:pt x="192072" y="178353"/>
                </a:lnTo>
                <a:cubicBezTo>
                  <a:pt x="207206" y="178353"/>
                  <a:pt x="219511" y="166048"/>
                  <a:pt x="219511" y="150914"/>
                </a:cubicBezTo>
                <a:lnTo>
                  <a:pt x="219511" y="41158"/>
                </a:lnTo>
                <a:cubicBezTo>
                  <a:pt x="219511" y="26024"/>
                  <a:pt x="207206" y="13719"/>
                  <a:pt x="192072" y="13719"/>
                </a:cubicBezTo>
                <a:lnTo>
                  <a:pt x="27439" y="13719"/>
                </a:lnTo>
                <a:close/>
                <a:moveTo>
                  <a:pt x="41158" y="41158"/>
                </a:moveTo>
                <a:lnTo>
                  <a:pt x="178353" y="41158"/>
                </a:lnTo>
                <a:cubicBezTo>
                  <a:pt x="185941" y="41158"/>
                  <a:pt x="192072" y="47289"/>
                  <a:pt x="192072" y="54878"/>
                </a:cubicBezTo>
                <a:lnTo>
                  <a:pt x="192072" y="123475"/>
                </a:lnTo>
                <a:cubicBezTo>
                  <a:pt x="192072" y="131063"/>
                  <a:pt x="185941" y="137194"/>
                  <a:pt x="178353" y="137194"/>
                </a:cubicBezTo>
                <a:lnTo>
                  <a:pt x="41158" y="137194"/>
                </a:lnTo>
                <a:cubicBezTo>
                  <a:pt x="33570" y="137194"/>
                  <a:pt x="27439" y="131063"/>
                  <a:pt x="27439" y="123475"/>
                </a:cubicBezTo>
                <a:lnTo>
                  <a:pt x="27439" y="54878"/>
                </a:lnTo>
                <a:cubicBezTo>
                  <a:pt x="27439" y="47289"/>
                  <a:pt x="33570" y="41158"/>
                  <a:pt x="41158" y="4115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1024384" y="365851"/>
            <a:ext cx="6484717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</a:p>
        </p:txBody>
      </p:sp>
      <p:sp>
        <p:nvSpPr>
          <p:cNvPr id="5" name="Text 3"/>
          <p:cNvSpPr/>
          <p:nvPr/>
        </p:nvSpPr>
        <p:spPr>
          <a:xfrm>
            <a:off x="1024384" y="574178"/>
            <a:ext cx="6640204" cy="43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7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Interface: Flask + JavaScript</a:t>
            </a:r>
          </a:p>
        </p:txBody>
      </p:sp>
      <p:sp>
        <p:nvSpPr>
          <p:cNvPr id="6" name="Shape 4"/>
          <p:cNvSpPr/>
          <p:nvPr/>
        </p:nvSpPr>
        <p:spPr>
          <a:xfrm>
            <a:off x="369510" y="1210968"/>
            <a:ext cx="5613991" cy="5650576"/>
          </a:xfrm>
          <a:custGeom>
            <a:avLst/>
            <a:gdLst/>
            <a:ahLst/>
            <a:cxnLst/>
            <a:rect l="l" t="t" r="r" b="b"/>
            <a:pathLst>
              <a:path w="5613991" h="5650576">
                <a:moveTo>
                  <a:pt x="109754" y="0"/>
                </a:moveTo>
                <a:lnTo>
                  <a:pt x="5504237" y="0"/>
                </a:lnTo>
                <a:cubicBezTo>
                  <a:pt x="5564852" y="0"/>
                  <a:pt x="5613991" y="49138"/>
                  <a:pt x="5613991" y="109754"/>
                </a:cubicBezTo>
                <a:lnTo>
                  <a:pt x="5613991" y="5540822"/>
                </a:lnTo>
                <a:cubicBezTo>
                  <a:pt x="5613991" y="5601438"/>
                  <a:pt x="5564852" y="5650576"/>
                  <a:pt x="5504237" y="5650576"/>
                </a:cubicBezTo>
                <a:lnTo>
                  <a:pt x="109754" y="5650576"/>
                </a:lnTo>
                <a:cubicBezTo>
                  <a:pt x="49138" y="5650576"/>
                  <a:pt x="0" y="5601438"/>
                  <a:pt x="0" y="5540822"/>
                </a:cubicBezTo>
                <a:lnTo>
                  <a:pt x="0" y="109754"/>
                </a:lnTo>
                <a:cubicBezTo>
                  <a:pt x="0" y="49138"/>
                  <a:pt x="49138" y="0"/>
                  <a:pt x="109754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0118" y="2268056"/>
            <a:ext cx="219511" cy="219511"/>
          </a:xfrm>
          <a:custGeom>
            <a:avLst/>
            <a:gdLst/>
            <a:ahLst/>
            <a:cxnLst/>
            <a:rect l="l" t="t" r="r" b="b"/>
            <a:pathLst>
              <a:path w="219511" h="219511">
                <a:moveTo>
                  <a:pt x="27439" y="27439"/>
                </a:moveTo>
                <a:cubicBezTo>
                  <a:pt x="12305" y="27439"/>
                  <a:pt x="0" y="39743"/>
                  <a:pt x="0" y="54878"/>
                </a:cubicBezTo>
                <a:lnTo>
                  <a:pt x="0" y="164633"/>
                </a:lnTo>
                <a:cubicBezTo>
                  <a:pt x="0" y="179767"/>
                  <a:pt x="12305" y="192072"/>
                  <a:pt x="27439" y="192072"/>
                </a:cubicBezTo>
                <a:lnTo>
                  <a:pt x="192072" y="192072"/>
                </a:lnTo>
                <a:cubicBezTo>
                  <a:pt x="207206" y="192072"/>
                  <a:pt x="219511" y="179767"/>
                  <a:pt x="219511" y="164633"/>
                </a:cubicBezTo>
                <a:lnTo>
                  <a:pt x="219511" y="54878"/>
                </a:lnTo>
                <a:cubicBezTo>
                  <a:pt x="219511" y="39743"/>
                  <a:pt x="207206" y="27439"/>
                  <a:pt x="192072" y="27439"/>
                </a:cubicBezTo>
                <a:lnTo>
                  <a:pt x="27439" y="27439"/>
                </a:lnTo>
                <a:close/>
                <a:moveTo>
                  <a:pt x="37728" y="54878"/>
                </a:moveTo>
                <a:lnTo>
                  <a:pt x="181782" y="54878"/>
                </a:lnTo>
                <a:cubicBezTo>
                  <a:pt x="187485" y="54878"/>
                  <a:pt x="192072" y="59465"/>
                  <a:pt x="192072" y="65167"/>
                </a:cubicBezTo>
                <a:cubicBezTo>
                  <a:pt x="192072" y="70869"/>
                  <a:pt x="187485" y="75457"/>
                  <a:pt x="181782" y="75457"/>
                </a:cubicBezTo>
                <a:lnTo>
                  <a:pt x="37728" y="75457"/>
                </a:lnTo>
                <a:cubicBezTo>
                  <a:pt x="32026" y="75457"/>
                  <a:pt x="27439" y="70869"/>
                  <a:pt x="27439" y="65167"/>
                </a:cubicBezTo>
                <a:cubicBezTo>
                  <a:pt x="27439" y="59465"/>
                  <a:pt x="32026" y="54878"/>
                  <a:pt x="37728" y="5487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67068" y="2231578"/>
            <a:ext cx="5003019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Components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6338" y="2674151"/>
            <a:ext cx="5156676" cy="702435"/>
          </a:xfrm>
          <a:custGeom>
            <a:avLst/>
            <a:gdLst/>
            <a:ahLst/>
            <a:cxnLst/>
            <a:rect l="l" t="t" r="r" b="b"/>
            <a:pathLst>
              <a:path w="5156676" h="702435">
                <a:moveTo>
                  <a:pt x="73173" y="0"/>
                </a:moveTo>
                <a:lnTo>
                  <a:pt x="5083504" y="0"/>
                </a:lnTo>
                <a:cubicBezTo>
                  <a:pt x="5123916" y="0"/>
                  <a:pt x="5156676" y="32761"/>
                  <a:pt x="5156676" y="73173"/>
                </a:cubicBezTo>
                <a:lnTo>
                  <a:pt x="5156676" y="629262"/>
                </a:lnTo>
                <a:cubicBezTo>
                  <a:pt x="5156676" y="669674"/>
                  <a:pt x="5123916" y="702435"/>
                  <a:pt x="5083504" y="702435"/>
                </a:cubicBezTo>
                <a:lnTo>
                  <a:pt x="73173" y="702435"/>
                </a:lnTo>
                <a:cubicBezTo>
                  <a:pt x="32788" y="702435"/>
                  <a:pt x="0" y="669647"/>
                  <a:pt x="0" y="629262"/>
                </a:cubicBezTo>
                <a:lnTo>
                  <a:pt x="0" y="73173"/>
                </a:lnTo>
                <a:cubicBezTo>
                  <a:pt x="0" y="32788"/>
                  <a:pt x="32788" y="0"/>
                  <a:pt x="73173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8044" y="2824148"/>
            <a:ext cx="146341" cy="146341"/>
          </a:xfrm>
          <a:custGeom>
            <a:avLst/>
            <a:gdLst/>
            <a:ahLst/>
            <a:cxnLst/>
            <a:rect l="l" t="t" r="r" b="b"/>
            <a:pathLst>
              <a:path w="146341" h="146341">
                <a:moveTo>
                  <a:pt x="0" y="73170"/>
                </a:moveTo>
                <a:cubicBezTo>
                  <a:pt x="0" y="32787"/>
                  <a:pt x="32787" y="0"/>
                  <a:pt x="73170" y="0"/>
                </a:cubicBezTo>
                <a:cubicBezTo>
                  <a:pt x="113554" y="0"/>
                  <a:pt x="146341" y="32787"/>
                  <a:pt x="146341" y="73170"/>
                </a:cubicBezTo>
                <a:cubicBezTo>
                  <a:pt x="146341" y="113554"/>
                  <a:pt x="113554" y="146341"/>
                  <a:pt x="73170" y="146341"/>
                </a:cubicBezTo>
                <a:cubicBezTo>
                  <a:pt x="32787" y="146341"/>
                  <a:pt x="0" y="113554"/>
                  <a:pt x="0" y="73170"/>
                </a:cubicBezTo>
                <a:close/>
                <a:moveTo>
                  <a:pt x="82317" y="27439"/>
                </a:moveTo>
                <a:cubicBezTo>
                  <a:pt x="82317" y="22391"/>
                  <a:pt x="78218" y="18293"/>
                  <a:pt x="73170" y="18293"/>
                </a:cubicBezTo>
                <a:cubicBezTo>
                  <a:pt x="68122" y="18293"/>
                  <a:pt x="64024" y="22391"/>
                  <a:pt x="64024" y="27439"/>
                </a:cubicBezTo>
                <a:cubicBezTo>
                  <a:pt x="64024" y="32487"/>
                  <a:pt x="68122" y="36585"/>
                  <a:pt x="73170" y="36585"/>
                </a:cubicBezTo>
                <a:cubicBezTo>
                  <a:pt x="78218" y="36585"/>
                  <a:pt x="82317" y="32487"/>
                  <a:pt x="82317" y="27439"/>
                </a:cubicBezTo>
                <a:close/>
                <a:moveTo>
                  <a:pt x="73170" y="118902"/>
                </a:moveTo>
                <a:cubicBezTo>
                  <a:pt x="83260" y="118902"/>
                  <a:pt x="91463" y="110699"/>
                  <a:pt x="91463" y="100609"/>
                </a:cubicBezTo>
                <a:cubicBezTo>
                  <a:pt x="91463" y="95979"/>
                  <a:pt x="89748" y="91720"/>
                  <a:pt x="86890" y="88519"/>
                </a:cubicBezTo>
                <a:lnTo>
                  <a:pt x="106754" y="48818"/>
                </a:lnTo>
                <a:cubicBezTo>
                  <a:pt x="108441" y="45417"/>
                  <a:pt x="107069" y="41301"/>
                  <a:pt x="103696" y="39615"/>
                </a:cubicBezTo>
                <a:cubicBezTo>
                  <a:pt x="100323" y="37929"/>
                  <a:pt x="96179" y="39300"/>
                  <a:pt x="94493" y="42673"/>
                </a:cubicBezTo>
                <a:lnTo>
                  <a:pt x="74628" y="82374"/>
                </a:lnTo>
                <a:cubicBezTo>
                  <a:pt x="74142" y="82345"/>
                  <a:pt x="73656" y="82317"/>
                  <a:pt x="73170" y="82317"/>
                </a:cubicBezTo>
                <a:cubicBezTo>
                  <a:pt x="63081" y="82317"/>
                  <a:pt x="54878" y="90520"/>
                  <a:pt x="54878" y="100609"/>
                </a:cubicBezTo>
                <a:cubicBezTo>
                  <a:pt x="54878" y="110699"/>
                  <a:pt x="63081" y="118902"/>
                  <a:pt x="73170" y="118902"/>
                </a:cubicBezTo>
                <a:close/>
                <a:moveTo>
                  <a:pt x="50305" y="41158"/>
                </a:moveTo>
                <a:cubicBezTo>
                  <a:pt x="50305" y="36110"/>
                  <a:pt x="46206" y="32012"/>
                  <a:pt x="41158" y="32012"/>
                </a:cubicBezTo>
                <a:cubicBezTo>
                  <a:pt x="36110" y="32012"/>
                  <a:pt x="32012" y="36110"/>
                  <a:pt x="32012" y="41158"/>
                </a:cubicBezTo>
                <a:cubicBezTo>
                  <a:pt x="32012" y="46206"/>
                  <a:pt x="36110" y="50305"/>
                  <a:pt x="41158" y="50305"/>
                </a:cubicBezTo>
                <a:cubicBezTo>
                  <a:pt x="46206" y="50305"/>
                  <a:pt x="50305" y="46206"/>
                  <a:pt x="50305" y="41158"/>
                </a:cubicBezTo>
                <a:close/>
                <a:moveTo>
                  <a:pt x="27439" y="82317"/>
                </a:moveTo>
                <a:cubicBezTo>
                  <a:pt x="32487" y="82317"/>
                  <a:pt x="36585" y="78218"/>
                  <a:pt x="36585" y="73170"/>
                </a:cubicBezTo>
                <a:cubicBezTo>
                  <a:pt x="36585" y="68122"/>
                  <a:pt x="32487" y="64024"/>
                  <a:pt x="27439" y="64024"/>
                </a:cubicBezTo>
                <a:cubicBezTo>
                  <a:pt x="22391" y="64024"/>
                  <a:pt x="18293" y="68122"/>
                  <a:pt x="18293" y="73170"/>
                </a:cubicBezTo>
                <a:cubicBezTo>
                  <a:pt x="18293" y="78218"/>
                  <a:pt x="22391" y="82317"/>
                  <a:pt x="27439" y="82317"/>
                </a:cubicBezTo>
                <a:close/>
                <a:moveTo>
                  <a:pt x="128048" y="73170"/>
                </a:moveTo>
                <a:cubicBezTo>
                  <a:pt x="128048" y="68122"/>
                  <a:pt x="123950" y="64024"/>
                  <a:pt x="118902" y="64024"/>
                </a:cubicBezTo>
                <a:cubicBezTo>
                  <a:pt x="113854" y="64024"/>
                  <a:pt x="109755" y="68122"/>
                  <a:pt x="109755" y="73170"/>
                </a:cubicBezTo>
                <a:cubicBezTo>
                  <a:pt x="109755" y="78218"/>
                  <a:pt x="113854" y="82317"/>
                  <a:pt x="118902" y="82317"/>
                </a:cubicBezTo>
                <a:cubicBezTo>
                  <a:pt x="123950" y="82317"/>
                  <a:pt x="128048" y="78218"/>
                  <a:pt x="128048" y="7317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02433" y="2787563"/>
            <a:ext cx="777434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9752" y="3080244"/>
            <a:ext cx="4993872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 of attendance statistics, daily summary, quick actions</a:t>
            </a:r>
          </a:p>
        </p:txBody>
      </p:sp>
      <p:sp>
        <p:nvSpPr>
          <p:cNvPr id="13" name="Shape 11"/>
          <p:cNvSpPr/>
          <p:nvPr/>
        </p:nvSpPr>
        <p:spPr>
          <a:xfrm>
            <a:off x="596338" y="3493655"/>
            <a:ext cx="5156676" cy="702435"/>
          </a:xfrm>
          <a:custGeom>
            <a:avLst/>
            <a:gdLst/>
            <a:ahLst/>
            <a:cxnLst/>
            <a:rect l="l" t="t" r="r" b="b"/>
            <a:pathLst>
              <a:path w="5156676" h="702435">
                <a:moveTo>
                  <a:pt x="73173" y="0"/>
                </a:moveTo>
                <a:lnTo>
                  <a:pt x="5083504" y="0"/>
                </a:lnTo>
                <a:cubicBezTo>
                  <a:pt x="5123916" y="0"/>
                  <a:pt x="5156676" y="32761"/>
                  <a:pt x="5156676" y="73173"/>
                </a:cubicBezTo>
                <a:lnTo>
                  <a:pt x="5156676" y="629262"/>
                </a:lnTo>
                <a:cubicBezTo>
                  <a:pt x="5156676" y="669674"/>
                  <a:pt x="5123916" y="702435"/>
                  <a:pt x="5083504" y="702435"/>
                </a:cubicBezTo>
                <a:lnTo>
                  <a:pt x="73173" y="702435"/>
                </a:lnTo>
                <a:cubicBezTo>
                  <a:pt x="32788" y="702435"/>
                  <a:pt x="0" y="669647"/>
                  <a:pt x="0" y="629262"/>
                </a:cubicBezTo>
                <a:lnTo>
                  <a:pt x="0" y="73173"/>
                </a:lnTo>
                <a:cubicBezTo>
                  <a:pt x="0" y="32788"/>
                  <a:pt x="32788" y="0"/>
                  <a:pt x="73173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9752" y="3643652"/>
            <a:ext cx="182926" cy="146341"/>
          </a:xfrm>
          <a:custGeom>
            <a:avLst/>
            <a:gdLst/>
            <a:ahLst/>
            <a:cxnLst/>
            <a:rect l="l" t="t" r="r" b="b"/>
            <a:pathLst>
              <a:path w="182926" h="146341">
                <a:moveTo>
                  <a:pt x="38872" y="36585"/>
                </a:moveTo>
                <a:cubicBezTo>
                  <a:pt x="38872" y="17655"/>
                  <a:pt x="54240" y="2287"/>
                  <a:pt x="73170" y="2287"/>
                </a:cubicBezTo>
                <a:cubicBezTo>
                  <a:pt x="92100" y="2287"/>
                  <a:pt x="107469" y="17655"/>
                  <a:pt x="107469" y="36585"/>
                </a:cubicBezTo>
                <a:cubicBezTo>
                  <a:pt x="107469" y="55515"/>
                  <a:pt x="92100" y="70884"/>
                  <a:pt x="73170" y="70884"/>
                </a:cubicBezTo>
                <a:cubicBezTo>
                  <a:pt x="54240" y="70884"/>
                  <a:pt x="38872" y="55515"/>
                  <a:pt x="38872" y="36585"/>
                </a:cubicBezTo>
                <a:close/>
                <a:moveTo>
                  <a:pt x="13719" y="137852"/>
                </a:moveTo>
                <a:cubicBezTo>
                  <a:pt x="13719" y="109698"/>
                  <a:pt x="36528" y="86890"/>
                  <a:pt x="64681" y="86890"/>
                </a:cubicBezTo>
                <a:lnTo>
                  <a:pt x="81659" y="86890"/>
                </a:lnTo>
                <a:cubicBezTo>
                  <a:pt x="109813" y="86890"/>
                  <a:pt x="132621" y="109698"/>
                  <a:pt x="132621" y="137852"/>
                </a:cubicBezTo>
                <a:cubicBezTo>
                  <a:pt x="132621" y="142539"/>
                  <a:pt x="128820" y="146341"/>
                  <a:pt x="124132" y="146341"/>
                </a:cubicBezTo>
                <a:lnTo>
                  <a:pt x="22208" y="146341"/>
                </a:lnTo>
                <a:cubicBezTo>
                  <a:pt x="17521" y="146341"/>
                  <a:pt x="13719" y="142539"/>
                  <a:pt x="13719" y="137852"/>
                </a:cubicBezTo>
                <a:close/>
                <a:moveTo>
                  <a:pt x="155487" y="27439"/>
                </a:moveTo>
                <a:cubicBezTo>
                  <a:pt x="159288" y="27439"/>
                  <a:pt x="162347" y="30497"/>
                  <a:pt x="162347" y="34299"/>
                </a:cubicBezTo>
                <a:lnTo>
                  <a:pt x="162347" y="48018"/>
                </a:lnTo>
                <a:lnTo>
                  <a:pt x="176066" y="48018"/>
                </a:lnTo>
                <a:cubicBezTo>
                  <a:pt x="179867" y="48018"/>
                  <a:pt x="182926" y="51076"/>
                  <a:pt x="182926" y="54878"/>
                </a:cubicBezTo>
                <a:cubicBezTo>
                  <a:pt x="182926" y="58679"/>
                  <a:pt x="179867" y="61737"/>
                  <a:pt x="176066" y="61737"/>
                </a:cubicBezTo>
                <a:lnTo>
                  <a:pt x="162347" y="61737"/>
                </a:lnTo>
                <a:lnTo>
                  <a:pt x="162347" y="75457"/>
                </a:lnTo>
                <a:cubicBezTo>
                  <a:pt x="162347" y="79258"/>
                  <a:pt x="159288" y="82317"/>
                  <a:pt x="155487" y="82317"/>
                </a:cubicBezTo>
                <a:cubicBezTo>
                  <a:pt x="151685" y="82317"/>
                  <a:pt x="148627" y="79258"/>
                  <a:pt x="148627" y="75457"/>
                </a:cubicBezTo>
                <a:lnTo>
                  <a:pt x="148627" y="61737"/>
                </a:lnTo>
                <a:lnTo>
                  <a:pt x="134908" y="61737"/>
                </a:lnTo>
                <a:cubicBezTo>
                  <a:pt x="131106" y="61737"/>
                  <a:pt x="128048" y="58679"/>
                  <a:pt x="128048" y="54878"/>
                </a:cubicBezTo>
                <a:cubicBezTo>
                  <a:pt x="128048" y="51076"/>
                  <a:pt x="131106" y="48018"/>
                  <a:pt x="134908" y="48018"/>
                </a:cubicBezTo>
                <a:lnTo>
                  <a:pt x="148627" y="48018"/>
                </a:lnTo>
                <a:lnTo>
                  <a:pt x="148627" y="34299"/>
                </a:lnTo>
                <a:cubicBezTo>
                  <a:pt x="148627" y="30497"/>
                  <a:pt x="151685" y="27439"/>
                  <a:pt x="155487" y="2743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2433" y="3607067"/>
            <a:ext cx="1207310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Registration Page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9752" y="3899748"/>
            <a:ext cx="4993872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data entry form with integrated webcam capture</a:t>
            </a:r>
          </a:p>
        </p:txBody>
      </p:sp>
      <p:sp>
        <p:nvSpPr>
          <p:cNvPr id="17" name="Shape 15"/>
          <p:cNvSpPr/>
          <p:nvPr/>
        </p:nvSpPr>
        <p:spPr>
          <a:xfrm>
            <a:off x="596338" y="4313158"/>
            <a:ext cx="5156676" cy="702435"/>
          </a:xfrm>
          <a:custGeom>
            <a:avLst/>
            <a:gdLst/>
            <a:ahLst/>
            <a:cxnLst/>
            <a:rect l="l" t="t" r="r" b="b"/>
            <a:pathLst>
              <a:path w="5156676" h="702435">
                <a:moveTo>
                  <a:pt x="73173" y="0"/>
                </a:moveTo>
                <a:lnTo>
                  <a:pt x="5083504" y="0"/>
                </a:lnTo>
                <a:cubicBezTo>
                  <a:pt x="5123916" y="0"/>
                  <a:pt x="5156676" y="32761"/>
                  <a:pt x="5156676" y="73173"/>
                </a:cubicBezTo>
                <a:lnTo>
                  <a:pt x="5156676" y="629262"/>
                </a:lnTo>
                <a:cubicBezTo>
                  <a:pt x="5156676" y="669674"/>
                  <a:pt x="5123916" y="702435"/>
                  <a:pt x="5083504" y="702435"/>
                </a:cubicBezTo>
                <a:lnTo>
                  <a:pt x="73173" y="702435"/>
                </a:lnTo>
                <a:cubicBezTo>
                  <a:pt x="32788" y="702435"/>
                  <a:pt x="0" y="669647"/>
                  <a:pt x="0" y="629262"/>
                </a:cubicBezTo>
                <a:lnTo>
                  <a:pt x="0" y="73173"/>
                </a:lnTo>
                <a:cubicBezTo>
                  <a:pt x="0" y="32788"/>
                  <a:pt x="32788" y="0"/>
                  <a:pt x="73173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8044" y="4463165"/>
            <a:ext cx="146341" cy="146341"/>
          </a:xfrm>
          <a:custGeom>
            <a:avLst/>
            <a:gdLst/>
            <a:ahLst/>
            <a:cxnLst/>
            <a:rect l="l" t="t" r="r" b="b"/>
            <a:pathLst>
              <a:path w="146341" h="146341">
                <a:moveTo>
                  <a:pt x="42616" y="18521"/>
                </a:moveTo>
                <a:lnTo>
                  <a:pt x="39643" y="27439"/>
                </a:lnTo>
                <a:lnTo>
                  <a:pt x="18293" y="27439"/>
                </a:lnTo>
                <a:cubicBezTo>
                  <a:pt x="8203" y="27439"/>
                  <a:pt x="0" y="35642"/>
                  <a:pt x="0" y="45731"/>
                </a:cubicBezTo>
                <a:lnTo>
                  <a:pt x="0" y="118902"/>
                </a:lnTo>
                <a:cubicBezTo>
                  <a:pt x="0" y="128991"/>
                  <a:pt x="8203" y="137194"/>
                  <a:pt x="18293" y="137194"/>
                </a:cubicBezTo>
                <a:lnTo>
                  <a:pt x="128048" y="137194"/>
                </a:lnTo>
                <a:cubicBezTo>
                  <a:pt x="138138" y="137194"/>
                  <a:pt x="146341" y="128991"/>
                  <a:pt x="146341" y="118902"/>
                </a:cubicBezTo>
                <a:lnTo>
                  <a:pt x="146341" y="45731"/>
                </a:lnTo>
                <a:cubicBezTo>
                  <a:pt x="146341" y="35642"/>
                  <a:pt x="138138" y="27439"/>
                  <a:pt x="128048" y="27439"/>
                </a:cubicBezTo>
                <a:lnTo>
                  <a:pt x="106697" y="27439"/>
                </a:lnTo>
                <a:lnTo>
                  <a:pt x="103725" y="18521"/>
                </a:lnTo>
                <a:cubicBezTo>
                  <a:pt x="101867" y="12919"/>
                  <a:pt x="96636" y="9146"/>
                  <a:pt x="90720" y="9146"/>
                </a:cubicBezTo>
                <a:lnTo>
                  <a:pt x="55621" y="9146"/>
                </a:lnTo>
                <a:cubicBezTo>
                  <a:pt x="49704" y="9146"/>
                  <a:pt x="44474" y="12919"/>
                  <a:pt x="42616" y="18521"/>
                </a:cubicBezTo>
                <a:close/>
                <a:moveTo>
                  <a:pt x="73170" y="54878"/>
                </a:moveTo>
                <a:cubicBezTo>
                  <a:pt x="88314" y="54878"/>
                  <a:pt x="100609" y="67173"/>
                  <a:pt x="100609" y="82317"/>
                </a:cubicBezTo>
                <a:cubicBezTo>
                  <a:pt x="100609" y="97460"/>
                  <a:pt x="88314" y="109755"/>
                  <a:pt x="73170" y="109755"/>
                </a:cubicBezTo>
                <a:cubicBezTo>
                  <a:pt x="58026" y="109755"/>
                  <a:pt x="45731" y="97460"/>
                  <a:pt x="45731" y="82317"/>
                </a:cubicBezTo>
                <a:cubicBezTo>
                  <a:pt x="45731" y="67173"/>
                  <a:pt x="58026" y="54878"/>
                  <a:pt x="73170" y="5487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1002433" y="4426579"/>
            <a:ext cx="1435967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Attendance Interface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9752" y="4719261"/>
            <a:ext cx="4993872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video feed with face detection overlay and status</a:t>
            </a:r>
          </a:p>
        </p:txBody>
      </p:sp>
      <p:sp>
        <p:nvSpPr>
          <p:cNvPr id="21" name="Shape 19"/>
          <p:cNvSpPr/>
          <p:nvPr/>
        </p:nvSpPr>
        <p:spPr>
          <a:xfrm>
            <a:off x="596338" y="5132671"/>
            <a:ext cx="5156676" cy="702435"/>
          </a:xfrm>
          <a:custGeom>
            <a:avLst/>
            <a:gdLst/>
            <a:ahLst/>
            <a:cxnLst/>
            <a:rect l="l" t="t" r="r" b="b"/>
            <a:pathLst>
              <a:path w="5156676" h="702435">
                <a:moveTo>
                  <a:pt x="73173" y="0"/>
                </a:moveTo>
                <a:lnTo>
                  <a:pt x="5083504" y="0"/>
                </a:lnTo>
                <a:cubicBezTo>
                  <a:pt x="5123916" y="0"/>
                  <a:pt x="5156676" y="32761"/>
                  <a:pt x="5156676" y="73173"/>
                </a:cubicBezTo>
                <a:lnTo>
                  <a:pt x="5156676" y="629262"/>
                </a:lnTo>
                <a:cubicBezTo>
                  <a:pt x="5156676" y="669674"/>
                  <a:pt x="5123916" y="702435"/>
                  <a:pt x="5083504" y="702435"/>
                </a:cubicBezTo>
                <a:lnTo>
                  <a:pt x="73173" y="702435"/>
                </a:lnTo>
                <a:cubicBezTo>
                  <a:pt x="32788" y="702435"/>
                  <a:pt x="0" y="669647"/>
                  <a:pt x="0" y="629262"/>
                </a:cubicBezTo>
                <a:lnTo>
                  <a:pt x="0" y="73173"/>
                </a:lnTo>
                <a:cubicBezTo>
                  <a:pt x="0" y="32788"/>
                  <a:pt x="32788" y="0"/>
                  <a:pt x="73173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898" y="5282668"/>
            <a:ext cx="164633" cy="146341"/>
          </a:xfrm>
          <a:custGeom>
            <a:avLst/>
            <a:gdLst/>
            <a:ahLst/>
            <a:cxnLst/>
            <a:rect l="l" t="t" r="r" b="b"/>
            <a:pathLst>
              <a:path w="164633" h="146341">
                <a:moveTo>
                  <a:pt x="146455" y="68597"/>
                </a:moveTo>
                <a:lnTo>
                  <a:pt x="96150" y="68597"/>
                </a:lnTo>
                <a:cubicBezTo>
                  <a:pt x="91091" y="68597"/>
                  <a:pt x="87004" y="64510"/>
                  <a:pt x="87004" y="59451"/>
                </a:cubicBezTo>
                <a:lnTo>
                  <a:pt x="87004" y="9146"/>
                </a:lnTo>
                <a:cubicBezTo>
                  <a:pt x="87004" y="4087"/>
                  <a:pt x="91120" y="-57"/>
                  <a:pt x="96122" y="600"/>
                </a:cubicBezTo>
                <a:cubicBezTo>
                  <a:pt x="126705" y="4659"/>
                  <a:pt x="150942" y="28897"/>
                  <a:pt x="155001" y="59479"/>
                </a:cubicBezTo>
                <a:cubicBezTo>
                  <a:pt x="155658" y="64481"/>
                  <a:pt x="151514" y="68597"/>
                  <a:pt x="146455" y="68597"/>
                </a:cubicBezTo>
                <a:close/>
                <a:moveTo>
                  <a:pt x="63624" y="10633"/>
                </a:moveTo>
                <a:cubicBezTo>
                  <a:pt x="68797" y="9546"/>
                  <a:pt x="73285" y="13777"/>
                  <a:pt x="73285" y="19064"/>
                </a:cubicBezTo>
                <a:lnTo>
                  <a:pt x="73285" y="75457"/>
                </a:lnTo>
                <a:cubicBezTo>
                  <a:pt x="73285" y="77057"/>
                  <a:pt x="73856" y="78601"/>
                  <a:pt x="74857" y="79830"/>
                </a:cubicBezTo>
                <a:lnTo>
                  <a:pt x="112614" y="125390"/>
                </a:lnTo>
                <a:cubicBezTo>
                  <a:pt x="115958" y="129420"/>
                  <a:pt x="115243" y="135508"/>
                  <a:pt x="110641" y="137995"/>
                </a:cubicBezTo>
                <a:cubicBezTo>
                  <a:pt x="100895" y="143311"/>
                  <a:pt x="89719" y="146341"/>
                  <a:pt x="77858" y="146341"/>
                </a:cubicBezTo>
                <a:cubicBezTo>
                  <a:pt x="39986" y="146341"/>
                  <a:pt x="9261" y="115615"/>
                  <a:pt x="9261" y="77743"/>
                </a:cubicBezTo>
                <a:cubicBezTo>
                  <a:pt x="9261" y="44731"/>
                  <a:pt x="32555" y="17178"/>
                  <a:pt x="63624" y="10633"/>
                </a:cubicBezTo>
                <a:close/>
                <a:moveTo>
                  <a:pt x="136565" y="82317"/>
                </a:moveTo>
                <a:lnTo>
                  <a:pt x="154858" y="82317"/>
                </a:lnTo>
                <a:cubicBezTo>
                  <a:pt x="160146" y="82317"/>
                  <a:pt x="164376" y="86804"/>
                  <a:pt x="163290" y="91977"/>
                </a:cubicBezTo>
                <a:cubicBezTo>
                  <a:pt x="160374" y="105811"/>
                  <a:pt x="153286" y="118101"/>
                  <a:pt x="143397" y="127476"/>
                </a:cubicBezTo>
                <a:cubicBezTo>
                  <a:pt x="139881" y="130820"/>
                  <a:pt x="134365" y="130106"/>
                  <a:pt x="131278" y="126362"/>
                </a:cubicBezTo>
                <a:lnTo>
                  <a:pt x="107154" y="97294"/>
                </a:lnTo>
                <a:cubicBezTo>
                  <a:pt x="102210" y="91320"/>
                  <a:pt x="106468" y="82317"/>
                  <a:pt x="114186" y="82317"/>
                </a:cubicBezTo>
                <a:lnTo>
                  <a:pt x="136537" y="8231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1002433" y="5246083"/>
            <a:ext cx="1344504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Reports &amp; Analytics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9752" y="5538764"/>
            <a:ext cx="4993872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Attendance history, filter by date/student, export to Excel File</a:t>
            </a:r>
          </a:p>
        </p:txBody>
      </p:sp>
      <p:sp>
        <p:nvSpPr>
          <p:cNvPr id="25" name="Shape 23"/>
          <p:cNvSpPr/>
          <p:nvPr/>
        </p:nvSpPr>
        <p:spPr>
          <a:xfrm>
            <a:off x="6210901" y="1210968"/>
            <a:ext cx="5613991" cy="3144493"/>
          </a:xfrm>
          <a:custGeom>
            <a:avLst/>
            <a:gdLst/>
            <a:ahLst/>
            <a:cxnLst/>
            <a:rect l="l" t="t" r="r" b="b"/>
            <a:pathLst>
              <a:path w="5613991" h="3144493">
                <a:moveTo>
                  <a:pt x="109743" y="0"/>
                </a:moveTo>
                <a:lnTo>
                  <a:pt x="5504248" y="0"/>
                </a:lnTo>
                <a:cubicBezTo>
                  <a:pt x="5564857" y="0"/>
                  <a:pt x="5613991" y="49134"/>
                  <a:pt x="5613991" y="109743"/>
                </a:cubicBezTo>
                <a:lnTo>
                  <a:pt x="5613991" y="3034751"/>
                </a:lnTo>
                <a:cubicBezTo>
                  <a:pt x="5613991" y="3095360"/>
                  <a:pt x="5564857" y="3144493"/>
                  <a:pt x="5504248" y="3144493"/>
                </a:cubicBezTo>
                <a:lnTo>
                  <a:pt x="109743" y="3144493"/>
                </a:lnTo>
                <a:cubicBezTo>
                  <a:pt x="49134" y="3144493"/>
                  <a:pt x="0" y="3095360"/>
                  <a:pt x="0" y="3034751"/>
                </a:cubicBezTo>
                <a:lnTo>
                  <a:pt x="0" y="109743"/>
                </a:lnTo>
                <a:cubicBezTo>
                  <a:pt x="0" y="49134"/>
                  <a:pt x="49134" y="0"/>
                  <a:pt x="109743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7789" y="1470614"/>
            <a:ext cx="246950" cy="219511"/>
          </a:xfrm>
          <a:custGeom>
            <a:avLst/>
            <a:gdLst/>
            <a:ahLst/>
            <a:cxnLst/>
            <a:rect l="l" t="t" r="r" b="b"/>
            <a:pathLst>
              <a:path w="246950" h="219511">
                <a:moveTo>
                  <a:pt x="154687" y="514"/>
                </a:moveTo>
                <a:cubicBezTo>
                  <a:pt x="147398" y="-1586"/>
                  <a:pt x="139810" y="2658"/>
                  <a:pt x="137709" y="9947"/>
                </a:cubicBezTo>
                <a:lnTo>
                  <a:pt x="82831" y="202019"/>
                </a:lnTo>
                <a:cubicBezTo>
                  <a:pt x="80730" y="209307"/>
                  <a:pt x="84975" y="216896"/>
                  <a:pt x="92263" y="218996"/>
                </a:cubicBezTo>
                <a:cubicBezTo>
                  <a:pt x="99552" y="221097"/>
                  <a:pt x="107140" y="216853"/>
                  <a:pt x="109241" y="209564"/>
                </a:cubicBezTo>
                <a:lnTo>
                  <a:pt x="164119" y="17492"/>
                </a:lnTo>
                <a:cubicBezTo>
                  <a:pt x="166219" y="10204"/>
                  <a:pt x="161975" y="2615"/>
                  <a:pt x="154687" y="514"/>
                </a:cubicBezTo>
                <a:close/>
                <a:moveTo>
                  <a:pt x="182383" y="58865"/>
                </a:moveTo>
                <a:cubicBezTo>
                  <a:pt x="177024" y="64224"/>
                  <a:pt x="177024" y="72927"/>
                  <a:pt x="182383" y="78286"/>
                </a:cubicBezTo>
                <a:lnTo>
                  <a:pt x="213852" y="109755"/>
                </a:lnTo>
                <a:lnTo>
                  <a:pt x="182383" y="141224"/>
                </a:lnTo>
                <a:cubicBezTo>
                  <a:pt x="177024" y="146584"/>
                  <a:pt x="177024" y="155287"/>
                  <a:pt x="182383" y="160646"/>
                </a:cubicBezTo>
                <a:cubicBezTo>
                  <a:pt x="187742" y="166005"/>
                  <a:pt x="196445" y="166005"/>
                  <a:pt x="201804" y="160646"/>
                </a:cubicBezTo>
                <a:lnTo>
                  <a:pt x="242963" y="119488"/>
                </a:lnTo>
                <a:cubicBezTo>
                  <a:pt x="248322" y="114129"/>
                  <a:pt x="248322" y="105425"/>
                  <a:pt x="242963" y="100066"/>
                </a:cubicBezTo>
                <a:lnTo>
                  <a:pt x="201804" y="58908"/>
                </a:lnTo>
                <a:cubicBezTo>
                  <a:pt x="196445" y="53549"/>
                  <a:pt x="187742" y="53549"/>
                  <a:pt x="182383" y="58908"/>
                </a:cubicBezTo>
                <a:close/>
                <a:moveTo>
                  <a:pt x="64610" y="58865"/>
                </a:moveTo>
                <a:cubicBezTo>
                  <a:pt x="59251" y="53506"/>
                  <a:pt x="50548" y="53506"/>
                  <a:pt x="45188" y="58865"/>
                </a:cubicBezTo>
                <a:lnTo>
                  <a:pt x="4030" y="100023"/>
                </a:lnTo>
                <a:cubicBezTo>
                  <a:pt x="-1329" y="105382"/>
                  <a:pt x="-1329" y="114086"/>
                  <a:pt x="4030" y="119445"/>
                </a:cubicBezTo>
                <a:lnTo>
                  <a:pt x="45188" y="160603"/>
                </a:lnTo>
                <a:cubicBezTo>
                  <a:pt x="50548" y="165962"/>
                  <a:pt x="59251" y="165962"/>
                  <a:pt x="64610" y="160603"/>
                </a:cubicBezTo>
                <a:cubicBezTo>
                  <a:pt x="69969" y="155244"/>
                  <a:pt x="69969" y="146541"/>
                  <a:pt x="64610" y="141182"/>
                </a:cubicBezTo>
                <a:lnTo>
                  <a:pt x="33141" y="109755"/>
                </a:lnTo>
                <a:lnTo>
                  <a:pt x="64567" y="78286"/>
                </a:lnTo>
                <a:cubicBezTo>
                  <a:pt x="69926" y="72927"/>
                  <a:pt x="69926" y="64224"/>
                  <a:pt x="64567" y="5886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6708458" y="1434136"/>
            <a:ext cx="5003019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37728" y="1876709"/>
            <a:ext cx="2504253" cy="1049994"/>
          </a:xfrm>
          <a:custGeom>
            <a:avLst/>
            <a:gdLst/>
            <a:ahLst/>
            <a:cxnLst/>
            <a:rect l="l" t="t" r="r" b="b"/>
            <a:pathLst>
              <a:path w="2504253" h="1049994">
                <a:moveTo>
                  <a:pt x="73174" y="0"/>
                </a:moveTo>
                <a:lnTo>
                  <a:pt x="2431079" y="0"/>
                </a:lnTo>
                <a:cubicBezTo>
                  <a:pt x="2471492" y="0"/>
                  <a:pt x="2504253" y="32761"/>
                  <a:pt x="2504253" y="73174"/>
                </a:cubicBezTo>
                <a:lnTo>
                  <a:pt x="2504253" y="976820"/>
                </a:lnTo>
                <a:cubicBezTo>
                  <a:pt x="2504253" y="1017233"/>
                  <a:pt x="2471492" y="1049994"/>
                  <a:pt x="2431079" y="1049994"/>
                </a:cubicBezTo>
                <a:lnTo>
                  <a:pt x="73174" y="1049994"/>
                </a:lnTo>
                <a:cubicBezTo>
                  <a:pt x="32788" y="1049994"/>
                  <a:pt x="0" y="1017206"/>
                  <a:pt x="0" y="976820"/>
                </a:cubicBezTo>
                <a:lnTo>
                  <a:pt x="0" y="73174"/>
                </a:lnTo>
                <a:cubicBezTo>
                  <a:pt x="0" y="32788"/>
                  <a:pt x="32788" y="0"/>
                  <a:pt x="73174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8903" y="2026706"/>
            <a:ext cx="205791" cy="274389"/>
          </a:xfrm>
          <a:custGeom>
            <a:avLst/>
            <a:gdLst/>
            <a:ahLst/>
            <a:cxnLst/>
            <a:rect l="l" t="t" r="r" b="b"/>
            <a:pathLst>
              <a:path w="205791" h="274389">
                <a:moveTo>
                  <a:pt x="0" y="17149"/>
                </a:moveTo>
                <a:lnTo>
                  <a:pt x="18703" y="229265"/>
                </a:lnTo>
                <a:lnTo>
                  <a:pt x="102628" y="257239"/>
                </a:lnTo>
                <a:lnTo>
                  <a:pt x="187088" y="229265"/>
                </a:lnTo>
                <a:lnTo>
                  <a:pt x="205791" y="17149"/>
                </a:lnTo>
                <a:lnTo>
                  <a:pt x="0" y="17149"/>
                </a:lnTo>
                <a:close/>
                <a:moveTo>
                  <a:pt x="165169" y="85693"/>
                </a:moveTo>
                <a:lnTo>
                  <a:pt x="66668" y="85693"/>
                </a:lnTo>
                <a:lnTo>
                  <a:pt x="68865" y="112167"/>
                </a:lnTo>
                <a:lnTo>
                  <a:pt x="162972" y="112167"/>
                </a:lnTo>
                <a:lnTo>
                  <a:pt x="155683" y="191697"/>
                </a:lnTo>
                <a:lnTo>
                  <a:pt x="103217" y="206167"/>
                </a:lnTo>
                <a:lnTo>
                  <a:pt x="103217" y="206327"/>
                </a:lnTo>
                <a:lnTo>
                  <a:pt x="102628" y="206327"/>
                </a:lnTo>
                <a:lnTo>
                  <a:pt x="49733" y="191697"/>
                </a:lnTo>
                <a:lnTo>
                  <a:pt x="46517" y="151075"/>
                </a:lnTo>
                <a:lnTo>
                  <a:pt x="72081" y="151075"/>
                </a:lnTo>
                <a:lnTo>
                  <a:pt x="73956" y="171493"/>
                </a:lnTo>
                <a:lnTo>
                  <a:pt x="102628" y="179264"/>
                </a:lnTo>
                <a:lnTo>
                  <a:pt x="131406" y="171493"/>
                </a:lnTo>
                <a:lnTo>
                  <a:pt x="134622" y="138159"/>
                </a:lnTo>
                <a:lnTo>
                  <a:pt x="45178" y="138159"/>
                </a:lnTo>
                <a:lnTo>
                  <a:pt x="38318" y="60130"/>
                </a:lnTo>
                <a:lnTo>
                  <a:pt x="167527" y="60130"/>
                </a:lnTo>
                <a:lnTo>
                  <a:pt x="165169" y="85693"/>
                </a:ln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30" name="Text 28"/>
          <p:cNvSpPr/>
          <p:nvPr/>
        </p:nvSpPr>
        <p:spPr>
          <a:xfrm>
            <a:off x="6551142" y="2374265"/>
            <a:ext cx="227742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55715" y="2593776"/>
            <a:ext cx="2268279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</a:t>
            </a:r>
          </a:p>
        </p:txBody>
      </p:sp>
      <p:sp>
        <p:nvSpPr>
          <p:cNvPr id="32" name="Shape 30"/>
          <p:cNvSpPr/>
          <p:nvPr/>
        </p:nvSpPr>
        <p:spPr>
          <a:xfrm>
            <a:off x="9094953" y="1876709"/>
            <a:ext cx="2504253" cy="1049994"/>
          </a:xfrm>
          <a:custGeom>
            <a:avLst/>
            <a:gdLst/>
            <a:ahLst/>
            <a:cxnLst/>
            <a:rect l="l" t="t" r="r" b="b"/>
            <a:pathLst>
              <a:path w="2504253" h="1049994">
                <a:moveTo>
                  <a:pt x="73174" y="0"/>
                </a:moveTo>
                <a:lnTo>
                  <a:pt x="2431079" y="0"/>
                </a:lnTo>
                <a:cubicBezTo>
                  <a:pt x="2471492" y="0"/>
                  <a:pt x="2504253" y="32761"/>
                  <a:pt x="2504253" y="73174"/>
                </a:cubicBezTo>
                <a:lnTo>
                  <a:pt x="2504253" y="976820"/>
                </a:lnTo>
                <a:cubicBezTo>
                  <a:pt x="2504253" y="1017233"/>
                  <a:pt x="2471492" y="1049994"/>
                  <a:pt x="2431079" y="1049994"/>
                </a:cubicBezTo>
                <a:lnTo>
                  <a:pt x="73174" y="1049994"/>
                </a:lnTo>
                <a:cubicBezTo>
                  <a:pt x="32788" y="1049994"/>
                  <a:pt x="0" y="1017206"/>
                  <a:pt x="0" y="976820"/>
                </a:cubicBezTo>
                <a:lnTo>
                  <a:pt x="0" y="73174"/>
                </a:lnTo>
                <a:cubicBezTo>
                  <a:pt x="0" y="32788"/>
                  <a:pt x="32788" y="0"/>
                  <a:pt x="73174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46128" y="2026706"/>
            <a:ext cx="205791" cy="274389"/>
          </a:xfrm>
          <a:custGeom>
            <a:avLst/>
            <a:gdLst/>
            <a:ahLst/>
            <a:cxnLst/>
            <a:rect l="l" t="t" r="r" b="b"/>
            <a:pathLst>
              <a:path w="205791" h="274389">
                <a:moveTo>
                  <a:pt x="0" y="17149"/>
                </a:moveTo>
                <a:lnTo>
                  <a:pt x="18703" y="229265"/>
                </a:lnTo>
                <a:lnTo>
                  <a:pt x="102896" y="257239"/>
                </a:lnTo>
                <a:lnTo>
                  <a:pt x="187088" y="229265"/>
                </a:lnTo>
                <a:lnTo>
                  <a:pt x="205791" y="17149"/>
                </a:lnTo>
                <a:lnTo>
                  <a:pt x="0" y="17149"/>
                </a:lnTo>
                <a:close/>
                <a:moveTo>
                  <a:pt x="167795" y="60023"/>
                </a:moveTo>
                <a:lnTo>
                  <a:pt x="165223" y="85371"/>
                </a:lnTo>
                <a:lnTo>
                  <a:pt x="103432" y="111792"/>
                </a:lnTo>
                <a:lnTo>
                  <a:pt x="103271" y="111846"/>
                </a:lnTo>
                <a:lnTo>
                  <a:pt x="163025" y="111846"/>
                </a:lnTo>
                <a:lnTo>
                  <a:pt x="156166" y="190411"/>
                </a:lnTo>
                <a:lnTo>
                  <a:pt x="103539" y="205791"/>
                </a:lnTo>
                <a:lnTo>
                  <a:pt x="50590" y="190143"/>
                </a:lnTo>
                <a:lnTo>
                  <a:pt x="47161" y="150539"/>
                </a:lnTo>
                <a:lnTo>
                  <a:pt x="73367" y="150539"/>
                </a:lnTo>
                <a:lnTo>
                  <a:pt x="75082" y="171064"/>
                </a:lnTo>
                <a:lnTo>
                  <a:pt x="103271" y="178192"/>
                </a:lnTo>
                <a:lnTo>
                  <a:pt x="132585" y="169939"/>
                </a:lnTo>
                <a:lnTo>
                  <a:pt x="134568" y="136926"/>
                </a:lnTo>
                <a:lnTo>
                  <a:pt x="45446" y="136658"/>
                </a:lnTo>
                <a:lnTo>
                  <a:pt x="45446" y="136605"/>
                </a:lnTo>
                <a:lnTo>
                  <a:pt x="45338" y="136658"/>
                </a:lnTo>
                <a:lnTo>
                  <a:pt x="43409" y="111846"/>
                </a:lnTo>
                <a:lnTo>
                  <a:pt x="103485" y="86818"/>
                </a:lnTo>
                <a:lnTo>
                  <a:pt x="106969" y="85371"/>
                </a:lnTo>
                <a:lnTo>
                  <a:pt x="41105" y="85371"/>
                </a:lnTo>
                <a:lnTo>
                  <a:pt x="37996" y="60023"/>
                </a:lnTo>
                <a:lnTo>
                  <a:pt x="167795" y="60023"/>
                </a:ln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34" name="Text 32"/>
          <p:cNvSpPr/>
          <p:nvPr/>
        </p:nvSpPr>
        <p:spPr>
          <a:xfrm>
            <a:off x="9208367" y="2374265"/>
            <a:ext cx="227742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CSS3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12940" y="2593776"/>
            <a:ext cx="2268279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Styling</a:t>
            </a:r>
          </a:p>
        </p:txBody>
      </p:sp>
      <p:sp>
        <p:nvSpPr>
          <p:cNvPr id="36" name="Shape 34"/>
          <p:cNvSpPr/>
          <p:nvPr/>
        </p:nvSpPr>
        <p:spPr>
          <a:xfrm>
            <a:off x="6437728" y="3080357"/>
            <a:ext cx="2504253" cy="1049994"/>
          </a:xfrm>
          <a:custGeom>
            <a:avLst/>
            <a:gdLst/>
            <a:ahLst/>
            <a:cxnLst/>
            <a:rect l="l" t="t" r="r" b="b"/>
            <a:pathLst>
              <a:path w="2504253" h="1049994">
                <a:moveTo>
                  <a:pt x="73174" y="0"/>
                </a:moveTo>
                <a:lnTo>
                  <a:pt x="2431079" y="0"/>
                </a:lnTo>
                <a:cubicBezTo>
                  <a:pt x="2471492" y="0"/>
                  <a:pt x="2504253" y="32761"/>
                  <a:pt x="2504253" y="73174"/>
                </a:cubicBezTo>
                <a:lnTo>
                  <a:pt x="2504253" y="976820"/>
                </a:lnTo>
                <a:cubicBezTo>
                  <a:pt x="2504253" y="1017233"/>
                  <a:pt x="2471492" y="1049994"/>
                  <a:pt x="2431079" y="1049994"/>
                </a:cubicBezTo>
                <a:lnTo>
                  <a:pt x="73174" y="1049994"/>
                </a:lnTo>
                <a:cubicBezTo>
                  <a:pt x="32788" y="1049994"/>
                  <a:pt x="0" y="1017206"/>
                  <a:pt x="0" y="976820"/>
                </a:cubicBezTo>
                <a:lnTo>
                  <a:pt x="0" y="73174"/>
                </a:lnTo>
                <a:cubicBezTo>
                  <a:pt x="0" y="32788"/>
                  <a:pt x="32788" y="0"/>
                  <a:pt x="73174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71754" y="3230354"/>
            <a:ext cx="240090" cy="274389"/>
          </a:xfrm>
          <a:custGeom>
            <a:avLst/>
            <a:gdLst/>
            <a:ahLst/>
            <a:cxnLst/>
            <a:rect l="l" t="t" r="r" b="b"/>
            <a:pathLst>
              <a:path w="240090" h="274389">
                <a:moveTo>
                  <a:pt x="0" y="17149"/>
                </a:moveTo>
                <a:lnTo>
                  <a:pt x="0" y="257239"/>
                </a:lnTo>
                <a:lnTo>
                  <a:pt x="240090" y="257239"/>
                </a:lnTo>
                <a:lnTo>
                  <a:pt x="240090" y="17149"/>
                </a:lnTo>
                <a:lnTo>
                  <a:pt x="0" y="17149"/>
                </a:lnTo>
                <a:close/>
                <a:moveTo>
                  <a:pt x="130656" y="204398"/>
                </a:moveTo>
                <a:cubicBezTo>
                  <a:pt x="130656" y="227764"/>
                  <a:pt x="116937" y="238429"/>
                  <a:pt x="96947" y="238429"/>
                </a:cubicBezTo>
                <a:cubicBezTo>
                  <a:pt x="78887" y="238429"/>
                  <a:pt x="68436" y="229104"/>
                  <a:pt x="63077" y="217796"/>
                </a:cubicBezTo>
                <a:lnTo>
                  <a:pt x="81459" y="206703"/>
                </a:lnTo>
                <a:cubicBezTo>
                  <a:pt x="84996" y="212973"/>
                  <a:pt x="88212" y="218278"/>
                  <a:pt x="95982" y="218278"/>
                </a:cubicBezTo>
                <a:cubicBezTo>
                  <a:pt x="103378" y="218278"/>
                  <a:pt x="108094" y="215384"/>
                  <a:pt x="108094" y="204077"/>
                </a:cubicBezTo>
                <a:lnTo>
                  <a:pt x="108094" y="127387"/>
                </a:lnTo>
                <a:lnTo>
                  <a:pt x="130656" y="127387"/>
                </a:lnTo>
                <a:lnTo>
                  <a:pt x="130656" y="204398"/>
                </a:lnTo>
                <a:close/>
                <a:moveTo>
                  <a:pt x="184033" y="238429"/>
                </a:moveTo>
                <a:cubicBezTo>
                  <a:pt x="163079" y="238429"/>
                  <a:pt x="149520" y="228461"/>
                  <a:pt x="142929" y="215384"/>
                </a:cubicBezTo>
                <a:lnTo>
                  <a:pt x="161310" y="204773"/>
                </a:lnTo>
                <a:cubicBezTo>
                  <a:pt x="166134" y="212651"/>
                  <a:pt x="172458" y="218493"/>
                  <a:pt x="183551" y="218493"/>
                </a:cubicBezTo>
                <a:cubicBezTo>
                  <a:pt x="192876" y="218493"/>
                  <a:pt x="198878" y="213830"/>
                  <a:pt x="198878" y="207346"/>
                </a:cubicBezTo>
                <a:cubicBezTo>
                  <a:pt x="198878" y="199628"/>
                  <a:pt x="192769" y="196895"/>
                  <a:pt x="182426" y="192340"/>
                </a:cubicBezTo>
                <a:lnTo>
                  <a:pt x="176798" y="189928"/>
                </a:lnTo>
                <a:cubicBezTo>
                  <a:pt x="160507" y="183015"/>
                  <a:pt x="149735" y="174280"/>
                  <a:pt x="149735" y="155898"/>
                </a:cubicBezTo>
                <a:cubicBezTo>
                  <a:pt x="149735" y="138963"/>
                  <a:pt x="162650" y="126101"/>
                  <a:pt x="182747" y="126101"/>
                </a:cubicBezTo>
                <a:cubicBezTo>
                  <a:pt x="197110" y="126101"/>
                  <a:pt x="207399" y="131085"/>
                  <a:pt x="214795" y="144161"/>
                </a:cubicBezTo>
                <a:lnTo>
                  <a:pt x="197217" y="155415"/>
                </a:lnTo>
                <a:cubicBezTo>
                  <a:pt x="193358" y="148502"/>
                  <a:pt x="189178" y="145769"/>
                  <a:pt x="182694" y="145769"/>
                </a:cubicBezTo>
                <a:cubicBezTo>
                  <a:pt x="176102" y="145769"/>
                  <a:pt x="171922" y="149949"/>
                  <a:pt x="171922" y="155415"/>
                </a:cubicBezTo>
                <a:cubicBezTo>
                  <a:pt x="171922" y="162168"/>
                  <a:pt x="176102" y="164901"/>
                  <a:pt x="185802" y="169135"/>
                </a:cubicBezTo>
                <a:lnTo>
                  <a:pt x="191429" y="171546"/>
                </a:lnTo>
                <a:cubicBezTo>
                  <a:pt x="210615" y="179746"/>
                  <a:pt x="221387" y="188160"/>
                  <a:pt x="221387" y="207024"/>
                </a:cubicBezTo>
                <a:cubicBezTo>
                  <a:pt x="221387" y="227282"/>
                  <a:pt x="205416" y="238429"/>
                  <a:pt x="184033" y="238429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38" name="Text 36"/>
          <p:cNvSpPr/>
          <p:nvPr/>
        </p:nvSpPr>
        <p:spPr>
          <a:xfrm>
            <a:off x="6551142" y="3577913"/>
            <a:ext cx="227742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55715" y="3797424"/>
            <a:ext cx="2268279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Interactivity</a:t>
            </a:r>
          </a:p>
        </p:txBody>
      </p:sp>
      <p:sp>
        <p:nvSpPr>
          <p:cNvPr id="40" name="Shape 38"/>
          <p:cNvSpPr/>
          <p:nvPr/>
        </p:nvSpPr>
        <p:spPr>
          <a:xfrm>
            <a:off x="9094953" y="3080357"/>
            <a:ext cx="2504253" cy="1049994"/>
          </a:xfrm>
          <a:custGeom>
            <a:avLst/>
            <a:gdLst/>
            <a:ahLst/>
            <a:cxnLst/>
            <a:rect l="l" t="t" r="r" b="b"/>
            <a:pathLst>
              <a:path w="2504253" h="1049994">
                <a:moveTo>
                  <a:pt x="73174" y="0"/>
                </a:moveTo>
                <a:lnTo>
                  <a:pt x="2431079" y="0"/>
                </a:lnTo>
                <a:cubicBezTo>
                  <a:pt x="2471492" y="0"/>
                  <a:pt x="2504253" y="32761"/>
                  <a:pt x="2504253" y="73174"/>
                </a:cubicBezTo>
                <a:lnTo>
                  <a:pt x="2504253" y="976820"/>
                </a:lnTo>
                <a:cubicBezTo>
                  <a:pt x="2504253" y="1017233"/>
                  <a:pt x="2471492" y="1049994"/>
                  <a:pt x="2431079" y="1049994"/>
                </a:cubicBezTo>
                <a:lnTo>
                  <a:pt x="73174" y="1049994"/>
                </a:lnTo>
                <a:cubicBezTo>
                  <a:pt x="32788" y="1049994"/>
                  <a:pt x="0" y="1017206"/>
                  <a:pt x="0" y="976820"/>
                </a:cubicBezTo>
                <a:lnTo>
                  <a:pt x="0" y="73174"/>
                </a:lnTo>
                <a:cubicBezTo>
                  <a:pt x="0" y="32788"/>
                  <a:pt x="32788" y="0"/>
                  <a:pt x="73174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28978" y="3230354"/>
            <a:ext cx="240090" cy="274389"/>
          </a:xfrm>
          <a:custGeom>
            <a:avLst/>
            <a:gdLst/>
            <a:ahLst/>
            <a:cxnLst/>
            <a:rect l="l" t="t" r="r" b="b"/>
            <a:pathLst>
              <a:path w="240090" h="274389">
                <a:moveTo>
                  <a:pt x="235696" y="107451"/>
                </a:moveTo>
                <a:cubicBezTo>
                  <a:pt x="231569" y="90891"/>
                  <a:pt x="223745" y="78404"/>
                  <a:pt x="207078" y="78404"/>
                </a:cubicBezTo>
                <a:lnTo>
                  <a:pt x="185587" y="78404"/>
                </a:lnTo>
                <a:lnTo>
                  <a:pt x="185587" y="103807"/>
                </a:lnTo>
                <a:cubicBezTo>
                  <a:pt x="185587" y="123528"/>
                  <a:pt x="168867" y="140142"/>
                  <a:pt x="149788" y="140142"/>
                </a:cubicBezTo>
                <a:lnTo>
                  <a:pt x="92553" y="140142"/>
                </a:lnTo>
                <a:cubicBezTo>
                  <a:pt x="76904" y="140142"/>
                  <a:pt x="63935" y="153540"/>
                  <a:pt x="63935" y="169242"/>
                </a:cubicBezTo>
                <a:lnTo>
                  <a:pt x="63935" y="223798"/>
                </a:lnTo>
                <a:cubicBezTo>
                  <a:pt x="63935" y="239340"/>
                  <a:pt x="77440" y="248450"/>
                  <a:pt x="92553" y="252898"/>
                </a:cubicBezTo>
                <a:cubicBezTo>
                  <a:pt x="110666" y="258204"/>
                  <a:pt x="128084" y="259169"/>
                  <a:pt x="149788" y="252898"/>
                </a:cubicBezTo>
                <a:cubicBezTo>
                  <a:pt x="164204" y="248718"/>
                  <a:pt x="178406" y="240304"/>
                  <a:pt x="178406" y="223798"/>
                </a:cubicBezTo>
                <a:lnTo>
                  <a:pt x="178406" y="201986"/>
                </a:lnTo>
                <a:lnTo>
                  <a:pt x="121224" y="201986"/>
                </a:lnTo>
                <a:lnTo>
                  <a:pt x="121224" y="194698"/>
                </a:lnTo>
                <a:lnTo>
                  <a:pt x="207078" y="194698"/>
                </a:lnTo>
                <a:cubicBezTo>
                  <a:pt x="223745" y="194698"/>
                  <a:pt x="229908" y="183069"/>
                  <a:pt x="235696" y="165651"/>
                </a:cubicBezTo>
                <a:cubicBezTo>
                  <a:pt x="241698" y="147698"/>
                  <a:pt x="241430" y="130442"/>
                  <a:pt x="235696" y="107451"/>
                </a:cubicBezTo>
                <a:close/>
                <a:moveTo>
                  <a:pt x="153379" y="238322"/>
                </a:moveTo>
                <a:cubicBezTo>
                  <a:pt x="149300" y="238608"/>
                  <a:pt x="145403" y="236594"/>
                  <a:pt x="143276" y="233101"/>
                </a:cubicBezTo>
                <a:cubicBezTo>
                  <a:pt x="141150" y="229609"/>
                  <a:pt x="141150" y="225222"/>
                  <a:pt x="143276" y="221730"/>
                </a:cubicBezTo>
                <a:cubicBezTo>
                  <a:pt x="145403" y="218237"/>
                  <a:pt x="149300" y="216224"/>
                  <a:pt x="153379" y="216510"/>
                </a:cubicBezTo>
                <a:cubicBezTo>
                  <a:pt x="157458" y="216224"/>
                  <a:pt x="161355" y="218237"/>
                  <a:pt x="163482" y="221730"/>
                </a:cubicBezTo>
                <a:cubicBezTo>
                  <a:pt x="165608" y="225222"/>
                  <a:pt x="165608" y="229609"/>
                  <a:pt x="163482" y="233101"/>
                </a:cubicBezTo>
                <a:cubicBezTo>
                  <a:pt x="161355" y="236594"/>
                  <a:pt x="157458" y="238608"/>
                  <a:pt x="153379" y="238322"/>
                </a:cubicBezTo>
                <a:close/>
                <a:moveTo>
                  <a:pt x="89927" y="132961"/>
                </a:moveTo>
                <a:lnTo>
                  <a:pt x="147162" y="132961"/>
                </a:lnTo>
                <a:cubicBezTo>
                  <a:pt x="163079" y="132961"/>
                  <a:pt x="175780" y="119831"/>
                  <a:pt x="175780" y="103860"/>
                </a:cubicBezTo>
                <a:lnTo>
                  <a:pt x="175780" y="49251"/>
                </a:lnTo>
                <a:cubicBezTo>
                  <a:pt x="175780" y="33709"/>
                  <a:pt x="162704" y="22080"/>
                  <a:pt x="147162" y="19454"/>
                </a:cubicBezTo>
                <a:cubicBezTo>
                  <a:pt x="127977" y="16292"/>
                  <a:pt x="107129" y="16453"/>
                  <a:pt x="89927" y="19507"/>
                </a:cubicBezTo>
                <a:cubicBezTo>
                  <a:pt x="65703" y="23795"/>
                  <a:pt x="61309" y="32744"/>
                  <a:pt x="61309" y="49304"/>
                </a:cubicBezTo>
                <a:lnTo>
                  <a:pt x="61309" y="71116"/>
                </a:lnTo>
                <a:lnTo>
                  <a:pt x="118598" y="71116"/>
                </a:lnTo>
                <a:lnTo>
                  <a:pt x="118598" y="78404"/>
                </a:lnTo>
                <a:lnTo>
                  <a:pt x="39819" y="78404"/>
                </a:lnTo>
                <a:cubicBezTo>
                  <a:pt x="23152" y="78404"/>
                  <a:pt x="8575" y="88426"/>
                  <a:pt x="4019" y="107451"/>
                </a:cubicBezTo>
                <a:cubicBezTo>
                  <a:pt x="-1233" y="129263"/>
                  <a:pt x="-1447" y="142875"/>
                  <a:pt x="4019" y="165651"/>
                </a:cubicBezTo>
                <a:cubicBezTo>
                  <a:pt x="8092" y="182586"/>
                  <a:pt x="17792" y="194698"/>
                  <a:pt x="34459" y="194698"/>
                </a:cubicBezTo>
                <a:lnTo>
                  <a:pt x="54127" y="194698"/>
                </a:lnTo>
                <a:lnTo>
                  <a:pt x="54127" y="168545"/>
                </a:lnTo>
                <a:cubicBezTo>
                  <a:pt x="54127" y="149628"/>
                  <a:pt x="70473" y="132961"/>
                  <a:pt x="89927" y="132961"/>
                </a:cubicBezTo>
                <a:close/>
                <a:moveTo>
                  <a:pt x="86390" y="34674"/>
                </a:moveTo>
                <a:cubicBezTo>
                  <a:pt x="92423" y="34674"/>
                  <a:pt x="97322" y="39572"/>
                  <a:pt x="97322" y="45606"/>
                </a:cubicBezTo>
                <a:cubicBezTo>
                  <a:pt x="97322" y="51640"/>
                  <a:pt x="92423" y="56539"/>
                  <a:pt x="86390" y="56539"/>
                </a:cubicBezTo>
                <a:cubicBezTo>
                  <a:pt x="80356" y="56539"/>
                  <a:pt x="75457" y="51640"/>
                  <a:pt x="75457" y="45606"/>
                </a:cubicBezTo>
                <a:cubicBezTo>
                  <a:pt x="75457" y="39572"/>
                  <a:pt x="80356" y="34674"/>
                  <a:pt x="86390" y="34674"/>
                </a:cubicBezTo>
                <a:close/>
              </a:path>
            </a:pathLst>
          </a:custGeom>
          <a:solidFill>
            <a:srgbClr val="3776AB"/>
          </a:solidFill>
          <a:ln/>
        </p:spPr>
      </p:sp>
      <p:sp>
        <p:nvSpPr>
          <p:cNvPr id="42" name="Text 40"/>
          <p:cNvSpPr/>
          <p:nvPr/>
        </p:nvSpPr>
        <p:spPr>
          <a:xfrm>
            <a:off x="9208367" y="3577913"/>
            <a:ext cx="227742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Flask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212940" y="3797424"/>
            <a:ext cx="2268279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</a:p>
        </p:txBody>
      </p:sp>
      <p:sp>
        <p:nvSpPr>
          <p:cNvPr id="44" name="Shape 42"/>
          <p:cNvSpPr/>
          <p:nvPr/>
        </p:nvSpPr>
        <p:spPr>
          <a:xfrm>
            <a:off x="6210901" y="4547425"/>
            <a:ext cx="5613991" cy="2312181"/>
          </a:xfrm>
          <a:custGeom>
            <a:avLst/>
            <a:gdLst/>
            <a:ahLst/>
            <a:cxnLst/>
            <a:rect l="l" t="t" r="r" b="b"/>
            <a:pathLst>
              <a:path w="5613991" h="2312181">
                <a:moveTo>
                  <a:pt x="109759" y="0"/>
                </a:moveTo>
                <a:lnTo>
                  <a:pt x="5504231" y="0"/>
                </a:lnTo>
                <a:cubicBezTo>
                  <a:pt x="5564850" y="0"/>
                  <a:pt x="5613991" y="49141"/>
                  <a:pt x="5613991" y="109759"/>
                </a:cubicBezTo>
                <a:lnTo>
                  <a:pt x="5613991" y="2202422"/>
                </a:lnTo>
                <a:cubicBezTo>
                  <a:pt x="5613991" y="2263040"/>
                  <a:pt x="5564850" y="2312181"/>
                  <a:pt x="5504231" y="2312181"/>
                </a:cubicBezTo>
                <a:lnTo>
                  <a:pt x="109759" y="2312181"/>
                </a:lnTo>
                <a:cubicBezTo>
                  <a:pt x="49181" y="2312181"/>
                  <a:pt x="0" y="2263000"/>
                  <a:pt x="0" y="2202422"/>
                </a:cubicBezTo>
                <a:lnTo>
                  <a:pt x="0" y="109759"/>
                </a:lnTo>
                <a:cubicBezTo>
                  <a:pt x="0" y="49181"/>
                  <a:pt x="49181" y="0"/>
                  <a:pt x="109759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34070" y="4770592"/>
            <a:ext cx="5277407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52362" y="5246083"/>
            <a:ext cx="146341" cy="146341"/>
          </a:xfrm>
          <a:custGeom>
            <a:avLst/>
            <a:gdLst/>
            <a:ahLst/>
            <a:cxnLst/>
            <a:rect l="l" t="t" r="r" b="b"/>
            <a:pathLst>
              <a:path w="146341" h="146341">
                <a:moveTo>
                  <a:pt x="73170" y="146341"/>
                </a:moveTo>
                <a:cubicBezTo>
                  <a:pt x="113554" y="146341"/>
                  <a:pt x="146341" y="113554"/>
                  <a:pt x="146341" y="73170"/>
                </a:cubicBezTo>
                <a:cubicBezTo>
                  <a:pt x="146341" y="32787"/>
                  <a:pt x="113554" y="0"/>
                  <a:pt x="73170" y="0"/>
                </a:cubicBezTo>
                <a:cubicBezTo>
                  <a:pt x="32787" y="0"/>
                  <a:pt x="0" y="32787"/>
                  <a:pt x="0" y="73170"/>
                </a:cubicBezTo>
                <a:cubicBezTo>
                  <a:pt x="0" y="113554"/>
                  <a:pt x="32787" y="146341"/>
                  <a:pt x="73170" y="146341"/>
                </a:cubicBezTo>
                <a:close/>
                <a:moveTo>
                  <a:pt x="97294" y="60794"/>
                </a:moveTo>
                <a:lnTo>
                  <a:pt x="74428" y="97379"/>
                </a:lnTo>
                <a:cubicBezTo>
                  <a:pt x="73227" y="99294"/>
                  <a:pt x="71170" y="100495"/>
                  <a:pt x="68912" y="100609"/>
                </a:cubicBezTo>
                <a:cubicBezTo>
                  <a:pt x="66654" y="100723"/>
                  <a:pt x="64481" y="99695"/>
                  <a:pt x="63138" y="97865"/>
                </a:cubicBezTo>
                <a:lnTo>
                  <a:pt x="49419" y="79573"/>
                </a:lnTo>
                <a:cubicBezTo>
                  <a:pt x="47132" y="76543"/>
                  <a:pt x="47761" y="72256"/>
                  <a:pt x="50790" y="69969"/>
                </a:cubicBezTo>
                <a:cubicBezTo>
                  <a:pt x="53820" y="67683"/>
                  <a:pt x="58108" y="68311"/>
                  <a:pt x="60394" y="71341"/>
                </a:cubicBezTo>
                <a:lnTo>
                  <a:pt x="68111" y="81631"/>
                </a:lnTo>
                <a:lnTo>
                  <a:pt x="85661" y="53534"/>
                </a:lnTo>
                <a:cubicBezTo>
                  <a:pt x="87661" y="50333"/>
                  <a:pt x="91892" y="49333"/>
                  <a:pt x="95121" y="51362"/>
                </a:cubicBezTo>
                <a:cubicBezTo>
                  <a:pt x="98351" y="53391"/>
                  <a:pt x="99323" y="57593"/>
                  <a:pt x="97294" y="6082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6726751" y="5209498"/>
            <a:ext cx="1911574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26751" y="5429009"/>
            <a:ext cx="1902428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Works on desktop, tablet, mobile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52362" y="5758275"/>
            <a:ext cx="146341" cy="146341"/>
          </a:xfrm>
          <a:custGeom>
            <a:avLst/>
            <a:gdLst/>
            <a:ahLst/>
            <a:cxnLst/>
            <a:rect l="l" t="t" r="r" b="b"/>
            <a:pathLst>
              <a:path w="146341" h="146341">
                <a:moveTo>
                  <a:pt x="73170" y="146341"/>
                </a:moveTo>
                <a:cubicBezTo>
                  <a:pt x="113554" y="146341"/>
                  <a:pt x="146341" y="113554"/>
                  <a:pt x="146341" y="73170"/>
                </a:cubicBezTo>
                <a:cubicBezTo>
                  <a:pt x="146341" y="32787"/>
                  <a:pt x="113554" y="0"/>
                  <a:pt x="73170" y="0"/>
                </a:cubicBezTo>
                <a:cubicBezTo>
                  <a:pt x="32787" y="0"/>
                  <a:pt x="0" y="32787"/>
                  <a:pt x="0" y="73170"/>
                </a:cubicBezTo>
                <a:cubicBezTo>
                  <a:pt x="0" y="113554"/>
                  <a:pt x="32787" y="146341"/>
                  <a:pt x="73170" y="146341"/>
                </a:cubicBezTo>
                <a:close/>
                <a:moveTo>
                  <a:pt x="97294" y="60794"/>
                </a:moveTo>
                <a:lnTo>
                  <a:pt x="74428" y="97379"/>
                </a:lnTo>
                <a:cubicBezTo>
                  <a:pt x="73227" y="99294"/>
                  <a:pt x="71170" y="100495"/>
                  <a:pt x="68912" y="100609"/>
                </a:cubicBezTo>
                <a:cubicBezTo>
                  <a:pt x="66654" y="100723"/>
                  <a:pt x="64481" y="99695"/>
                  <a:pt x="63138" y="97865"/>
                </a:cubicBezTo>
                <a:lnTo>
                  <a:pt x="49419" y="79573"/>
                </a:lnTo>
                <a:cubicBezTo>
                  <a:pt x="47132" y="76543"/>
                  <a:pt x="47761" y="72256"/>
                  <a:pt x="50790" y="69969"/>
                </a:cubicBezTo>
                <a:cubicBezTo>
                  <a:pt x="53820" y="67683"/>
                  <a:pt x="58108" y="68311"/>
                  <a:pt x="60394" y="71341"/>
                </a:cubicBezTo>
                <a:lnTo>
                  <a:pt x="68111" y="81631"/>
                </a:lnTo>
                <a:lnTo>
                  <a:pt x="85661" y="53534"/>
                </a:lnTo>
                <a:cubicBezTo>
                  <a:pt x="87661" y="50333"/>
                  <a:pt x="91892" y="49333"/>
                  <a:pt x="95121" y="51362"/>
                </a:cubicBezTo>
                <a:cubicBezTo>
                  <a:pt x="98351" y="53391"/>
                  <a:pt x="99323" y="57593"/>
                  <a:pt x="97294" y="6082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0" name="Text 48"/>
          <p:cNvSpPr/>
          <p:nvPr/>
        </p:nvSpPr>
        <p:spPr>
          <a:xfrm>
            <a:off x="6726751" y="5721690"/>
            <a:ext cx="1600600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AJAX Requests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26751" y="5941201"/>
            <a:ext cx="1591454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Asynchronous data loading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52362" y="6270467"/>
            <a:ext cx="146341" cy="146341"/>
          </a:xfrm>
          <a:custGeom>
            <a:avLst/>
            <a:gdLst/>
            <a:ahLst/>
            <a:cxnLst/>
            <a:rect l="l" t="t" r="r" b="b"/>
            <a:pathLst>
              <a:path w="146341" h="146341">
                <a:moveTo>
                  <a:pt x="73170" y="146341"/>
                </a:moveTo>
                <a:cubicBezTo>
                  <a:pt x="113554" y="146341"/>
                  <a:pt x="146341" y="113554"/>
                  <a:pt x="146341" y="73170"/>
                </a:cubicBezTo>
                <a:cubicBezTo>
                  <a:pt x="146341" y="32787"/>
                  <a:pt x="113554" y="0"/>
                  <a:pt x="73170" y="0"/>
                </a:cubicBezTo>
                <a:cubicBezTo>
                  <a:pt x="32787" y="0"/>
                  <a:pt x="0" y="32787"/>
                  <a:pt x="0" y="73170"/>
                </a:cubicBezTo>
                <a:cubicBezTo>
                  <a:pt x="0" y="113554"/>
                  <a:pt x="32787" y="146341"/>
                  <a:pt x="73170" y="146341"/>
                </a:cubicBezTo>
                <a:close/>
                <a:moveTo>
                  <a:pt x="97294" y="60794"/>
                </a:moveTo>
                <a:lnTo>
                  <a:pt x="74428" y="97379"/>
                </a:lnTo>
                <a:cubicBezTo>
                  <a:pt x="73227" y="99294"/>
                  <a:pt x="71170" y="100495"/>
                  <a:pt x="68912" y="100609"/>
                </a:cubicBezTo>
                <a:cubicBezTo>
                  <a:pt x="66654" y="100723"/>
                  <a:pt x="64481" y="99695"/>
                  <a:pt x="63138" y="97865"/>
                </a:cubicBezTo>
                <a:lnTo>
                  <a:pt x="49419" y="79573"/>
                </a:lnTo>
                <a:cubicBezTo>
                  <a:pt x="47132" y="76543"/>
                  <a:pt x="47761" y="72256"/>
                  <a:pt x="50790" y="69969"/>
                </a:cubicBezTo>
                <a:cubicBezTo>
                  <a:pt x="53820" y="67683"/>
                  <a:pt x="58108" y="68311"/>
                  <a:pt x="60394" y="71341"/>
                </a:cubicBezTo>
                <a:lnTo>
                  <a:pt x="68111" y="81631"/>
                </a:lnTo>
                <a:lnTo>
                  <a:pt x="85661" y="53534"/>
                </a:lnTo>
                <a:cubicBezTo>
                  <a:pt x="87661" y="50333"/>
                  <a:pt x="91892" y="49333"/>
                  <a:pt x="95121" y="51362"/>
                </a:cubicBezTo>
                <a:cubicBezTo>
                  <a:pt x="98351" y="53391"/>
                  <a:pt x="99323" y="57593"/>
                  <a:pt x="97294" y="6082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3" name="Text 51"/>
          <p:cNvSpPr/>
          <p:nvPr/>
        </p:nvSpPr>
        <p:spPr>
          <a:xfrm>
            <a:off x="6726751" y="6233882"/>
            <a:ext cx="1774380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Updates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26751" y="6453393"/>
            <a:ext cx="1765233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attendance status display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1975" y="5905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587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latin typeface="Liter" pitchFamily="34" charset="0"/>
                <a:ea typeface="Liter" pitchFamily="34" charset="-122"/>
                <a:cs typeface="Liter" pitchFamily="34" charset="-120"/>
              </a:rPr>
              <a:t>Core Functionality</a:t>
            </a:r>
          </a:p>
        </p:txBody>
      </p:sp>
      <p:sp>
        <p:nvSpPr>
          <p:cNvPr id="5" name="Text 3"/>
          <p:cNvSpPr/>
          <p:nvPr/>
        </p:nvSpPr>
        <p:spPr>
          <a:xfrm>
            <a:off x="1066800" y="596901"/>
            <a:ext cx="603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7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Attendance Marking Process</a:t>
            </a:r>
          </a:p>
        </p:txBody>
      </p:sp>
      <p:sp>
        <p:nvSpPr>
          <p:cNvPr id="6" name="Shape 4"/>
          <p:cNvSpPr/>
          <p:nvPr/>
        </p:nvSpPr>
        <p:spPr>
          <a:xfrm>
            <a:off x="384810" y="1261110"/>
            <a:ext cx="5589270" cy="5589270"/>
          </a:xfrm>
          <a:custGeom>
            <a:avLst/>
            <a:gdLst/>
            <a:ahLst/>
            <a:cxnLst/>
            <a:rect l="l" t="t" r="r" b="b"/>
            <a:pathLst>
              <a:path w="5589270" h="5589270">
                <a:moveTo>
                  <a:pt x="114301" y="0"/>
                </a:moveTo>
                <a:lnTo>
                  <a:pt x="5474969" y="0"/>
                </a:lnTo>
                <a:cubicBezTo>
                  <a:pt x="5538096" y="0"/>
                  <a:pt x="5589270" y="51174"/>
                  <a:pt x="5589270" y="114301"/>
                </a:cubicBezTo>
                <a:lnTo>
                  <a:pt x="5589270" y="5474969"/>
                </a:lnTo>
                <a:cubicBezTo>
                  <a:pt x="5589270" y="5538096"/>
                  <a:pt x="5538096" y="5589270"/>
                  <a:pt x="5474969" y="5589270"/>
                </a:cubicBezTo>
                <a:lnTo>
                  <a:pt x="114301" y="5589270"/>
                </a:lnTo>
                <a:cubicBezTo>
                  <a:pt x="51174" y="5589270"/>
                  <a:pt x="0" y="5538096"/>
                  <a:pt x="0" y="547496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5795" y="232386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84073" y="65678"/>
                </a:moveTo>
                <a:cubicBezTo>
                  <a:pt x="80680" y="67553"/>
                  <a:pt x="78581" y="71170"/>
                  <a:pt x="78581" y="75009"/>
                </a:cubicBezTo>
                <a:lnTo>
                  <a:pt x="78581" y="153591"/>
                </a:lnTo>
                <a:cubicBezTo>
                  <a:pt x="78581" y="157475"/>
                  <a:pt x="80680" y="161047"/>
                  <a:pt x="84073" y="162922"/>
                </a:cubicBezTo>
                <a:cubicBezTo>
                  <a:pt x="87466" y="164797"/>
                  <a:pt x="91574" y="164753"/>
                  <a:pt x="94923" y="162699"/>
                </a:cubicBezTo>
                <a:lnTo>
                  <a:pt x="159216" y="123408"/>
                </a:lnTo>
                <a:cubicBezTo>
                  <a:pt x="162386" y="121444"/>
                  <a:pt x="164351" y="118006"/>
                  <a:pt x="164351" y="114255"/>
                </a:cubicBezTo>
                <a:cubicBezTo>
                  <a:pt x="164351" y="110505"/>
                  <a:pt x="162386" y="107067"/>
                  <a:pt x="159216" y="105102"/>
                </a:cubicBezTo>
                <a:lnTo>
                  <a:pt x="94923" y="65812"/>
                </a:lnTo>
                <a:cubicBezTo>
                  <a:pt x="91619" y="63803"/>
                  <a:pt x="87466" y="63713"/>
                  <a:pt x="84073" y="6558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02970" y="2285879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Workflow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" y="276201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42950" y="2819167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6320" y="2742967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Capture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36320" y="2971567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Webcam streams video to Flask backend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" y="329541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0806" y="3352567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6320" y="3276367"/>
            <a:ext cx="2752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Detection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36320" y="3504967"/>
            <a:ext cx="274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OpenCV Haar Cascade detects faces in frame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220" y="382881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30210" y="3885967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36320" y="3809767"/>
            <a:ext cx="2562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36320" y="4038367"/>
            <a:ext cx="2552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 detected face to 128D embedding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" y="436221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30329" y="4419367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36320" y="4343167"/>
            <a:ext cx="2105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Prediction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36320" y="4571767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predicts student ID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220" y="489561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31163" y="4952767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36320" y="4876567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 Check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36320" y="5105167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Verify prediction confidence &gt; threshold (0.7)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220" y="542901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29734" y="5486167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36320" y="5409967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Update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36320" y="5638567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 attendance with timestamp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4110" y="1261110"/>
            <a:ext cx="5589270" cy="2465070"/>
          </a:xfrm>
          <a:custGeom>
            <a:avLst/>
            <a:gdLst/>
            <a:ahLst/>
            <a:cxnLst/>
            <a:rect l="l" t="t" r="r" b="b"/>
            <a:pathLst>
              <a:path w="5589270" h="2465070">
                <a:moveTo>
                  <a:pt x="114305" y="0"/>
                </a:moveTo>
                <a:lnTo>
                  <a:pt x="5474965" y="0"/>
                </a:lnTo>
                <a:cubicBezTo>
                  <a:pt x="5538094" y="0"/>
                  <a:pt x="5589270" y="51176"/>
                  <a:pt x="5589270" y="114305"/>
                </a:cubicBezTo>
                <a:lnTo>
                  <a:pt x="5589270" y="2350765"/>
                </a:lnTo>
                <a:cubicBezTo>
                  <a:pt x="5589270" y="2413894"/>
                  <a:pt x="5538094" y="2465070"/>
                  <a:pt x="5474965" y="2465070"/>
                </a:cubicBezTo>
                <a:lnTo>
                  <a:pt x="114305" y="2465070"/>
                </a:lnTo>
                <a:cubicBezTo>
                  <a:pt x="51218" y="2465070"/>
                  <a:pt x="0" y="2413852"/>
                  <a:pt x="0" y="235076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1493518"/>
            <a:ext cx="523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Visualization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50330" y="1954417"/>
            <a:ext cx="5122545" cy="1531620"/>
          </a:xfrm>
          <a:custGeom>
            <a:avLst/>
            <a:gdLst/>
            <a:ahLst/>
            <a:cxnLst/>
            <a:rect l="l" t="t" r="r" b="b"/>
            <a:pathLst>
              <a:path w="5122545" h="1531620">
                <a:moveTo>
                  <a:pt x="76198" y="0"/>
                </a:moveTo>
                <a:lnTo>
                  <a:pt x="5046347" y="0"/>
                </a:lnTo>
                <a:cubicBezTo>
                  <a:pt x="5088430" y="0"/>
                  <a:pt x="5122545" y="34115"/>
                  <a:pt x="5122545" y="76198"/>
                </a:cubicBezTo>
                <a:lnTo>
                  <a:pt x="5122545" y="1455422"/>
                </a:lnTo>
                <a:cubicBezTo>
                  <a:pt x="5122545" y="1497505"/>
                  <a:pt x="5088430" y="1531620"/>
                  <a:pt x="5046347" y="1531620"/>
                </a:cubicBezTo>
                <a:lnTo>
                  <a:pt x="76198" y="1531620"/>
                </a:lnTo>
                <a:cubicBezTo>
                  <a:pt x="34115" y="1531620"/>
                  <a:pt x="0" y="1497505"/>
                  <a:pt x="0" y="14554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06540" y="2110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711315" y="22249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19050"/>
                </a:moveTo>
                <a:cubicBezTo>
                  <a:pt x="18068" y="19050"/>
                  <a:pt x="9525" y="27593"/>
                  <a:pt x="9525" y="38100"/>
                </a:cubicBezTo>
                <a:lnTo>
                  <a:pt x="9525" y="114300"/>
                </a:lnTo>
                <a:cubicBezTo>
                  <a:pt x="9525" y="124807"/>
                  <a:pt x="18068" y="133350"/>
                  <a:pt x="28575" y="133350"/>
                </a:cubicBezTo>
                <a:lnTo>
                  <a:pt x="104775" y="133350"/>
                </a:lnTo>
                <a:cubicBezTo>
                  <a:pt x="115282" y="133350"/>
                  <a:pt x="123825" y="124807"/>
                  <a:pt x="123825" y="114300"/>
                </a:cubicBezTo>
                <a:lnTo>
                  <a:pt x="123825" y="38100"/>
                </a:lnTo>
                <a:cubicBezTo>
                  <a:pt x="123825" y="27593"/>
                  <a:pt x="115282" y="19050"/>
                  <a:pt x="104775" y="19050"/>
                </a:cubicBezTo>
                <a:lnTo>
                  <a:pt x="28575" y="19050"/>
                </a:lnTo>
                <a:close/>
                <a:moveTo>
                  <a:pt x="138113" y="100013"/>
                </a:moveTo>
                <a:lnTo>
                  <a:pt x="159990" y="117515"/>
                </a:lnTo>
                <a:cubicBezTo>
                  <a:pt x="161240" y="118527"/>
                  <a:pt x="162788" y="119062"/>
                  <a:pt x="164396" y="119062"/>
                </a:cubicBezTo>
                <a:cubicBezTo>
                  <a:pt x="168295" y="119062"/>
                  <a:pt x="171450" y="115907"/>
                  <a:pt x="171450" y="112008"/>
                </a:cubicBezTo>
                <a:lnTo>
                  <a:pt x="171450" y="40392"/>
                </a:lnTo>
                <a:cubicBezTo>
                  <a:pt x="171450" y="36493"/>
                  <a:pt x="168295" y="33338"/>
                  <a:pt x="164396" y="33338"/>
                </a:cubicBezTo>
                <a:cubicBezTo>
                  <a:pt x="162788" y="33338"/>
                  <a:pt x="161240" y="33873"/>
                  <a:pt x="159990" y="34885"/>
                </a:cubicBezTo>
                <a:lnTo>
                  <a:pt x="138113" y="52388"/>
                </a:lnTo>
                <a:lnTo>
                  <a:pt x="138113" y="10001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38" name="Shape 36"/>
          <p:cNvSpPr/>
          <p:nvPr/>
        </p:nvSpPr>
        <p:spPr>
          <a:xfrm>
            <a:off x="7120890" y="2224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110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520940" y="2224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41" name="Shape 39"/>
          <p:cNvSpPr/>
          <p:nvPr/>
        </p:nvSpPr>
        <p:spPr>
          <a:xfrm>
            <a:off x="7920990" y="2224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Shape 40"/>
          <p:cNvSpPr/>
          <p:nvPr/>
        </p:nvSpPr>
        <p:spPr>
          <a:xfrm>
            <a:off x="8206740" y="2110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321040" y="2224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76200"/>
                </a:moveTo>
                <a:cubicBezTo>
                  <a:pt x="14288" y="41999"/>
                  <a:pt x="41999" y="14288"/>
                  <a:pt x="76200" y="14288"/>
                </a:cubicBezTo>
                <a:cubicBezTo>
                  <a:pt x="94982" y="14288"/>
                  <a:pt x="111800" y="22652"/>
                  <a:pt x="123170" y="35868"/>
                </a:cubicBezTo>
                <a:cubicBezTo>
                  <a:pt x="125730" y="38874"/>
                  <a:pt x="130254" y="39201"/>
                  <a:pt x="133231" y="36641"/>
                </a:cubicBezTo>
                <a:cubicBezTo>
                  <a:pt x="136208" y="34082"/>
                  <a:pt x="136565" y="29557"/>
                  <a:pt x="134005" y="26581"/>
                </a:cubicBezTo>
                <a:cubicBezTo>
                  <a:pt x="120045" y="10299"/>
                  <a:pt x="99328" y="0"/>
                  <a:pt x="76200" y="0"/>
                </a:cubicBezTo>
                <a:cubicBezTo>
                  <a:pt x="34111" y="0"/>
                  <a:pt x="0" y="34111"/>
                  <a:pt x="0" y="76200"/>
                </a:cubicBezTo>
                <a:lnTo>
                  <a:pt x="0" y="88106"/>
                </a:lnTo>
                <a:cubicBezTo>
                  <a:pt x="0" y="92065"/>
                  <a:pt x="3185" y="95250"/>
                  <a:pt x="7144" y="95250"/>
                </a:cubicBezTo>
                <a:cubicBezTo>
                  <a:pt x="11103" y="95250"/>
                  <a:pt x="14288" y="92065"/>
                  <a:pt x="14288" y="88106"/>
                </a:cubicBezTo>
                <a:lnTo>
                  <a:pt x="14288" y="76200"/>
                </a:lnTo>
                <a:close/>
                <a:moveTo>
                  <a:pt x="150763" y="60454"/>
                </a:moveTo>
                <a:cubicBezTo>
                  <a:pt x="149959" y="56584"/>
                  <a:pt x="146149" y="54114"/>
                  <a:pt x="142309" y="54947"/>
                </a:cubicBezTo>
                <a:cubicBezTo>
                  <a:pt x="138470" y="55781"/>
                  <a:pt x="135969" y="59561"/>
                  <a:pt x="136803" y="63401"/>
                </a:cubicBezTo>
                <a:cubicBezTo>
                  <a:pt x="137666" y="67538"/>
                  <a:pt x="138142" y="71824"/>
                  <a:pt x="138142" y="76230"/>
                </a:cubicBezTo>
                <a:lnTo>
                  <a:pt x="138142" y="88136"/>
                </a:lnTo>
                <a:cubicBezTo>
                  <a:pt x="138142" y="92095"/>
                  <a:pt x="141327" y="95280"/>
                  <a:pt x="145286" y="95280"/>
                </a:cubicBezTo>
                <a:cubicBezTo>
                  <a:pt x="149245" y="95280"/>
                  <a:pt x="152430" y="92095"/>
                  <a:pt x="152430" y="88136"/>
                </a:cubicBezTo>
                <a:lnTo>
                  <a:pt x="152430" y="76230"/>
                </a:lnTo>
                <a:cubicBezTo>
                  <a:pt x="152430" y="70842"/>
                  <a:pt x="151864" y="65574"/>
                  <a:pt x="150793" y="60484"/>
                </a:cubicBezTo>
                <a:close/>
                <a:moveTo>
                  <a:pt x="76200" y="23813"/>
                </a:moveTo>
                <a:cubicBezTo>
                  <a:pt x="70545" y="23813"/>
                  <a:pt x="65068" y="24705"/>
                  <a:pt x="59978" y="26372"/>
                </a:cubicBezTo>
                <a:cubicBezTo>
                  <a:pt x="55453" y="27861"/>
                  <a:pt x="54412" y="33427"/>
                  <a:pt x="57507" y="37058"/>
                </a:cubicBezTo>
                <a:cubicBezTo>
                  <a:pt x="59621" y="39529"/>
                  <a:pt x="63103" y="40273"/>
                  <a:pt x="66258" y="39410"/>
                </a:cubicBezTo>
                <a:cubicBezTo>
                  <a:pt x="69413" y="38546"/>
                  <a:pt x="72747" y="38100"/>
                  <a:pt x="76200" y="38100"/>
                </a:cubicBezTo>
                <a:cubicBezTo>
                  <a:pt x="97244" y="38100"/>
                  <a:pt x="114300" y="55156"/>
                  <a:pt x="114300" y="76200"/>
                </a:cubicBezTo>
                <a:lnTo>
                  <a:pt x="114300" y="83612"/>
                </a:lnTo>
                <a:cubicBezTo>
                  <a:pt x="114300" y="91113"/>
                  <a:pt x="113854" y="98584"/>
                  <a:pt x="112990" y="106025"/>
                </a:cubicBezTo>
                <a:cubicBezTo>
                  <a:pt x="112484" y="110371"/>
                  <a:pt x="115788" y="114300"/>
                  <a:pt x="120194" y="114300"/>
                </a:cubicBezTo>
                <a:cubicBezTo>
                  <a:pt x="123706" y="114300"/>
                  <a:pt x="126712" y="111740"/>
                  <a:pt x="127129" y="108258"/>
                </a:cubicBezTo>
                <a:cubicBezTo>
                  <a:pt x="128111" y="100102"/>
                  <a:pt x="128617" y="91886"/>
                  <a:pt x="128617" y="83641"/>
                </a:cubicBezTo>
                <a:lnTo>
                  <a:pt x="128617" y="76230"/>
                </a:lnTo>
                <a:cubicBezTo>
                  <a:pt x="128617" y="47298"/>
                  <a:pt x="105162" y="23842"/>
                  <a:pt x="76230" y="23842"/>
                </a:cubicBezTo>
                <a:close/>
                <a:moveTo>
                  <a:pt x="44857" y="44261"/>
                </a:moveTo>
                <a:cubicBezTo>
                  <a:pt x="42148" y="41106"/>
                  <a:pt x="37326" y="40868"/>
                  <a:pt x="34766" y="44142"/>
                </a:cubicBezTo>
                <a:cubicBezTo>
                  <a:pt x="27890" y="53013"/>
                  <a:pt x="23812" y="64115"/>
                  <a:pt x="23812" y="76200"/>
                </a:cubicBezTo>
                <a:lnTo>
                  <a:pt x="23812" y="83612"/>
                </a:lnTo>
                <a:cubicBezTo>
                  <a:pt x="23812" y="90815"/>
                  <a:pt x="23039" y="98018"/>
                  <a:pt x="21491" y="105013"/>
                </a:cubicBezTo>
                <a:cubicBezTo>
                  <a:pt x="20479" y="109657"/>
                  <a:pt x="23842" y="114270"/>
                  <a:pt x="28605" y="114270"/>
                </a:cubicBezTo>
                <a:cubicBezTo>
                  <a:pt x="31730" y="114270"/>
                  <a:pt x="34528" y="112187"/>
                  <a:pt x="35213" y="109121"/>
                </a:cubicBezTo>
                <a:cubicBezTo>
                  <a:pt x="37118" y="100757"/>
                  <a:pt x="38100" y="92214"/>
                  <a:pt x="38100" y="83582"/>
                </a:cubicBezTo>
                <a:lnTo>
                  <a:pt x="38100" y="76170"/>
                </a:lnTo>
                <a:cubicBezTo>
                  <a:pt x="38100" y="68074"/>
                  <a:pt x="40630" y="60573"/>
                  <a:pt x="44916" y="54412"/>
                </a:cubicBezTo>
                <a:cubicBezTo>
                  <a:pt x="47059" y="51316"/>
                  <a:pt x="47298" y="47089"/>
                  <a:pt x="44857" y="44232"/>
                </a:cubicBezTo>
                <a:close/>
                <a:moveTo>
                  <a:pt x="76200" y="47625"/>
                </a:moveTo>
                <a:cubicBezTo>
                  <a:pt x="60424" y="47625"/>
                  <a:pt x="47625" y="60424"/>
                  <a:pt x="47625" y="76200"/>
                </a:cubicBezTo>
                <a:lnTo>
                  <a:pt x="47625" y="83612"/>
                </a:lnTo>
                <a:cubicBezTo>
                  <a:pt x="47625" y="94298"/>
                  <a:pt x="46256" y="104894"/>
                  <a:pt x="43517" y="115193"/>
                </a:cubicBezTo>
                <a:cubicBezTo>
                  <a:pt x="42386" y="119449"/>
                  <a:pt x="45512" y="123825"/>
                  <a:pt x="49917" y="123825"/>
                </a:cubicBezTo>
                <a:cubicBezTo>
                  <a:pt x="52745" y="123825"/>
                  <a:pt x="55245" y="121980"/>
                  <a:pt x="55989" y="119241"/>
                </a:cubicBezTo>
                <a:cubicBezTo>
                  <a:pt x="59115" y="107633"/>
                  <a:pt x="60722" y="95667"/>
                  <a:pt x="60722" y="83612"/>
                </a:cubicBezTo>
                <a:lnTo>
                  <a:pt x="60722" y="76200"/>
                </a:lnTo>
                <a:cubicBezTo>
                  <a:pt x="60722" y="67657"/>
                  <a:pt x="67657" y="60722"/>
                  <a:pt x="76200" y="60722"/>
                </a:cubicBezTo>
                <a:cubicBezTo>
                  <a:pt x="84743" y="60722"/>
                  <a:pt x="91678" y="67657"/>
                  <a:pt x="91678" y="76200"/>
                </a:cubicBezTo>
                <a:lnTo>
                  <a:pt x="91678" y="83612"/>
                </a:lnTo>
                <a:cubicBezTo>
                  <a:pt x="91678" y="94417"/>
                  <a:pt x="90636" y="105162"/>
                  <a:pt x="88583" y="115729"/>
                </a:cubicBezTo>
                <a:cubicBezTo>
                  <a:pt x="87779" y="119866"/>
                  <a:pt x="90874" y="123825"/>
                  <a:pt x="95071" y="123825"/>
                </a:cubicBezTo>
                <a:cubicBezTo>
                  <a:pt x="98108" y="123825"/>
                  <a:pt x="100727" y="121741"/>
                  <a:pt x="101322" y="118765"/>
                </a:cubicBezTo>
                <a:cubicBezTo>
                  <a:pt x="103614" y="107216"/>
                  <a:pt x="104775" y="95458"/>
                  <a:pt x="104775" y="83612"/>
                </a:cubicBezTo>
                <a:lnTo>
                  <a:pt x="104775" y="76200"/>
                </a:lnTo>
                <a:cubicBezTo>
                  <a:pt x="104775" y="60424"/>
                  <a:pt x="91976" y="47625"/>
                  <a:pt x="76200" y="47625"/>
                </a:cubicBezTo>
                <a:close/>
                <a:moveTo>
                  <a:pt x="83344" y="76200"/>
                </a:moveTo>
                <a:cubicBezTo>
                  <a:pt x="83344" y="72241"/>
                  <a:pt x="80159" y="69056"/>
                  <a:pt x="76200" y="69056"/>
                </a:cubicBezTo>
                <a:cubicBezTo>
                  <a:pt x="72241" y="69056"/>
                  <a:pt x="69056" y="72241"/>
                  <a:pt x="69056" y="76200"/>
                </a:cubicBezTo>
                <a:lnTo>
                  <a:pt x="69056" y="83612"/>
                </a:lnTo>
                <a:cubicBezTo>
                  <a:pt x="69056" y="101441"/>
                  <a:pt x="65782" y="119122"/>
                  <a:pt x="59382" y="135761"/>
                </a:cubicBezTo>
                <a:lnTo>
                  <a:pt x="57626" y="140315"/>
                </a:lnTo>
                <a:cubicBezTo>
                  <a:pt x="56197" y="144006"/>
                  <a:pt x="58043" y="148144"/>
                  <a:pt x="61734" y="149543"/>
                </a:cubicBezTo>
                <a:cubicBezTo>
                  <a:pt x="65425" y="150941"/>
                  <a:pt x="69562" y="149126"/>
                  <a:pt x="70961" y="145435"/>
                </a:cubicBezTo>
                <a:lnTo>
                  <a:pt x="72717" y="140881"/>
                </a:lnTo>
                <a:cubicBezTo>
                  <a:pt x="79742" y="122605"/>
                  <a:pt x="83344" y="103197"/>
                  <a:pt x="83344" y="83612"/>
                </a:cubicBezTo>
                <a:lnTo>
                  <a:pt x="83344" y="7620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44" name="Shape 42"/>
          <p:cNvSpPr/>
          <p:nvPr/>
        </p:nvSpPr>
        <p:spPr>
          <a:xfrm>
            <a:off x="8721090" y="2224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5" name="Shape 43"/>
          <p:cNvSpPr/>
          <p:nvPr/>
        </p:nvSpPr>
        <p:spPr>
          <a:xfrm>
            <a:off x="9006840" y="2110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121140" y="2224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47" name="Shape 45"/>
          <p:cNvSpPr/>
          <p:nvPr/>
        </p:nvSpPr>
        <p:spPr>
          <a:xfrm>
            <a:off x="8939213" y="26059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8" name="Shape 46"/>
          <p:cNvSpPr/>
          <p:nvPr/>
        </p:nvSpPr>
        <p:spPr>
          <a:xfrm>
            <a:off x="8020050" y="2948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143875" y="30631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57150" y="38100"/>
                </a:moveTo>
                <a:cubicBezTo>
                  <a:pt x="57150" y="22329"/>
                  <a:pt x="44346" y="9525"/>
                  <a:pt x="28575" y="9525"/>
                </a:cubicBezTo>
                <a:cubicBezTo>
                  <a:pt x="12804" y="9525"/>
                  <a:pt x="0" y="22329"/>
                  <a:pt x="0" y="38100"/>
                </a:cubicBezTo>
                <a:cubicBezTo>
                  <a:pt x="0" y="53871"/>
                  <a:pt x="12804" y="66675"/>
                  <a:pt x="28575" y="66675"/>
                </a:cubicBezTo>
                <a:cubicBezTo>
                  <a:pt x="44346" y="66675"/>
                  <a:pt x="57150" y="53871"/>
                  <a:pt x="57150" y="38100"/>
                </a:cubicBezTo>
                <a:close/>
                <a:moveTo>
                  <a:pt x="133350" y="114300"/>
                </a:moveTo>
                <a:cubicBezTo>
                  <a:pt x="133350" y="98529"/>
                  <a:pt x="120546" y="85725"/>
                  <a:pt x="104775" y="85725"/>
                </a:cubicBezTo>
                <a:cubicBezTo>
                  <a:pt x="89004" y="85725"/>
                  <a:pt x="76200" y="98529"/>
                  <a:pt x="76200" y="114300"/>
                </a:cubicBezTo>
                <a:cubicBezTo>
                  <a:pt x="76200" y="130071"/>
                  <a:pt x="89004" y="142875"/>
                  <a:pt x="104775" y="142875"/>
                </a:cubicBezTo>
                <a:cubicBezTo>
                  <a:pt x="120546" y="142875"/>
                  <a:pt x="133350" y="130071"/>
                  <a:pt x="133350" y="114300"/>
                </a:cubicBezTo>
                <a:close/>
                <a:moveTo>
                  <a:pt x="130552" y="25777"/>
                </a:moveTo>
                <a:cubicBezTo>
                  <a:pt x="134273" y="22056"/>
                  <a:pt x="134273" y="16014"/>
                  <a:pt x="130552" y="12293"/>
                </a:cubicBezTo>
                <a:cubicBezTo>
                  <a:pt x="126831" y="8573"/>
                  <a:pt x="120789" y="8573"/>
                  <a:pt x="117068" y="12293"/>
                </a:cubicBezTo>
                <a:lnTo>
                  <a:pt x="2768" y="126593"/>
                </a:lnTo>
                <a:cubicBezTo>
                  <a:pt x="-952" y="130314"/>
                  <a:pt x="-952" y="136356"/>
                  <a:pt x="2768" y="140077"/>
                </a:cubicBezTo>
                <a:cubicBezTo>
                  <a:pt x="6489" y="143798"/>
                  <a:pt x="12531" y="143798"/>
                  <a:pt x="16252" y="140077"/>
                </a:cubicBezTo>
                <a:lnTo>
                  <a:pt x="130552" y="25777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50" name="Shape 48"/>
          <p:cNvSpPr/>
          <p:nvPr/>
        </p:nvSpPr>
        <p:spPr>
          <a:xfrm>
            <a:off x="8534400" y="3063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1" name="Shape 49"/>
          <p:cNvSpPr/>
          <p:nvPr/>
        </p:nvSpPr>
        <p:spPr>
          <a:xfrm>
            <a:off x="8820150" y="2948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943975" y="30631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53" name="Shape 51"/>
          <p:cNvSpPr/>
          <p:nvPr/>
        </p:nvSpPr>
        <p:spPr>
          <a:xfrm>
            <a:off x="9334500" y="3063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4" name="Shape 52"/>
          <p:cNvSpPr/>
          <p:nvPr/>
        </p:nvSpPr>
        <p:spPr>
          <a:xfrm>
            <a:off x="9620250" y="2948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744075" y="30631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56" name="Shape 54"/>
          <p:cNvSpPr/>
          <p:nvPr/>
        </p:nvSpPr>
        <p:spPr>
          <a:xfrm>
            <a:off x="6214110" y="3920371"/>
            <a:ext cx="5589270" cy="2931795"/>
          </a:xfrm>
          <a:custGeom>
            <a:avLst/>
            <a:gdLst/>
            <a:ahLst/>
            <a:cxnLst/>
            <a:rect l="l" t="t" r="r" b="b"/>
            <a:pathLst>
              <a:path w="5589270" h="2931795">
                <a:moveTo>
                  <a:pt x="114311" y="0"/>
                </a:moveTo>
                <a:lnTo>
                  <a:pt x="5474959" y="0"/>
                </a:lnTo>
                <a:cubicBezTo>
                  <a:pt x="5538091" y="0"/>
                  <a:pt x="5589270" y="51179"/>
                  <a:pt x="5589270" y="114311"/>
                </a:cubicBezTo>
                <a:lnTo>
                  <a:pt x="5589270" y="2817484"/>
                </a:lnTo>
                <a:cubicBezTo>
                  <a:pt x="5589270" y="2880616"/>
                  <a:pt x="5538091" y="2931795"/>
                  <a:pt x="5474959" y="2931795"/>
                </a:cubicBezTo>
                <a:lnTo>
                  <a:pt x="114311" y="2931795"/>
                </a:lnTo>
                <a:cubicBezTo>
                  <a:pt x="51179" y="2931795"/>
                  <a:pt x="0" y="2880616"/>
                  <a:pt x="0" y="2817484"/>
                </a:cubicBezTo>
                <a:lnTo>
                  <a:pt x="0" y="114311"/>
                </a:lnTo>
                <a:cubicBezTo>
                  <a:pt x="0" y="51221"/>
                  <a:pt x="51221" y="0"/>
                  <a:pt x="114311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46520" y="4152779"/>
            <a:ext cx="523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450330" y="4613677"/>
            <a:ext cx="2484120" cy="922020"/>
          </a:xfrm>
          <a:custGeom>
            <a:avLst/>
            <a:gdLst/>
            <a:ahLst/>
            <a:cxnLst/>
            <a:rect l="l" t="t" r="r" b="b"/>
            <a:pathLst>
              <a:path w="2484120" h="922020">
                <a:moveTo>
                  <a:pt x="76196" y="0"/>
                </a:moveTo>
                <a:lnTo>
                  <a:pt x="2407924" y="0"/>
                </a:lnTo>
                <a:cubicBezTo>
                  <a:pt x="2450006" y="0"/>
                  <a:pt x="2484120" y="34114"/>
                  <a:pt x="2484120" y="76196"/>
                </a:cubicBezTo>
                <a:lnTo>
                  <a:pt x="2484120" y="845824"/>
                </a:lnTo>
                <a:cubicBezTo>
                  <a:pt x="2484120" y="887906"/>
                  <a:pt x="2450006" y="922020"/>
                  <a:pt x="2407924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20815" y="4769886"/>
            <a:ext cx="2343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&lt;2s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573203" y="5188986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Recognition Time</a:t>
            </a:r>
          </a:p>
        </p:txBody>
      </p:sp>
      <p:sp>
        <p:nvSpPr>
          <p:cNvPr id="61" name="Shape 59"/>
          <p:cNvSpPr/>
          <p:nvPr/>
        </p:nvSpPr>
        <p:spPr>
          <a:xfrm>
            <a:off x="9090660" y="4613677"/>
            <a:ext cx="2484120" cy="922020"/>
          </a:xfrm>
          <a:custGeom>
            <a:avLst/>
            <a:gdLst/>
            <a:ahLst/>
            <a:cxnLst/>
            <a:rect l="l" t="t" r="r" b="b"/>
            <a:pathLst>
              <a:path w="2484120" h="922020">
                <a:moveTo>
                  <a:pt x="76196" y="0"/>
                </a:moveTo>
                <a:lnTo>
                  <a:pt x="2407924" y="0"/>
                </a:lnTo>
                <a:cubicBezTo>
                  <a:pt x="2450006" y="0"/>
                  <a:pt x="2484120" y="34114"/>
                  <a:pt x="2484120" y="76196"/>
                </a:cubicBezTo>
                <a:lnTo>
                  <a:pt x="2484120" y="845824"/>
                </a:lnTo>
                <a:cubicBezTo>
                  <a:pt x="2484120" y="887906"/>
                  <a:pt x="2450006" y="922020"/>
                  <a:pt x="2407924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61145" y="4769886"/>
            <a:ext cx="2343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95%+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213532" y="5188986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</a:t>
            </a:r>
          </a:p>
        </p:txBody>
      </p:sp>
      <p:sp>
        <p:nvSpPr>
          <p:cNvPr id="64" name="Shape 62"/>
          <p:cNvSpPr/>
          <p:nvPr/>
        </p:nvSpPr>
        <p:spPr>
          <a:xfrm>
            <a:off x="6450330" y="5695714"/>
            <a:ext cx="2484120" cy="922020"/>
          </a:xfrm>
          <a:custGeom>
            <a:avLst/>
            <a:gdLst/>
            <a:ahLst/>
            <a:cxnLst/>
            <a:rect l="l" t="t" r="r" b="b"/>
            <a:pathLst>
              <a:path w="2484120" h="922020">
                <a:moveTo>
                  <a:pt x="76196" y="0"/>
                </a:moveTo>
                <a:lnTo>
                  <a:pt x="2407924" y="0"/>
                </a:lnTo>
                <a:cubicBezTo>
                  <a:pt x="2450006" y="0"/>
                  <a:pt x="2484120" y="34114"/>
                  <a:pt x="2484120" y="76196"/>
                </a:cubicBezTo>
                <a:lnTo>
                  <a:pt x="2484120" y="845824"/>
                </a:lnTo>
                <a:cubicBezTo>
                  <a:pt x="2484120" y="887906"/>
                  <a:pt x="2450006" y="922020"/>
                  <a:pt x="2407924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20815" y="5851922"/>
            <a:ext cx="2343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0.7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573203" y="6271022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 Threshold</a:t>
            </a:r>
          </a:p>
        </p:txBody>
      </p:sp>
      <p:sp>
        <p:nvSpPr>
          <p:cNvPr id="67" name="Shape 65"/>
          <p:cNvSpPr/>
          <p:nvPr/>
        </p:nvSpPr>
        <p:spPr>
          <a:xfrm>
            <a:off x="9090660" y="5695714"/>
            <a:ext cx="2484120" cy="922020"/>
          </a:xfrm>
          <a:custGeom>
            <a:avLst/>
            <a:gdLst/>
            <a:ahLst/>
            <a:cxnLst/>
            <a:rect l="l" t="t" r="r" b="b"/>
            <a:pathLst>
              <a:path w="2484120" h="922020">
                <a:moveTo>
                  <a:pt x="76196" y="0"/>
                </a:moveTo>
                <a:lnTo>
                  <a:pt x="2407924" y="0"/>
                </a:lnTo>
                <a:cubicBezTo>
                  <a:pt x="2450006" y="0"/>
                  <a:pt x="2484120" y="34114"/>
                  <a:pt x="2484120" y="76196"/>
                </a:cubicBezTo>
                <a:lnTo>
                  <a:pt x="2484120" y="845824"/>
                </a:lnTo>
                <a:cubicBezTo>
                  <a:pt x="2484120" y="887906"/>
                  <a:pt x="2450006" y="922020"/>
                  <a:pt x="2407924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161145" y="5851922"/>
            <a:ext cx="2343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30fps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213532" y="6271022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Stream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391" y="406400"/>
            <a:ext cx="494748" cy="494748"/>
          </a:xfrm>
          <a:custGeom>
            <a:avLst/>
            <a:gdLst/>
            <a:ahLst/>
            <a:cxnLst/>
            <a:rect l="l" t="t" r="r" b="b"/>
            <a:pathLst>
              <a:path w="494748" h="494748">
                <a:moveTo>
                  <a:pt x="106020" y="0"/>
                </a:moveTo>
                <a:lnTo>
                  <a:pt x="388728" y="0"/>
                </a:lnTo>
                <a:cubicBezTo>
                  <a:pt x="447242" y="0"/>
                  <a:pt x="494748" y="47506"/>
                  <a:pt x="494748" y="106020"/>
                </a:cubicBezTo>
                <a:lnTo>
                  <a:pt x="494748" y="388728"/>
                </a:lnTo>
                <a:cubicBezTo>
                  <a:pt x="494748" y="447242"/>
                  <a:pt x="447242" y="494748"/>
                  <a:pt x="388728" y="494748"/>
                </a:cubicBezTo>
                <a:lnTo>
                  <a:pt x="106020" y="494748"/>
                </a:lnTo>
                <a:cubicBezTo>
                  <a:pt x="47506" y="494748"/>
                  <a:pt x="0" y="447242"/>
                  <a:pt x="0" y="388728"/>
                </a:cubicBezTo>
                <a:lnTo>
                  <a:pt x="0" y="106020"/>
                </a:lnTo>
                <a:cubicBezTo>
                  <a:pt x="0" y="47506"/>
                  <a:pt x="47506" y="0"/>
                  <a:pt x="10602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4748" y="547757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98824" y="79513"/>
                </a:moveTo>
                <a:lnTo>
                  <a:pt x="202096" y="79513"/>
                </a:lnTo>
                <a:cubicBezTo>
                  <a:pt x="207604" y="79513"/>
                  <a:pt x="212035" y="75082"/>
                  <a:pt x="212035" y="69574"/>
                </a:cubicBezTo>
                <a:lnTo>
                  <a:pt x="212035" y="9939"/>
                </a:lnTo>
                <a:cubicBezTo>
                  <a:pt x="212035" y="5922"/>
                  <a:pt x="209633" y="2278"/>
                  <a:pt x="205906" y="745"/>
                </a:cubicBezTo>
                <a:cubicBezTo>
                  <a:pt x="202178" y="-787"/>
                  <a:pt x="197913" y="83"/>
                  <a:pt x="195055" y="2899"/>
                </a:cubicBezTo>
                <a:lnTo>
                  <a:pt x="173645" y="24351"/>
                </a:lnTo>
                <a:cubicBezTo>
                  <a:pt x="155299" y="9152"/>
                  <a:pt x="131693" y="0"/>
                  <a:pt x="106017" y="0"/>
                </a:cubicBezTo>
                <a:cubicBezTo>
                  <a:pt x="52595" y="0"/>
                  <a:pt x="8407" y="39508"/>
                  <a:pt x="1077" y="90902"/>
                </a:cubicBezTo>
                <a:cubicBezTo>
                  <a:pt x="41" y="98149"/>
                  <a:pt x="5052" y="104858"/>
                  <a:pt x="12300" y="105893"/>
                </a:cubicBezTo>
                <a:cubicBezTo>
                  <a:pt x="19547" y="106928"/>
                  <a:pt x="26256" y="101876"/>
                  <a:pt x="27291" y="94670"/>
                </a:cubicBezTo>
                <a:cubicBezTo>
                  <a:pt x="32799" y="56115"/>
                  <a:pt x="65971" y="26504"/>
                  <a:pt x="106017" y="26504"/>
                </a:cubicBezTo>
                <a:cubicBezTo>
                  <a:pt x="124405" y="26504"/>
                  <a:pt x="141301" y="32716"/>
                  <a:pt x="154761" y="43194"/>
                </a:cubicBezTo>
                <a:lnTo>
                  <a:pt x="135421" y="62534"/>
                </a:lnTo>
                <a:cubicBezTo>
                  <a:pt x="132563" y="65391"/>
                  <a:pt x="131735" y="69657"/>
                  <a:pt x="133267" y="73384"/>
                </a:cubicBezTo>
                <a:cubicBezTo>
                  <a:pt x="134799" y="77111"/>
                  <a:pt x="138444" y="79513"/>
                  <a:pt x="142461" y="79513"/>
                </a:cubicBezTo>
                <a:lnTo>
                  <a:pt x="198824" y="79513"/>
                </a:lnTo>
                <a:close/>
                <a:moveTo>
                  <a:pt x="210999" y="121133"/>
                </a:moveTo>
                <a:cubicBezTo>
                  <a:pt x="212035" y="113886"/>
                  <a:pt x="206982" y="107177"/>
                  <a:pt x="199777" y="106142"/>
                </a:cubicBezTo>
                <a:cubicBezTo>
                  <a:pt x="192571" y="105106"/>
                  <a:pt x="185820" y="110159"/>
                  <a:pt x="184785" y="117365"/>
                </a:cubicBezTo>
                <a:cubicBezTo>
                  <a:pt x="179277" y="155879"/>
                  <a:pt x="146105" y="185489"/>
                  <a:pt x="106059" y="185489"/>
                </a:cubicBezTo>
                <a:cubicBezTo>
                  <a:pt x="87671" y="185489"/>
                  <a:pt x="70775" y="179277"/>
                  <a:pt x="57316" y="168800"/>
                </a:cubicBezTo>
                <a:lnTo>
                  <a:pt x="76614" y="149501"/>
                </a:lnTo>
                <a:cubicBezTo>
                  <a:pt x="79472" y="146644"/>
                  <a:pt x="80300" y="142378"/>
                  <a:pt x="78768" y="138651"/>
                </a:cubicBezTo>
                <a:cubicBezTo>
                  <a:pt x="77235" y="134924"/>
                  <a:pt x="73591" y="132522"/>
                  <a:pt x="69574" y="132522"/>
                </a:cubicBezTo>
                <a:lnTo>
                  <a:pt x="9939" y="132522"/>
                </a:lnTo>
                <a:cubicBezTo>
                  <a:pt x="4431" y="132522"/>
                  <a:pt x="0" y="136953"/>
                  <a:pt x="0" y="142461"/>
                </a:cubicBezTo>
                <a:lnTo>
                  <a:pt x="0" y="202096"/>
                </a:lnTo>
                <a:cubicBezTo>
                  <a:pt x="0" y="206113"/>
                  <a:pt x="2402" y="209757"/>
                  <a:pt x="6129" y="211289"/>
                </a:cubicBezTo>
                <a:cubicBezTo>
                  <a:pt x="9856" y="212822"/>
                  <a:pt x="14122" y="211952"/>
                  <a:pt x="16979" y="209136"/>
                </a:cubicBezTo>
                <a:lnTo>
                  <a:pt x="38431" y="187684"/>
                </a:lnTo>
                <a:cubicBezTo>
                  <a:pt x="56736" y="202883"/>
                  <a:pt x="80341" y="212035"/>
                  <a:pt x="106017" y="212035"/>
                </a:cubicBezTo>
                <a:cubicBezTo>
                  <a:pt x="159440" y="212035"/>
                  <a:pt x="203628" y="172527"/>
                  <a:pt x="210958" y="12113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89496" y="353391"/>
            <a:ext cx="5203687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latin typeface="Liter" pitchFamily="34" charset="0"/>
                <a:ea typeface="Liter" pitchFamily="34" charset="-122"/>
                <a:cs typeface="Liter" pitchFamily="34" charset="-120"/>
              </a:rPr>
              <a:t>Concurrency</a:t>
            </a:r>
          </a:p>
        </p:txBody>
      </p:sp>
      <p:sp>
        <p:nvSpPr>
          <p:cNvPr id="5" name="Text 3"/>
          <p:cNvSpPr/>
          <p:nvPr/>
        </p:nvSpPr>
        <p:spPr>
          <a:xfrm>
            <a:off x="989496" y="563955"/>
            <a:ext cx="5517984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7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 Model Training</a:t>
            </a:r>
          </a:p>
        </p:txBody>
      </p:sp>
      <p:sp>
        <p:nvSpPr>
          <p:cNvPr id="6" name="Shape 4"/>
          <p:cNvSpPr/>
          <p:nvPr/>
        </p:nvSpPr>
        <p:spPr>
          <a:xfrm>
            <a:off x="356925" y="1169725"/>
            <a:ext cx="5625990" cy="2843033"/>
          </a:xfrm>
          <a:custGeom>
            <a:avLst/>
            <a:gdLst/>
            <a:ahLst/>
            <a:cxnLst/>
            <a:rect l="l" t="t" r="r" b="b"/>
            <a:pathLst>
              <a:path w="5625990" h="2843033">
                <a:moveTo>
                  <a:pt x="106017" y="0"/>
                </a:moveTo>
                <a:lnTo>
                  <a:pt x="5519973" y="0"/>
                </a:lnTo>
                <a:cubicBezTo>
                  <a:pt x="5578485" y="0"/>
                  <a:pt x="5625990" y="47504"/>
                  <a:pt x="5625990" y="106017"/>
                </a:cubicBezTo>
                <a:lnTo>
                  <a:pt x="5625990" y="2737016"/>
                </a:lnTo>
                <a:cubicBezTo>
                  <a:pt x="5625990" y="2795529"/>
                  <a:pt x="5578485" y="2843033"/>
                  <a:pt x="5519973" y="2843033"/>
                </a:cubicBezTo>
                <a:lnTo>
                  <a:pt x="106017" y="2843033"/>
                </a:lnTo>
                <a:cubicBezTo>
                  <a:pt x="47504" y="2843033"/>
                  <a:pt x="0" y="2795529"/>
                  <a:pt x="0" y="2737016"/>
                </a:cubicBezTo>
                <a:lnTo>
                  <a:pt x="0" y="106017"/>
                </a:lnTo>
                <a:cubicBezTo>
                  <a:pt x="0" y="47504"/>
                  <a:pt x="47504" y="0"/>
                  <a:pt x="106017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2494" y="1420528"/>
            <a:ext cx="265043" cy="212035"/>
          </a:xfrm>
          <a:custGeom>
            <a:avLst/>
            <a:gdLst/>
            <a:ahLst/>
            <a:cxnLst/>
            <a:rect l="l" t="t" r="r" b="b"/>
            <a:pathLst>
              <a:path w="265043" h="212035">
                <a:moveTo>
                  <a:pt x="172237" y="87174"/>
                </a:moveTo>
                <a:cubicBezTo>
                  <a:pt x="177289" y="85808"/>
                  <a:pt x="182590" y="88210"/>
                  <a:pt x="184868" y="92889"/>
                </a:cubicBezTo>
                <a:lnTo>
                  <a:pt x="192571" y="108461"/>
                </a:lnTo>
                <a:cubicBezTo>
                  <a:pt x="196836" y="109041"/>
                  <a:pt x="201019" y="110200"/>
                  <a:pt x="204953" y="111815"/>
                </a:cubicBezTo>
                <a:lnTo>
                  <a:pt x="219448" y="102166"/>
                </a:lnTo>
                <a:cubicBezTo>
                  <a:pt x="223796" y="99267"/>
                  <a:pt x="229552" y="99847"/>
                  <a:pt x="233238" y="103533"/>
                </a:cubicBezTo>
                <a:lnTo>
                  <a:pt x="241190" y="111484"/>
                </a:lnTo>
                <a:cubicBezTo>
                  <a:pt x="244875" y="115170"/>
                  <a:pt x="245455" y="120967"/>
                  <a:pt x="242556" y="125274"/>
                </a:cubicBezTo>
                <a:lnTo>
                  <a:pt x="232907" y="139728"/>
                </a:lnTo>
                <a:cubicBezTo>
                  <a:pt x="233694" y="141674"/>
                  <a:pt x="234398" y="143703"/>
                  <a:pt x="234978" y="145815"/>
                </a:cubicBezTo>
                <a:cubicBezTo>
                  <a:pt x="235557" y="147927"/>
                  <a:pt x="235930" y="149998"/>
                  <a:pt x="236220" y="152110"/>
                </a:cubicBezTo>
                <a:lnTo>
                  <a:pt x="251833" y="159813"/>
                </a:lnTo>
                <a:cubicBezTo>
                  <a:pt x="256512" y="162132"/>
                  <a:pt x="258914" y="167433"/>
                  <a:pt x="257548" y="172444"/>
                </a:cubicBezTo>
                <a:lnTo>
                  <a:pt x="254649" y="183294"/>
                </a:lnTo>
                <a:cubicBezTo>
                  <a:pt x="253282" y="188305"/>
                  <a:pt x="248602" y="191701"/>
                  <a:pt x="243384" y="191370"/>
                </a:cubicBezTo>
                <a:lnTo>
                  <a:pt x="225991" y="190252"/>
                </a:lnTo>
                <a:cubicBezTo>
                  <a:pt x="223382" y="193606"/>
                  <a:pt x="220359" y="196712"/>
                  <a:pt x="216922" y="199362"/>
                </a:cubicBezTo>
                <a:lnTo>
                  <a:pt x="218040" y="216714"/>
                </a:lnTo>
                <a:cubicBezTo>
                  <a:pt x="218371" y="221933"/>
                  <a:pt x="214975" y="226654"/>
                  <a:pt x="209964" y="227979"/>
                </a:cubicBezTo>
                <a:lnTo>
                  <a:pt x="199114" y="230878"/>
                </a:lnTo>
                <a:cubicBezTo>
                  <a:pt x="194062" y="232244"/>
                  <a:pt x="188802" y="229842"/>
                  <a:pt x="186483" y="225163"/>
                </a:cubicBezTo>
                <a:lnTo>
                  <a:pt x="178780" y="209591"/>
                </a:lnTo>
                <a:cubicBezTo>
                  <a:pt x="174515" y="209012"/>
                  <a:pt x="170332" y="207852"/>
                  <a:pt x="166398" y="206237"/>
                </a:cubicBezTo>
                <a:lnTo>
                  <a:pt x="151903" y="215886"/>
                </a:lnTo>
                <a:cubicBezTo>
                  <a:pt x="147555" y="218785"/>
                  <a:pt x="141798" y="218205"/>
                  <a:pt x="138113" y="214520"/>
                </a:cubicBezTo>
                <a:lnTo>
                  <a:pt x="130161" y="206568"/>
                </a:lnTo>
                <a:cubicBezTo>
                  <a:pt x="126475" y="202883"/>
                  <a:pt x="125896" y="197126"/>
                  <a:pt x="128795" y="192778"/>
                </a:cubicBezTo>
                <a:lnTo>
                  <a:pt x="138444" y="178283"/>
                </a:lnTo>
                <a:cubicBezTo>
                  <a:pt x="137657" y="176337"/>
                  <a:pt x="136953" y="174308"/>
                  <a:pt x="136373" y="172195"/>
                </a:cubicBezTo>
                <a:cubicBezTo>
                  <a:pt x="135793" y="170083"/>
                  <a:pt x="135421" y="167971"/>
                  <a:pt x="135131" y="165901"/>
                </a:cubicBezTo>
                <a:lnTo>
                  <a:pt x="119518" y="158198"/>
                </a:lnTo>
                <a:cubicBezTo>
                  <a:pt x="114838" y="155879"/>
                  <a:pt x="112478" y="150578"/>
                  <a:pt x="113803" y="145567"/>
                </a:cubicBezTo>
                <a:lnTo>
                  <a:pt x="116702" y="134717"/>
                </a:lnTo>
                <a:cubicBezTo>
                  <a:pt x="118069" y="129706"/>
                  <a:pt x="122748" y="126310"/>
                  <a:pt x="127966" y="126641"/>
                </a:cubicBezTo>
                <a:lnTo>
                  <a:pt x="145318" y="127759"/>
                </a:lnTo>
                <a:cubicBezTo>
                  <a:pt x="147927" y="124405"/>
                  <a:pt x="150951" y="121299"/>
                  <a:pt x="154388" y="118648"/>
                </a:cubicBezTo>
                <a:lnTo>
                  <a:pt x="153270" y="101338"/>
                </a:lnTo>
                <a:cubicBezTo>
                  <a:pt x="152938" y="96120"/>
                  <a:pt x="156334" y="91399"/>
                  <a:pt x="161345" y="90073"/>
                </a:cubicBezTo>
                <a:lnTo>
                  <a:pt x="172195" y="87174"/>
                </a:lnTo>
                <a:close/>
                <a:moveTo>
                  <a:pt x="185696" y="140804"/>
                </a:moveTo>
                <a:cubicBezTo>
                  <a:pt x="175639" y="140816"/>
                  <a:pt x="167484" y="148990"/>
                  <a:pt x="167495" y="159047"/>
                </a:cubicBezTo>
                <a:cubicBezTo>
                  <a:pt x="167506" y="169104"/>
                  <a:pt x="175681" y="177259"/>
                  <a:pt x="185738" y="177248"/>
                </a:cubicBezTo>
                <a:cubicBezTo>
                  <a:pt x="195794" y="177236"/>
                  <a:pt x="203950" y="169062"/>
                  <a:pt x="203939" y="159005"/>
                </a:cubicBezTo>
                <a:cubicBezTo>
                  <a:pt x="203927" y="148949"/>
                  <a:pt x="195753" y="140793"/>
                  <a:pt x="185696" y="140804"/>
                </a:cubicBezTo>
                <a:close/>
                <a:moveTo>
                  <a:pt x="93138" y="-18843"/>
                </a:moveTo>
                <a:lnTo>
                  <a:pt x="103988" y="-15944"/>
                </a:lnTo>
                <a:cubicBezTo>
                  <a:pt x="108999" y="-14577"/>
                  <a:pt x="112395" y="-9856"/>
                  <a:pt x="112064" y="-4680"/>
                </a:cubicBezTo>
                <a:lnTo>
                  <a:pt x="110946" y="12631"/>
                </a:lnTo>
                <a:cubicBezTo>
                  <a:pt x="114383" y="15281"/>
                  <a:pt x="117406" y="18346"/>
                  <a:pt x="120015" y="21742"/>
                </a:cubicBezTo>
                <a:lnTo>
                  <a:pt x="137408" y="20624"/>
                </a:lnTo>
                <a:cubicBezTo>
                  <a:pt x="142585" y="20292"/>
                  <a:pt x="147306" y="23688"/>
                  <a:pt x="148673" y="28699"/>
                </a:cubicBezTo>
                <a:lnTo>
                  <a:pt x="151572" y="39549"/>
                </a:lnTo>
                <a:cubicBezTo>
                  <a:pt x="152897" y="44560"/>
                  <a:pt x="150536" y="49861"/>
                  <a:pt x="145857" y="52180"/>
                </a:cubicBezTo>
                <a:lnTo>
                  <a:pt x="130244" y="59883"/>
                </a:lnTo>
                <a:cubicBezTo>
                  <a:pt x="129954" y="61995"/>
                  <a:pt x="129540" y="64107"/>
                  <a:pt x="129002" y="66178"/>
                </a:cubicBezTo>
                <a:cubicBezTo>
                  <a:pt x="128463" y="68249"/>
                  <a:pt x="127718" y="70319"/>
                  <a:pt x="126931" y="72266"/>
                </a:cubicBezTo>
                <a:lnTo>
                  <a:pt x="136580" y="86760"/>
                </a:lnTo>
                <a:cubicBezTo>
                  <a:pt x="139479" y="91109"/>
                  <a:pt x="138899" y="96865"/>
                  <a:pt x="135214" y="100551"/>
                </a:cubicBezTo>
                <a:lnTo>
                  <a:pt x="127262" y="108502"/>
                </a:lnTo>
                <a:cubicBezTo>
                  <a:pt x="123577" y="112188"/>
                  <a:pt x="117820" y="112768"/>
                  <a:pt x="113472" y="109869"/>
                </a:cubicBezTo>
                <a:lnTo>
                  <a:pt x="98977" y="100220"/>
                </a:lnTo>
                <a:cubicBezTo>
                  <a:pt x="95043" y="101835"/>
                  <a:pt x="90860" y="102994"/>
                  <a:pt x="86595" y="103574"/>
                </a:cubicBezTo>
                <a:lnTo>
                  <a:pt x="78892" y="119145"/>
                </a:lnTo>
                <a:cubicBezTo>
                  <a:pt x="76573" y="123825"/>
                  <a:pt x="71272" y="126186"/>
                  <a:pt x="66261" y="124860"/>
                </a:cubicBezTo>
                <a:lnTo>
                  <a:pt x="55411" y="121961"/>
                </a:lnTo>
                <a:cubicBezTo>
                  <a:pt x="50358" y="120595"/>
                  <a:pt x="47004" y="115874"/>
                  <a:pt x="47335" y="110697"/>
                </a:cubicBezTo>
                <a:lnTo>
                  <a:pt x="48453" y="93345"/>
                </a:lnTo>
                <a:cubicBezTo>
                  <a:pt x="45016" y="90695"/>
                  <a:pt x="41993" y="87630"/>
                  <a:pt x="39384" y="84234"/>
                </a:cubicBezTo>
                <a:lnTo>
                  <a:pt x="21990" y="85352"/>
                </a:lnTo>
                <a:cubicBezTo>
                  <a:pt x="16814" y="85684"/>
                  <a:pt x="12093" y="82288"/>
                  <a:pt x="10726" y="77277"/>
                </a:cubicBezTo>
                <a:lnTo>
                  <a:pt x="7827" y="66427"/>
                </a:lnTo>
                <a:cubicBezTo>
                  <a:pt x="6502" y="61416"/>
                  <a:pt x="8862" y="56115"/>
                  <a:pt x="13542" y="53796"/>
                </a:cubicBezTo>
                <a:lnTo>
                  <a:pt x="29155" y="46093"/>
                </a:lnTo>
                <a:cubicBezTo>
                  <a:pt x="29445" y="43981"/>
                  <a:pt x="29859" y="41910"/>
                  <a:pt x="30397" y="39798"/>
                </a:cubicBezTo>
                <a:cubicBezTo>
                  <a:pt x="30977" y="37686"/>
                  <a:pt x="31640" y="35657"/>
                  <a:pt x="32468" y="33710"/>
                </a:cubicBezTo>
                <a:lnTo>
                  <a:pt x="22819" y="19257"/>
                </a:lnTo>
                <a:cubicBezTo>
                  <a:pt x="19920" y="14909"/>
                  <a:pt x="20499" y="9152"/>
                  <a:pt x="24185" y="5467"/>
                </a:cubicBezTo>
                <a:lnTo>
                  <a:pt x="32137" y="-2485"/>
                </a:lnTo>
                <a:cubicBezTo>
                  <a:pt x="35822" y="-6171"/>
                  <a:pt x="41579" y="-6750"/>
                  <a:pt x="45927" y="-3851"/>
                </a:cubicBezTo>
                <a:lnTo>
                  <a:pt x="60422" y="5798"/>
                </a:lnTo>
                <a:cubicBezTo>
                  <a:pt x="64356" y="4183"/>
                  <a:pt x="68539" y="3023"/>
                  <a:pt x="72804" y="2443"/>
                </a:cubicBezTo>
                <a:lnTo>
                  <a:pt x="80507" y="-13128"/>
                </a:lnTo>
                <a:cubicBezTo>
                  <a:pt x="82826" y="-17808"/>
                  <a:pt x="88086" y="-20168"/>
                  <a:pt x="93138" y="-18843"/>
                </a:cubicBezTo>
                <a:close/>
                <a:moveTo>
                  <a:pt x="79679" y="34787"/>
                </a:moveTo>
                <a:cubicBezTo>
                  <a:pt x="69622" y="34787"/>
                  <a:pt x="61457" y="42952"/>
                  <a:pt x="61457" y="53009"/>
                </a:cubicBezTo>
                <a:cubicBezTo>
                  <a:pt x="61457" y="63066"/>
                  <a:pt x="69622" y="71230"/>
                  <a:pt x="79679" y="71230"/>
                </a:cubicBezTo>
                <a:cubicBezTo>
                  <a:pt x="89736" y="71230"/>
                  <a:pt x="97900" y="63066"/>
                  <a:pt x="97900" y="53009"/>
                </a:cubicBezTo>
                <a:cubicBezTo>
                  <a:pt x="97900" y="42952"/>
                  <a:pt x="89736" y="34787"/>
                  <a:pt x="79679" y="3478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37537" y="1385292"/>
            <a:ext cx="5035826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Threading?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2494" y="1809258"/>
            <a:ext cx="5274365" cy="7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training can take several minutes depending on dataset size. Without threading, the web application would freeze during training, making it unusable.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6028" y="2729401"/>
            <a:ext cx="5193085" cy="1067242"/>
          </a:xfrm>
          <a:custGeom>
            <a:avLst/>
            <a:gdLst/>
            <a:ahLst/>
            <a:cxnLst/>
            <a:rect l="l" t="t" r="r" b="b"/>
            <a:pathLst>
              <a:path w="5193085" h="1067242">
                <a:moveTo>
                  <a:pt x="70683" y="0"/>
                </a:moveTo>
                <a:lnTo>
                  <a:pt x="5122402" y="0"/>
                </a:lnTo>
                <a:cubicBezTo>
                  <a:pt x="5161439" y="0"/>
                  <a:pt x="5193085" y="31646"/>
                  <a:pt x="5193085" y="70683"/>
                </a:cubicBezTo>
                <a:lnTo>
                  <a:pt x="5193085" y="996558"/>
                </a:lnTo>
                <a:cubicBezTo>
                  <a:pt x="5193085" y="1035596"/>
                  <a:pt x="5161439" y="1067242"/>
                  <a:pt x="5122402" y="1067242"/>
                </a:cubicBezTo>
                <a:lnTo>
                  <a:pt x="70683" y="1067242"/>
                </a:lnTo>
                <a:cubicBezTo>
                  <a:pt x="31672" y="1067242"/>
                  <a:pt x="0" y="1035570"/>
                  <a:pt x="0" y="996558"/>
                </a:cubicBezTo>
                <a:lnTo>
                  <a:pt x="0" y="70683"/>
                </a:lnTo>
                <a:cubicBezTo>
                  <a:pt x="0" y="31646"/>
                  <a:pt x="31646" y="0"/>
                  <a:pt x="70683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918" y="2874290"/>
            <a:ext cx="4965148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chemeClr val="accent4">
                    <a:lumMod val="60000"/>
                    <a:lumOff val="40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Problem: Blocking Training</a:t>
            </a:r>
          </a:p>
        </p:txBody>
      </p:sp>
      <p:sp>
        <p:nvSpPr>
          <p:cNvPr id="12" name="Text 10"/>
          <p:cNvSpPr/>
          <p:nvPr/>
        </p:nvSpPr>
        <p:spPr>
          <a:xfrm>
            <a:off x="720918" y="3121663"/>
            <a:ext cx="4965148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 train_model():</a:t>
            </a:r>
          </a:p>
        </p:txBody>
      </p:sp>
      <p:sp>
        <p:nvSpPr>
          <p:cNvPr id="13" name="Text 11"/>
          <p:cNvSpPr/>
          <p:nvPr/>
        </p:nvSpPr>
        <p:spPr>
          <a:xfrm>
            <a:off x="862275" y="3298359"/>
            <a:ext cx="482379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model.fit(X, y) # Blocks for 5-10 min</a:t>
            </a:r>
          </a:p>
        </p:txBody>
      </p:sp>
      <p:sp>
        <p:nvSpPr>
          <p:cNvPr id="14" name="Text 12"/>
          <p:cNvSpPr/>
          <p:nvPr/>
        </p:nvSpPr>
        <p:spPr>
          <a:xfrm>
            <a:off x="862275" y="3475055"/>
            <a:ext cx="482379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App is frozen!</a:t>
            </a:r>
          </a:p>
        </p:txBody>
      </p:sp>
      <p:sp>
        <p:nvSpPr>
          <p:cNvPr id="15" name="Shape 13"/>
          <p:cNvSpPr/>
          <p:nvPr/>
        </p:nvSpPr>
        <p:spPr>
          <a:xfrm>
            <a:off x="356925" y="4199503"/>
            <a:ext cx="5625990" cy="2648668"/>
          </a:xfrm>
          <a:custGeom>
            <a:avLst/>
            <a:gdLst/>
            <a:ahLst/>
            <a:cxnLst/>
            <a:rect l="l" t="t" r="r" b="b"/>
            <a:pathLst>
              <a:path w="5625990" h="2648668">
                <a:moveTo>
                  <a:pt x="106026" y="0"/>
                </a:moveTo>
                <a:lnTo>
                  <a:pt x="5519963" y="0"/>
                </a:lnTo>
                <a:cubicBezTo>
                  <a:pt x="5578520" y="0"/>
                  <a:pt x="5625990" y="47470"/>
                  <a:pt x="5625990" y="106026"/>
                </a:cubicBezTo>
                <a:lnTo>
                  <a:pt x="5625990" y="2542642"/>
                </a:lnTo>
                <a:cubicBezTo>
                  <a:pt x="5625990" y="2601198"/>
                  <a:pt x="5578520" y="2648668"/>
                  <a:pt x="5519963" y="2648668"/>
                </a:cubicBezTo>
                <a:lnTo>
                  <a:pt x="106026" y="2648668"/>
                </a:lnTo>
                <a:cubicBezTo>
                  <a:pt x="47470" y="2648668"/>
                  <a:pt x="0" y="2601198"/>
                  <a:pt x="0" y="2542642"/>
                </a:cubicBezTo>
                <a:lnTo>
                  <a:pt x="0" y="106026"/>
                </a:lnTo>
                <a:cubicBezTo>
                  <a:pt x="0" y="47509"/>
                  <a:pt x="47509" y="0"/>
                  <a:pt x="106026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98" y="4458364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06017" y="212035"/>
                </a:moveTo>
                <a:cubicBezTo>
                  <a:pt x="164530" y="212035"/>
                  <a:pt x="212035" y="164530"/>
                  <a:pt x="212035" y="106017"/>
                </a:cubicBezTo>
                <a:cubicBezTo>
                  <a:pt x="212035" y="47505"/>
                  <a:pt x="164530" y="0"/>
                  <a:pt x="106017" y="0"/>
                </a:cubicBezTo>
                <a:cubicBezTo>
                  <a:pt x="47505" y="0"/>
                  <a:pt x="0" y="47505"/>
                  <a:pt x="0" y="106017"/>
                </a:cubicBezTo>
                <a:cubicBezTo>
                  <a:pt x="0" y="164530"/>
                  <a:pt x="47505" y="212035"/>
                  <a:pt x="106017" y="212035"/>
                </a:cubicBezTo>
                <a:close/>
                <a:moveTo>
                  <a:pt x="140970" y="88086"/>
                </a:moveTo>
                <a:lnTo>
                  <a:pt x="107840" y="141094"/>
                </a:lnTo>
                <a:cubicBezTo>
                  <a:pt x="106100" y="143869"/>
                  <a:pt x="103118" y="145608"/>
                  <a:pt x="99847" y="145774"/>
                </a:cubicBezTo>
                <a:cubicBezTo>
                  <a:pt x="96575" y="145940"/>
                  <a:pt x="93428" y="144449"/>
                  <a:pt x="91481" y="141798"/>
                </a:cubicBezTo>
                <a:lnTo>
                  <a:pt x="71603" y="115294"/>
                </a:lnTo>
                <a:cubicBezTo>
                  <a:pt x="68290" y="110904"/>
                  <a:pt x="69201" y="104692"/>
                  <a:pt x="73591" y="101379"/>
                </a:cubicBezTo>
                <a:cubicBezTo>
                  <a:pt x="77981" y="98066"/>
                  <a:pt x="84193" y="98977"/>
                  <a:pt x="87506" y="103367"/>
                </a:cubicBezTo>
                <a:lnTo>
                  <a:pt x="98687" y="118276"/>
                </a:lnTo>
                <a:lnTo>
                  <a:pt x="124115" y="77567"/>
                </a:lnTo>
                <a:cubicBezTo>
                  <a:pt x="127014" y="72928"/>
                  <a:pt x="133143" y="71479"/>
                  <a:pt x="137823" y="74419"/>
                </a:cubicBezTo>
                <a:cubicBezTo>
                  <a:pt x="142502" y="77360"/>
                  <a:pt x="143910" y="83447"/>
                  <a:pt x="140970" y="881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37" y="4423137"/>
            <a:ext cx="5035826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Solution: Threading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6028" y="4850629"/>
            <a:ext cx="5193085" cy="1774024"/>
          </a:xfrm>
          <a:custGeom>
            <a:avLst/>
            <a:gdLst/>
            <a:ahLst/>
            <a:cxnLst/>
            <a:rect l="l" t="t" r="r" b="b"/>
            <a:pathLst>
              <a:path w="5193085" h="1774024">
                <a:moveTo>
                  <a:pt x="70677" y="0"/>
                </a:moveTo>
                <a:lnTo>
                  <a:pt x="5122408" y="0"/>
                </a:lnTo>
                <a:cubicBezTo>
                  <a:pt x="5161442" y="0"/>
                  <a:pt x="5193085" y="31643"/>
                  <a:pt x="5193085" y="70677"/>
                </a:cubicBezTo>
                <a:lnTo>
                  <a:pt x="5193085" y="1703347"/>
                </a:lnTo>
                <a:cubicBezTo>
                  <a:pt x="5193085" y="1742381"/>
                  <a:pt x="5161442" y="1774024"/>
                  <a:pt x="5122408" y="1774024"/>
                </a:cubicBezTo>
                <a:lnTo>
                  <a:pt x="70677" y="1774024"/>
                </a:lnTo>
                <a:cubicBezTo>
                  <a:pt x="31643" y="1774024"/>
                  <a:pt x="0" y="1742381"/>
                  <a:pt x="0" y="1703347"/>
                </a:cubicBezTo>
                <a:lnTo>
                  <a:pt x="0" y="70677"/>
                </a:lnTo>
                <a:cubicBezTo>
                  <a:pt x="0" y="31669"/>
                  <a:pt x="31669" y="0"/>
                  <a:pt x="70677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918" y="4995517"/>
            <a:ext cx="4965148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chemeClr val="accent4">
                    <a:lumMod val="60000"/>
                    <a:lumOff val="40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Non-blocking Training</a:t>
            </a:r>
          </a:p>
        </p:txBody>
      </p:sp>
      <p:sp>
        <p:nvSpPr>
          <p:cNvPr id="20" name="Text 18"/>
          <p:cNvSpPr/>
          <p:nvPr/>
        </p:nvSpPr>
        <p:spPr>
          <a:xfrm>
            <a:off x="720918" y="5242891"/>
            <a:ext cx="4965148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 threading</a:t>
            </a:r>
          </a:p>
        </p:txBody>
      </p:sp>
      <p:sp>
        <p:nvSpPr>
          <p:cNvPr id="21" name="Text 19"/>
          <p:cNvSpPr/>
          <p:nvPr/>
        </p:nvSpPr>
        <p:spPr>
          <a:xfrm>
            <a:off x="720918" y="5419587"/>
            <a:ext cx="4965148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 train_model():</a:t>
            </a:r>
          </a:p>
        </p:txBody>
      </p:sp>
      <p:sp>
        <p:nvSpPr>
          <p:cNvPr id="22" name="Text 20"/>
          <p:cNvSpPr/>
          <p:nvPr/>
        </p:nvSpPr>
        <p:spPr>
          <a:xfrm>
            <a:off x="862275" y="5596283"/>
            <a:ext cx="482379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model.fit(X, y)</a:t>
            </a:r>
          </a:p>
        </p:txBody>
      </p:sp>
      <p:sp>
        <p:nvSpPr>
          <p:cNvPr id="23" name="Text 21"/>
          <p:cNvSpPr/>
          <p:nvPr/>
        </p:nvSpPr>
        <p:spPr>
          <a:xfrm>
            <a:off x="720918" y="5772978"/>
            <a:ext cx="4965148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= threading.Thread(</a:t>
            </a:r>
          </a:p>
        </p:txBody>
      </p:sp>
      <p:sp>
        <p:nvSpPr>
          <p:cNvPr id="24" name="Text 22"/>
          <p:cNvSpPr/>
          <p:nvPr/>
        </p:nvSpPr>
        <p:spPr>
          <a:xfrm>
            <a:off x="862275" y="5949674"/>
            <a:ext cx="482379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target=train_model</a:t>
            </a:r>
          </a:p>
        </p:txBody>
      </p:sp>
      <p:sp>
        <p:nvSpPr>
          <p:cNvPr id="25" name="Text 23"/>
          <p:cNvSpPr/>
          <p:nvPr/>
        </p:nvSpPr>
        <p:spPr>
          <a:xfrm>
            <a:off x="720918" y="6126370"/>
            <a:ext cx="4965148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</a:p>
        </p:txBody>
      </p:sp>
      <p:sp>
        <p:nvSpPr>
          <p:cNvPr id="26" name="Text 24"/>
          <p:cNvSpPr/>
          <p:nvPr/>
        </p:nvSpPr>
        <p:spPr>
          <a:xfrm>
            <a:off x="720918" y="6303065"/>
            <a:ext cx="4965148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thread.start() # Non-blocking!</a:t>
            </a:r>
          </a:p>
        </p:txBody>
      </p:sp>
      <p:sp>
        <p:nvSpPr>
          <p:cNvPr id="27" name="Shape 25"/>
          <p:cNvSpPr/>
          <p:nvPr/>
        </p:nvSpPr>
        <p:spPr>
          <a:xfrm>
            <a:off x="6203564" y="1169725"/>
            <a:ext cx="5625990" cy="2772355"/>
          </a:xfrm>
          <a:custGeom>
            <a:avLst/>
            <a:gdLst/>
            <a:ahLst/>
            <a:cxnLst/>
            <a:rect l="l" t="t" r="r" b="b"/>
            <a:pathLst>
              <a:path w="5625990" h="2772355">
                <a:moveTo>
                  <a:pt x="106015" y="0"/>
                </a:moveTo>
                <a:lnTo>
                  <a:pt x="5519975" y="0"/>
                </a:lnTo>
                <a:cubicBezTo>
                  <a:pt x="5578525" y="0"/>
                  <a:pt x="5625990" y="47464"/>
                  <a:pt x="5625990" y="106015"/>
                </a:cubicBezTo>
                <a:lnTo>
                  <a:pt x="5625990" y="2666340"/>
                </a:lnTo>
                <a:cubicBezTo>
                  <a:pt x="5625990" y="2724890"/>
                  <a:pt x="5578525" y="2772355"/>
                  <a:pt x="5519975" y="2772355"/>
                </a:cubicBezTo>
                <a:lnTo>
                  <a:pt x="106015" y="2772355"/>
                </a:lnTo>
                <a:cubicBezTo>
                  <a:pt x="47464" y="2772355"/>
                  <a:pt x="0" y="2724890"/>
                  <a:pt x="0" y="2666340"/>
                </a:cubicBezTo>
                <a:lnTo>
                  <a:pt x="0" y="106015"/>
                </a:lnTo>
                <a:cubicBezTo>
                  <a:pt x="0" y="47464"/>
                  <a:pt x="47464" y="0"/>
                  <a:pt x="106015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5637" y="1420528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0" y="33130"/>
                </a:moveTo>
                <a:cubicBezTo>
                  <a:pt x="0" y="22156"/>
                  <a:pt x="8904" y="13252"/>
                  <a:pt x="19878" y="13252"/>
                </a:cubicBezTo>
                <a:lnTo>
                  <a:pt x="59635" y="13252"/>
                </a:lnTo>
                <a:cubicBezTo>
                  <a:pt x="70609" y="13252"/>
                  <a:pt x="79513" y="22156"/>
                  <a:pt x="79513" y="33130"/>
                </a:cubicBezTo>
                <a:lnTo>
                  <a:pt x="79513" y="39757"/>
                </a:lnTo>
                <a:lnTo>
                  <a:pt x="132522" y="39757"/>
                </a:lnTo>
                <a:lnTo>
                  <a:pt x="132522" y="33130"/>
                </a:lnTo>
                <a:cubicBezTo>
                  <a:pt x="132522" y="22156"/>
                  <a:pt x="141426" y="13252"/>
                  <a:pt x="152400" y="13252"/>
                </a:cubicBezTo>
                <a:lnTo>
                  <a:pt x="192157" y="13252"/>
                </a:lnTo>
                <a:cubicBezTo>
                  <a:pt x="203131" y="13252"/>
                  <a:pt x="212035" y="22156"/>
                  <a:pt x="212035" y="33130"/>
                </a:cubicBezTo>
                <a:lnTo>
                  <a:pt x="212035" y="72887"/>
                </a:lnTo>
                <a:cubicBezTo>
                  <a:pt x="212035" y="83861"/>
                  <a:pt x="203131" y="92765"/>
                  <a:pt x="192157" y="92765"/>
                </a:cubicBezTo>
                <a:lnTo>
                  <a:pt x="152400" y="92765"/>
                </a:lnTo>
                <a:cubicBezTo>
                  <a:pt x="141426" y="92765"/>
                  <a:pt x="132522" y="83861"/>
                  <a:pt x="132522" y="72887"/>
                </a:cubicBezTo>
                <a:lnTo>
                  <a:pt x="132522" y="66261"/>
                </a:lnTo>
                <a:lnTo>
                  <a:pt x="79513" y="66261"/>
                </a:lnTo>
                <a:lnTo>
                  <a:pt x="79513" y="72887"/>
                </a:lnTo>
                <a:cubicBezTo>
                  <a:pt x="79513" y="75910"/>
                  <a:pt x="78809" y="78809"/>
                  <a:pt x="77608" y="81377"/>
                </a:cubicBezTo>
                <a:lnTo>
                  <a:pt x="106017" y="119270"/>
                </a:lnTo>
                <a:lnTo>
                  <a:pt x="139148" y="119270"/>
                </a:lnTo>
                <a:cubicBezTo>
                  <a:pt x="150122" y="119270"/>
                  <a:pt x="159026" y="128173"/>
                  <a:pt x="159026" y="139148"/>
                </a:cubicBezTo>
                <a:lnTo>
                  <a:pt x="159026" y="178904"/>
                </a:lnTo>
                <a:cubicBezTo>
                  <a:pt x="159026" y="189879"/>
                  <a:pt x="150122" y="198783"/>
                  <a:pt x="139148" y="198783"/>
                </a:cubicBezTo>
                <a:lnTo>
                  <a:pt x="99391" y="198783"/>
                </a:lnTo>
                <a:cubicBezTo>
                  <a:pt x="88417" y="198783"/>
                  <a:pt x="79513" y="189879"/>
                  <a:pt x="79513" y="178904"/>
                </a:cubicBezTo>
                <a:lnTo>
                  <a:pt x="79513" y="139148"/>
                </a:lnTo>
                <a:cubicBezTo>
                  <a:pt x="79513" y="136125"/>
                  <a:pt x="80217" y="133226"/>
                  <a:pt x="81418" y="130658"/>
                </a:cubicBezTo>
                <a:lnTo>
                  <a:pt x="53009" y="92765"/>
                </a:lnTo>
                <a:lnTo>
                  <a:pt x="19878" y="92765"/>
                </a:lnTo>
                <a:cubicBezTo>
                  <a:pt x="8904" y="92765"/>
                  <a:pt x="0" y="83861"/>
                  <a:pt x="0" y="72887"/>
                </a:cubicBezTo>
                <a:lnTo>
                  <a:pt x="0" y="3313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6684176" y="1385292"/>
            <a:ext cx="5035826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Threading Architecture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71090" y="1961215"/>
            <a:ext cx="4892703" cy="572494"/>
          </a:xfrm>
          <a:custGeom>
            <a:avLst/>
            <a:gdLst/>
            <a:ahLst/>
            <a:cxnLst/>
            <a:rect l="l" t="t" r="r" b="b"/>
            <a:pathLst>
              <a:path w="4892703" h="572494">
                <a:moveTo>
                  <a:pt x="70680" y="0"/>
                </a:moveTo>
                <a:lnTo>
                  <a:pt x="4822023" y="0"/>
                </a:lnTo>
                <a:cubicBezTo>
                  <a:pt x="4861058" y="0"/>
                  <a:pt x="4892703" y="31645"/>
                  <a:pt x="4892703" y="70680"/>
                </a:cubicBezTo>
                <a:lnTo>
                  <a:pt x="4892703" y="501814"/>
                </a:lnTo>
                <a:cubicBezTo>
                  <a:pt x="4892703" y="540849"/>
                  <a:pt x="4861058" y="572494"/>
                  <a:pt x="4822023" y="572494"/>
                </a:cubicBezTo>
                <a:lnTo>
                  <a:pt x="70680" y="572494"/>
                </a:lnTo>
                <a:cubicBezTo>
                  <a:pt x="31645" y="572494"/>
                  <a:pt x="0" y="540849"/>
                  <a:pt x="0" y="501814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45303" y="2070764"/>
            <a:ext cx="474427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Thread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54137" y="2282799"/>
            <a:ext cx="4726609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Flask Server</a:t>
            </a:r>
          </a:p>
        </p:txBody>
      </p:sp>
      <p:sp>
        <p:nvSpPr>
          <p:cNvPr id="34" name="Shape 32"/>
          <p:cNvSpPr/>
          <p:nvPr/>
        </p:nvSpPr>
        <p:spPr>
          <a:xfrm>
            <a:off x="8928984" y="2678483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140321" y="173452"/>
                </a:moveTo>
                <a:lnTo>
                  <a:pt x="173452" y="140321"/>
                </a:lnTo>
                <a:cubicBezTo>
                  <a:pt x="176627" y="137146"/>
                  <a:pt x="177558" y="132418"/>
                  <a:pt x="175833" y="128277"/>
                </a:cubicBezTo>
                <a:cubicBezTo>
                  <a:pt x="174107" y="124136"/>
                  <a:pt x="170104" y="121478"/>
                  <a:pt x="165652" y="121478"/>
                </a:cubicBezTo>
                <a:lnTo>
                  <a:pt x="143565" y="121478"/>
                </a:lnTo>
                <a:lnTo>
                  <a:pt x="143565" y="11043"/>
                </a:lnTo>
                <a:cubicBezTo>
                  <a:pt x="143565" y="4935"/>
                  <a:pt x="138630" y="0"/>
                  <a:pt x="132522" y="0"/>
                </a:cubicBezTo>
                <a:cubicBezTo>
                  <a:pt x="126413" y="0"/>
                  <a:pt x="121478" y="4935"/>
                  <a:pt x="121478" y="11043"/>
                </a:cubicBezTo>
                <a:lnTo>
                  <a:pt x="121478" y="121478"/>
                </a:lnTo>
                <a:lnTo>
                  <a:pt x="99391" y="121478"/>
                </a:lnTo>
                <a:cubicBezTo>
                  <a:pt x="94939" y="121478"/>
                  <a:pt x="90902" y="124170"/>
                  <a:pt x="89176" y="128311"/>
                </a:cubicBezTo>
                <a:cubicBezTo>
                  <a:pt x="87451" y="132453"/>
                  <a:pt x="88417" y="137181"/>
                  <a:pt x="91557" y="140356"/>
                </a:cubicBezTo>
                <a:lnTo>
                  <a:pt x="124688" y="173486"/>
                </a:lnTo>
                <a:cubicBezTo>
                  <a:pt x="129002" y="177800"/>
                  <a:pt x="136007" y="177800"/>
                  <a:pt x="140321" y="173486"/>
                </a:cubicBezTo>
                <a:close/>
                <a:moveTo>
                  <a:pt x="51973" y="3244"/>
                </a:moveTo>
                <a:cubicBezTo>
                  <a:pt x="47660" y="-1070"/>
                  <a:pt x="40654" y="-1070"/>
                  <a:pt x="36340" y="3244"/>
                </a:cubicBezTo>
                <a:lnTo>
                  <a:pt x="3210" y="36374"/>
                </a:lnTo>
                <a:cubicBezTo>
                  <a:pt x="35" y="39549"/>
                  <a:pt x="-897" y="44277"/>
                  <a:pt x="828" y="48419"/>
                </a:cubicBezTo>
                <a:cubicBezTo>
                  <a:pt x="2554" y="52560"/>
                  <a:pt x="6592" y="55217"/>
                  <a:pt x="11043" y="55217"/>
                </a:cubicBezTo>
                <a:lnTo>
                  <a:pt x="33130" y="55217"/>
                </a:lnTo>
                <a:lnTo>
                  <a:pt x="33130" y="165652"/>
                </a:lnTo>
                <a:cubicBezTo>
                  <a:pt x="33130" y="171761"/>
                  <a:pt x="38065" y="176696"/>
                  <a:pt x="44174" y="176696"/>
                </a:cubicBezTo>
                <a:cubicBezTo>
                  <a:pt x="50282" y="176696"/>
                  <a:pt x="55217" y="171761"/>
                  <a:pt x="55217" y="165652"/>
                </a:cubicBezTo>
                <a:lnTo>
                  <a:pt x="55217" y="55217"/>
                </a:lnTo>
                <a:lnTo>
                  <a:pt x="77304" y="55217"/>
                </a:lnTo>
                <a:cubicBezTo>
                  <a:pt x="81756" y="55217"/>
                  <a:pt x="85794" y="52526"/>
                  <a:pt x="87520" y="48384"/>
                </a:cubicBezTo>
                <a:cubicBezTo>
                  <a:pt x="89245" y="44243"/>
                  <a:pt x="88279" y="39515"/>
                  <a:pt x="85138" y="36340"/>
                </a:cubicBezTo>
                <a:lnTo>
                  <a:pt x="52008" y="321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5" name="Shape 33"/>
          <p:cNvSpPr/>
          <p:nvPr/>
        </p:nvSpPr>
        <p:spPr>
          <a:xfrm>
            <a:off x="6571090" y="3000070"/>
            <a:ext cx="4892703" cy="572494"/>
          </a:xfrm>
          <a:custGeom>
            <a:avLst/>
            <a:gdLst/>
            <a:ahLst/>
            <a:cxnLst/>
            <a:rect l="l" t="t" r="r" b="b"/>
            <a:pathLst>
              <a:path w="4892703" h="572494">
                <a:moveTo>
                  <a:pt x="70680" y="0"/>
                </a:moveTo>
                <a:lnTo>
                  <a:pt x="4822023" y="0"/>
                </a:lnTo>
                <a:cubicBezTo>
                  <a:pt x="4861058" y="0"/>
                  <a:pt x="4892703" y="31645"/>
                  <a:pt x="4892703" y="70680"/>
                </a:cubicBezTo>
                <a:lnTo>
                  <a:pt x="4892703" y="501814"/>
                </a:lnTo>
                <a:cubicBezTo>
                  <a:pt x="4892703" y="540849"/>
                  <a:pt x="4861058" y="572494"/>
                  <a:pt x="4822023" y="572494"/>
                </a:cubicBezTo>
                <a:lnTo>
                  <a:pt x="70680" y="572494"/>
                </a:lnTo>
                <a:cubicBezTo>
                  <a:pt x="31645" y="572494"/>
                  <a:pt x="0" y="540849"/>
                  <a:pt x="0" y="501814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45303" y="3109628"/>
            <a:ext cx="474427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Thread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54137" y="3321663"/>
            <a:ext cx="4726609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Training</a:t>
            </a:r>
          </a:p>
        </p:txBody>
      </p:sp>
      <p:sp>
        <p:nvSpPr>
          <p:cNvPr id="38" name="Shape 36"/>
          <p:cNvSpPr/>
          <p:nvPr/>
        </p:nvSpPr>
        <p:spPr>
          <a:xfrm>
            <a:off x="6203564" y="4123743"/>
            <a:ext cx="5625990" cy="2728181"/>
          </a:xfrm>
          <a:custGeom>
            <a:avLst/>
            <a:gdLst/>
            <a:ahLst/>
            <a:cxnLst/>
            <a:rect l="l" t="t" r="r" b="b"/>
            <a:pathLst>
              <a:path w="5625990" h="2728181">
                <a:moveTo>
                  <a:pt x="106017" y="0"/>
                </a:moveTo>
                <a:lnTo>
                  <a:pt x="5519972" y="0"/>
                </a:lnTo>
                <a:cubicBezTo>
                  <a:pt x="5578524" y="0"/>
                  <a:pt x="5625990" y="47465"/>
                  <a:pt x="5625990" y="106017"/>
                </a:cubicBezTo>
                <a:lnTo>
                  <a:pt x="5625990" y="2622164"/>
                </a:lnTo>
                <a:cubicBezTo>
                  <a:pt x="5625990" y="2680715"/>
                  <a:pt x="5578524" y="2728181"/>
                  <a:pt x="5519972" y="2728181"/>
                </a:cubicBezTo>
                <a:lnTo>
                  <a:pt x="106017" y="2728181"/>
                </a:lnTo>
                <a:cubicBezTo>
                  <a:pt x="47465" y="2728181"/>
                  <a:pt x="0" y="2680715"/>
                  <a:pt x="0" y="2622164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19132" y="4339319"/>
            <a:ext cx="5300870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36802" y="4798616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6701845" y="4763276"/>
            <a:ext cx="219102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Downtime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01845" y="4975311"/>
            <a:ext cx="218219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 remains responsive during training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36802" y="5293363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6701845" y="5258024"/>
            <a:ext cx="1678609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UX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01845" y="5470059"/>
            <a:ext cx="1669774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see progress indicators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36802" y="5788111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6701845" y="5752772"/>
            <a:ext cx="1864139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01845" y="5964807"/>
            <a:ext cx="1855304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 multiple training requests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36802" y="6282859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0" name="Text 48"/>
          <p:cNvSpPr/>
          <p:nvPr/>
        </p:nvSpPr>
        <p:spPr>
          <a:xfrm>
            <a:off x="6701845" y="6247520"/>
            <a:ext cx="158142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Updates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01845" y="6459555"/>
            <a:ext cx="157259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status notifications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90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5719" y="71438"/>
                </a:moveTo>
                <a:cubicBezTo>
                  <a:pt x="43622" y="71438"/>
                  <a:pt x="50006" y="77822"/>
                  <a:pt x="50006" y="85725"/>
                </a:cubicBezTo>
                <a:lnTo>
                  <a:pt x="50006" y="200025"/>
                </a:lnTo>
                <a:cubicBezTo>
                  <a:pt x="50006" y="207928"/>
                  <a:pt x="43622" y="214313"/>
                  <a:pt x="35719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85725"/>
                </a:lnTo>
                <a:cubicBezTo>
                  <a:pt x="0" y="77822"/>
                  <a:pt x="6385" y="71438"/>
                  <a:pt x="14288" y="71438"/>
                </a:cubicBezTo>
                <a:lnTo>
                  <a:pt x="35719" y="71438"/>
                </a:lnTo>
                <a:close/>
                <a:moveTo>
                  <a:pt x="120819" y="7144"/>
                </a:moveTo>
                <a:cubicBezTo>
                  <a:pt x="133008" y="7144"/>
                  <a:pt x="142875" y="17011"/>
                  <a:pt x="142875" y="29200"/>
                </a:cubicBezTo>
                <a:lnTo>
                  <a:pt x="142875" y="31075"/>
                </a:lnTo>
                <a:cubicBezTo>
                  <a:pt x="142875" y="34111"/>
                  <a:pt x="142295" y="37148"/>
                  <a:pt x="141178" y="39960"/>
                </a:cubicBezTo>
                <a:lnTo>
                  <a:pt x="128588" y="71438"/>
                </a:lnTo>
                <a:lnTo>
                  <a:pt x="200025" y="71438"/>
                </a:lnTo>
                <a:cubicBezTo>
                  <a:pt x="211857" y="71438"/>
                  <a:pt x="221456" y="81037"/>
                  <a:pt x="221456" y="92869"/>
                </a:cubicBezTo>
                <a:cubicBezTo>
                  <a:pt x="221456" y="101664"/>
                  <a:pt x="216143" y="109210"/>
                  <a:pt x="208553" y="112514"/>
                </a:cubicBezTo>
                <a:cubicBezTo>
                  <a:pt x="216143" y="115818"/>
                  <a:pt x="221456" y="123364"/>
                  <a:pt x="221456" y="132159"/>
                </a:cubicBezTo>
                <a:cubicBezTo>
                  <a:pt x="221456" y="142607"/>
                  <a:pt x="213955" y="151314"/>
                  <a:pt x="204043" y="153189"/>
                </a:cubicBezTo>
                <a:cubicBezTo>
                  <a:pt x="206008" y="156448"/>
                  <a:pt x="207169" y="160243"/>
                  <a:pt x="207169" y="164306"/>
                </a:cubicBezTo>
                <a:cubicBezTo>
                  <a:pt x="207169" y="174218"/>
                  <a:pt x="200471" y="182523"/>
                  <a:pt x="191363" y="184978"/>
                </a:cubicBezTo>
                <a:cubicBezTo>
                  <a:pt x="192345" y="187434"/>
                  <a:pt x="192881" y="190113"/>
                  <a:pt x="192881" y="192881"/>
                </a:cubicBezTo>
                <a:cubicBezTo>
                  <a:pt x="192881" y="204713"/>
                  <a:pt x="183282" y="214313"/>
                  <a:pt x="171450" y="214313"/>
                </a:cubicBezTo>
                <a:lnTo>
                  <a:pt x="132204" y="214313"/>
                </a:lnTo>
                <a:cubicBezTo>
                  <a:pt x="115997" y="214313"/>
                  <a:pt x="100236" y="208776"/>
                  <a:pt x="87600" y="198641"/>
                </a:cubicBezTo>
                <a:lnTo>
                  <a:pt x="82153" y="194310"/>
                </a:lnTo>
                <a:cubicBezTo>
                  <a:pt x="75367" y="188908"/>
                  <a:pt x="71438" y="180692"/>
                  <a:pt x="71438" y="171986"/>
                </a:cubicBezTo>
                <a:lnTo>
                  <a:pt x="71438" y="88672"/>
                </a:lnTo>
                <a:cubicBezTo>
                  <a:pt x="71438" y="82019"/>
                  <a:pt x="73000" y="75456"/>
                  <a:pt x="75947" y="69518"/>
                </a:cubicBezTo>
                <a:lnTo>
                  <a:pt x="101039" y="19333"/>
                </a:lnTo>
                <a:cubicBezTo>
                  <a:pt x="104790" y="11876"/>
                  <a:pt x="112425" y="7144"/>
                  <a:pt x="120819" y="7144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409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</a:p>
        </p:txBody>
      </p:sp>
      <p:sp>
        <p:nvSpPr>
          <p:cNvPr id="5" name="Text 3"/>
          <p:cNvSpPr/>
          <p:nvPr/>
        </p:nvSpPr>
        <p:spPr>
          <a:xfrm>
            <a:off x="1066800" y="571500"/>
            <a:ext cx="4257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7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Advantages</a:t>
            </a:r>
          </a:p>
        </p:txBody>
      </p:sp>
      <p:sp>
        <p:nvSpPr>
          <p:cNvPr id="6" name="Shape 4"/>
          <p:cNvSpPr/>
          <p:nvPr/>
        </p:nvSpPr>
        <p:spPr>
          <a:xfrm>
            <a:off x="384810" y="1261110"/>
            <a:ext cx="3674745" cy="1760220"/>
          </a:xfrm>
          <a:custGeom>
            <a:avLst/>
            <a:gdLst/>
            <a:ahLst/>
            <a:cxnLst/>
            <a:rect l="l" t="t" r="r" b="b"/>
            <a:pathLst>
              <a:path w="3674745" h="1760220">
                <a:moveTo>
                  <a:pt x="114309" y="0"/>
                </a:moveTo>
                <a:lnTo>
                  <a:pt x="3560436" y="0"/>
                </a:lnTo>
                <a:cubicBezTo>
                  <a:pt x="3623567" y="0"/>
                  <a:pt x="3674745" y="51178"/>
                  <a:pt x="3674745" y="114309"/>
                </a:cubicBezTo>
                <a:lnTo>
                  <a:pt x="3674745" y="1645911"/>
                </a:lnTo>
                <a:cubicBezTo>
                  <a:pt x="3674745" y="1709042"/>
                  <a:pt x="3623567" y="1760220"/>
                  <a:pt x="3560436" y="1760220"/>
                </a:cubicBezTo>
                <a:lnTo>
                  <a:pt x="114309" y="1760220"/>
                </a:lnTo>
                <a:cubicBezTo>
                  <a:pt x="51178" y="1760220"/>
                  <a:pt x="0" y="1709042"/>
                  <a:pt x="0" y="164591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14554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4845" y="156971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0"/>
                </a:moveTo>
                <a:cubicBezTo>
                  <a:pt x="150778" y="0"/>
                  <a:pt x="157163" y="6385"/>
                  <a:pt x="157163" y="14288"/>
                </a:cubicBezTo>
                <a:lnTo>
                  <a:pt x="157163" y="107156"/>
                </a:lnTo>
                <a:cubicBezTo>
                  <a:pt x="157163" y="111085"/>
                  <a:pt x="160377" y="114300"/>
                  <a:pt x="164306" y="114300"/>
                </a:cubicBezTo>
                <a:cubicBezTo>
                  <a:pt x="168235" y="114300"/>
                  <a:pt x="171450" y="111085"/>
                  <a:pt x="171450" y="107156"/>
                </a:cubicBezTo>
                <a:lnTo>
                  <a:pt x="171450" y="28575"/>
                </a:lnTo>
                <a:cubicBezTo>
                  <a:pt x="171450" y="20672"/>
                  <a:pt x="177835" y="14288"/>
                  <a:pt x="185738" y="14288"/>
                </a:cubicBezTo>
                <a:cubicBezTo>
                  <a:pt x="193640" y="14288"/>
                  <a:pt x="200025" y="20672"/>
                  <a:pt x="200025" y="28575"/>
                </a:cubicBezTo>
                <a:lnTo>
                  <a:pt x="200025" y="107156"/>
                </a:lnTo>
                <a:cubicBezTo>
                  <a:pt x="200025" y="111085"/>
                  <a:pt x="203240" y="114300"/>
                  <a:pt x="207169" y="114300"/>
                </a:cubicBezTo>
                <a:cubicBezTo>
                  <a:pt x="211098" y="114300"/>
                  <a:pt x="214313" y="111085"/>
                  <a:pt x="214313" y="107156"/>
                </a:cubicBezTo>
                <a:lnTo>
                  <a:pt x="214313" y="57150"/>
                </a:lnTo>
                <a:cubicBezTo>
                  <a:pt x="214313" y="49247"/>
                  <a:pt x="220697" y="42863"/>
                  <a:pt x="228600" y="42863"/>
                </a:cubicBezTo>
                <a:cubicBezTo>
                  <a:pt x="236503" y="42863"/>
                  <a:pt x="242888" y="49247"/>
                  <a:pt x="242888" y="57150"/>
                </a:cubicBezTo>
                <a:lnTo>
                  <a:pt x="242888" y="136714"/>
                </a:lnTo>
                <a:cubicBezTo>
                  <a:pt x="234315" y="139125"/>
                  <a:pt x="227394" y="145822"/>
                  <a:pt x="224850" y="154707"/>
                </a:cubicBezTo>
                <a:lnTo>
                  <a:pt x="221947" y="164842"/>
                </a:lnTo>
                <a:lnTo>
                  <a:pt x="211812" y="167744"/>
                </a:lnTo>
                <a:cubicBezTo>
                  <a:pt x="200561" y="170959"/>
                  <a:pt x="192837" y="181228"/>
                  <a:pt x="192837" y="192926"/>
                </a:cubicBezTo>
                <a:cubicBezTo>
                  <a:pt x="192837" y="202793"/>
                  <a:pt x="198373" y="211678"/>
                  <a:pt x="206856" y="216098"/>
                </a:cubicBezTo>
                <a:cubicBezTo>
                  <a:pt x="194578" y="224046"/>
                  <a:pt x="179978" y="228645"/>
                  <a:pt x="164262" y="228645"/>
                </a:cubicBezTo>
                <a:lnTo>
                  <a:pt x="155689" y="228645"/>
                </a:lnTo>
                <a:cubicBezTo>
                  <a:pt x="129079" y="228645"/>
                  <a:pt x="103495" y="218420"/>
                  <a:pt x="84252" y="200070"/>
                </a:cubicBezTo>
                <a:lnTo>
                  <a:pt x="34111" y="152251"/>
                </a:lnTo>
                <a:cubicBezTo>
                  <a:pt x="26968" y="145465"/>
                  <a:pt x="26700" y="134124"/>
                  <a:pt x="33486" y="126980"/>
                </a:cubicBezTo>
                <a:cubicBezTo>
                  <a:pt x="40273" y="119836"/>
                  <a:pt x="51614" y="119569"/>
                  <a:pt x="58757" y="126355"/>
                </a:cubicBezTo>
                <a:lnTo>
                  <a:pt x="85770" y="152073"/>
                </a:lnTo>
                <a:cubicBezTo>
                  <a:pt x="85770" y="151403"/>
                  <a:pt x="85725" y="150688"/>
                  <a:pt x="85725" y="150019"/>
                </a:cubicBezTo>
                <a:lnTo>
                  <a:pt x="85725" y="28575"/>
                </a:lnTo>
                <a:cubicBezTo>
                  <a:pt x="85725" y="20672"/>
                  <a:pt x="92110" y="14288"/>
                  <a:pt x="100013" y="14288"/>
                </a:cubicBezTo>
                <a:cubicBezTo>
                  <a:pt x="107915" y="14288"/>
                  <a:pt x="114300" y="20672"/>
                  <a:pt x="114300" y="28575"/>
                </a:cubicBezTo>
                <a:lnTo>
                  <a:pt x="114300" y="107156"/>
                </a:lnTo>
                <a:cubicBezTo>
                  <a:pt x="114300" y="111085"/>
                  <a:pt x="117515" y="114300"/>
                  <a:pt x="121444" y="114300"/>
                </a:cubicBezTo>
                <a:cubicBezTo>
                  <a:pt x="125373" y="114300"/>
                  <a:pt x="128588" y="111085"/>
                  <a:pt x="128588" y="107156"/>
                </a:cubicBez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lose/>
                <a:moveTo>
                  <a:pt x="139616" y="145822"/>
                </a:moveTo>
                <a:cubicBezTo>
                  <a:pt x="139125" y="144081"/>
                  <a:pt x="137517" y="142875"/>
                  <a:pt x="135731" y="142875"/>
                </a:cubicBezTo>
                <a:cubicBezTo>
                  <a:pt x="133945" y="142875"/>
                  <a:pt x="132338" y="144081"/>
                  <a:pt x="131847" y="145822"/>
                </a:cubicBezTo>
                <a:lnTo>
                  <a:pt x="128588" y="157163"/>
                </a:lnTo>
                <a:lnTo>
                  <a:pt x="117247" y="160422"/>
                </a:lnTo>
                <a:cubicBezTo>
                  <a:pt x="115506" y="160913"/>
                  <a:pt x="114300" y="162520"/>
                  <a:pt x="114300" y="164306"/>
                </a:cubicBezTo>
                <a:cubicBezTo>
                  <a:pt x="114300" y="166092"/>
                  <a:pt x="115506" y="167700"/>
                  <a:pt x="117247" y="168191"/>
                </a:cubicBezTo>
                <a:lnTo>
                  <a:pt x="128588" y="171450"/>
                </a:lnTo>
                <a:lnTo>
                  <a:pt x="131847" y="182791"/>
                </a:lnTo>
                <a:cubicBezTo>
                  <a:pt x="132338" y="184532"/>
                  <a:pt x="133945" y="185738"/>
                  <a:pt x="135731" y="185738"/>
                </a:cubicBezTo>
                <a:cubicBezTo>
                  <a:pt x="137517" y="185738"/>
                  <a:pt x="139125" y="184532"/>
                  <a:pt x="139616" y="182791"/>
                </a:cubicBezTo>
                <a:lnTo>
                  <a:pt x="142875" y="171450"/>
                </a:lnTo>
                <a:lnTo>
                  <a:pt x="154216" y="168191"/>
                </a:lnTo>
                <a:cubicBezTo>
                  <a:pt x="155957" y="167700"/>
                  <a:pt x="157163" y="166092"/>
                  <a:pt x="157163" y="164306"/>
                </a:cubicBezTo>
                <a:cubicBezTo>
                  <a:pt x="157163" y="162520"/>
                  <a:pt x="155957" y="160913"/>
                  <a:pt x="154216" y="160422"/>
                </a:cubicBezTo>
                <a:lnTo>
                  <a:pt x="142875" y="157163"/>
                </a:lnTo>
                <a:lnTo>
                  <a:pt x="139616" y="145822"/>
                </a:lnTo>
                <a:close/>
                <a:moveTo>
                  <a:pt x="46434" y="53578"/>
                </a:moveTo>
                <a:lnTo>
                  <a:pt x="68000" y="59740"/>
                </a:lnTo>
                <a:cubicBezTo>
                  <a:pt x="70053" y="60320"/>
                  <a:pt x="71438" y="62195"/>
                  <a:pt x="71438" y="64294"/>
                </a:cubicBezTo>
                <a:cubicBezTo>
                  <a:pt x="71438" y="66392"/>
                  <a:pt x="70053" y="68267"/>
                  <a:pt x="68000" y="68848"/>
                </a:cubicBezTo>
                <a:lnTo>
                  <a:pt x="46434" y="75009"/>
                </a:lnTo>
                <a:lnTo>
                  <a:pt x="40273" y="96575"/>
                </a:lnTo>
                <a:cubicBezTo>
                  <a:pt x="39692" y="98628"/>
                  <a:pt x="37817" y="100013"/>
                  <a:pt x="35719" y="100013"/>
                </a:cubicBezTo>
                <a:cubicBezTo>
                  <a:pt x="33620" y="100013"/>
                  <a:pt x="31745" y="98628"/>
                  <a:pt x="31165" y="96575"/>
                </a:cubicBezTo>
                <a:lnTo>
                  <a:pt x="25003" y="75009"/>
                </a:lnTo>
                <a:lnTo>
                  <a:pt x="3438" y="68848"/>
                </a:lnTo>
                <a:cubicBezTo>
                  <a:pt x="1384" y="68267"/>
                  <a:pt x="0" y="66392"/>
                  <a:pt x="0" y="64294"/>
                </a:cubicBezTo>
                <a:cubicBezTo>
                  <a:pt x="0" y="62195"/>
                  <a:pt x="1384" y="60320"/>
                  <a:pt x="3438" y="59740"/>
                </a:cubicBezTo>
                <a:lnTo>
                  <a:pt x="25003" y="53578"/>
                </a:lnTo>
                <a:lnTo>
                  <a:pt x="31165" y="32013"/>
                </a:lnTo>
                <a:cubicBezTo>
                  <a:pt x="31745" y="29959"/>
                  <a:pt x="33620" y="28575"/>
                  <a:pt x="35719" y="28575"/>
                </a:cubicBezTo>
                <a:cubicBezTo>
                  <a:pt x="37817" y="28575"/>
                  <a:pt x="39692" y="29959"/>
                  <a:pt x="40273" y="32013"/>
                </a:cubicBezTo>
                <a:lnTo>
                  <a:pt x="46434" y="53578"/>
                </a:lnTo>
                <a:close/>
                <a:moveTo>
                  <a:pt x="260747" y="182166"/>
                </a:moveTo>
                <a:lnTo>
                  <a:pt x="282312" y="188327"/>
                </a:lnTo>
                <a:cubicBezTo>
                  <a:pt x="284366" y="188908"/>
                  <a:pt x="285750" y="190783"/>
                  <a:pt x="285750" y="192881"/>
                </a:cubicBezTo>
                <a:cubicBezTo>
                  <a:pt x="285750" y="194980"/>
                  <a:pt x="284366" y="196855"/>
                  <a:pt x="282312" y="197435"/>
                </a:cubicBezTo>
                <a:lnTo>
                  <a:pt x="260747" y="203597"/>
                </a:lnTo>
                <a:lnTo>
                  <a:pt x="254585" y="225162"/>
                </a:lnTo>
                <a:cubicBezTo>
                  <a:pt x="254005" y="227216"/>
                  <a:pt x="252130" y="228600"/>
                  <a:pt x="250031" y="228600"/>
                </a:cubicBezTo>
                <a:cubicBezTo>
                  <a:pt x="247933" y="228600"/>
                  <a:pt x="246058" y="227216"/>
                  <a:pt x="245477" y="225162"/>
                </a:cubicBezTo>
                <a:lnTo>
                  <a:pt x="239316" y="203597"/>
                </a:lnTo>
                <a:lnTo>
                  <a:pt x="217750" y="197435"/>
                </a:lnTo>
                <a:cubicBezTo>
                  <a:pt x="215697" y="196855"/>
                  <a:pt x="214313" y="194980"/>
                  <a:pt x="214313" y="192881"/>
                </a:cubicBezTo>
                <a:cubicBezTo>
                  <a:pt x="214313" y="190783"/>
                  <a:pt x="215697" y="188908"/>
                  <a:pt x="217750" y="188327"/>
                </a:cubicBezTo>
                <a:lnTo>
                  <a:pt x="239316" y="182166"/>
                </a:lnTo>
                <a:lnTo>
                  <a:pt x="245477" y="160600"/>
                </a:lnTo>
                <a:cubicBezTo>
                  <a:pt x="246058" y="158547"/>
                  <a:pt x="247933" y="157163"/>
                  <a:pt x="250031" y="157163"/>
                </a:cubicBezTo>
                <a:cubicBezTo>
                  <a:pt x="252130" y="157163"/>
                  <a:pt x="254005" y="158547"/>
                  <a:pt x="254585" y="160600"/>
                </a:cubicBezTo>
                <a:lnTo>
                  <a:pt x="260747" y="182166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9" name="Text 7"/>
          <p:cNvSpPr/>
          <p:nvPr/>
        </p:nvSpPr>
        <p:spPr>
          <a:xfrm>
            <a:off x="579120" y="2026918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Contactless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2369818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physical contact required, hygienic solution especially important in post-pandemic scenarios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810" y="3219446"/>
            <a:ext cx="3674745" cy="1988820"/>
          </a:xfrm>
          <a:custGeom>
            <a:avLst/>
            <a:gdLst/>
            <a:ahLst/>
            <a:cxnLst/>
            <a:rect l="l" t="t" r="r" b="b"/>
            <a:pathLst>
              <a:path w="3674745" h="1988820">
                <a:moveTo>
                  <a:pt x="114297" y="0"/>
                </a:moveTo>
                <a:lnTo>
                  <a:pt x="3560448" y="0"/>
                </a:lnTo>
                <a:cubicBezTo>
                  <a:pt x="3623572" y="0"/>
                  <a:pt x="3674745" y="51173"/>
                  <a:pt x="3674745" y="114297"/>
                </a:cubicBezTo>
                <a:lnTo>
                  <a:pt x="3674745" y="1874523"/>
                </a:lnTo>
                <a:cubicBezTo>
                  <a:pt x="3674745" y="1937647"/>
                  <a:pt x="3623572" y="1988820"/>
                  <a:pt x="3560448" y="1988820"/>
                </a:cubicBezTo>
                <a:lnTo>
                  <a:pt x="114297" y="1988820"/>
                </a:lnTo>
                <a:cubicBezTo>
                  <a:pt x="51173" y="1988820"/>
                  <a:pt x="0" y="1937647"/>
                  <a:pt x="0" y="18745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9120" y="341375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93420" y="352805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3949" y="184175"/>
                </a:moveTo>
                <a:lnTo>
                  <a:pt x="44425" y="64651"/>
                </a:lnTo>
                <a:cubicBezTo>
                  <a:pt x="34424" y="78671"/>
                  <a:pt x="28575" y="95816"/>
                  <a:pt x="28575" y="114300"/>
                </a:cubicBezTo>
                <a:cubicBezTo>
                  <a:pt x="28575" y="161627"/>
                  <a:pt x="66973" y="200025"/>
                  <a:pt x="114300" y="200025"/>
                </a:cubicBezTo>
                <a:cubicBezTo>
                  <a:pt x="132829" y="200025"/>
                  <a:pt x="149974" y="194176"/>
                  <a:pt x="163949" y="184175"/>
                </a:cubicBezTo>
                <a:close/>
                <a:moveTo>
                  <a:pt x="184175" y="163949"/>
                </a:moveTo>
                <a:cubicBezTo>
                  <a:pt x="194176" y="149929"/>
                  <a:pt x="200025" y="132784"/>
                  <a:pt x="200025" y="114300"/>
                </a:cubicBezTo>
                <a:cubicBezTo>
                  <a:pt x="200025" y="66973"/>
                  <a:pt x="161627" y="28575"/>
                  <a:pt x="114300" y="28575"/>
                </a:cubicBezTo>
                <a:cubicBezTo>
                  <a:pt x="95771" y="28575"/>
                  <a:pt x="78626" y="34424"/>
                  <a:pt x="64651" y="44425"/>
                </a:cubicBezTo>
                <a:lnTo>
                  <a:pt x="184175" y="163949"/>
                </a:ln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4" name="Text 12"/>
          <p:cNvSpPr/>
          <p:nvPr/>
        </p:nvSpPr>
        <p:spPr>
          <a:xfrm>
            <a:off x="579120" y="3985254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Proxy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9120" y="4328154"/>
            <a:ext cx="3362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Eliminates buddy punching and proxy attendance completely through biometric verification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58270" y="1261110"/>
            <a:ext cx="3674745" cy="1760220"/>
          </a:xfrm>
          <a:custGeom>
            <a:avLst/>
            <a:gdLst/>
            <a:ahLst/>
            <a:cxnLst/>
            <a:rect l="l" t="t" r="r" b="b"/>
            <a:pathLst>
              <a:path w="3674745" h="1760220">
                <a:moveTo>
                  <a:pt x="114309" y="0"/>
                </a:moveTo>
                <a:lnTo>
                  <a:pt x="3560436" y="0"/>
                </a:lnTo>
                <a:cubicBezTo>
                  <a:pt x="3623567" y="0"/>
                  <a:pt x="3674745" y="51178"/>
                  <a:pt x="3674745" y="114309"/>
                </a:cubicBezTo>
                <a:lnTo>
                  <a:pt x="3674745" y="1645911"/>
                </a:lnTo>
                <a:cubicBezTo>
                  <a:pt x="3674745" y="1709042"/>
                  <a:pt x="3623567" y="1760220"/>
                  <a:pt x="3560436" y="1760220"/>
                </a:cubicBezTo>
                <a:lnTo>
                  <a:pt x="114309" y="1760220"/>
                </a:lnTo>
                <a:cubicBezTo>
                  <a:pt x="51178" y="1760220"/>
                  <a:pt x="0" y="1709042"/>
                  <a:pt x="0" y="164591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52580" y="14554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581168" y="156971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9" name="Text 17"/>
          <p:cNvSpPr/>
          <p:nvPr/>
        </p:nvSpPr>
        <p:spPr>
          <a:xfrm>
            <a:off x="4452580" y="2026918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 &amp; Efficient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52580" y="2369818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Recognition in under 2 seconds per student, significantly faster than manual roll call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58270" y="3219446"/>
            <a:ext cx="3674745" cy="1760220"/>
          </a:xfrm>
          <a:custGeom>
            <a:avLst/>
            <a:gdLst/>
            <a:ahLst/>
            <a:cxnLst/>
            <a:rect l="l" t="t" r="r" b="b"/>
            <a:pathLst>
              <a:path w="3674745" h="1760220">
                <a:moveTo>
                  <a:pt x="114309" y="0"/>
                </a:moveTo>
                <a:lnTo>
                  <a:pt x="3560436" y="0"/>
                </a:lnTo>
                <a:cubicBezTo>
                  <a:pt x="3623567" y="0"/>
                  <a:pt x="3674745" y="51178"/>
                  <a:pt x="3674745" y="114309"/>
                </a:cubicBezTo>
                <a:lnTo>
                  <a:pt x="3674745" y="1645911"/>
                </a:lnTo>
                <a:cubicBezTo>
                  <a:pt x="3674745" y="1709042"/>
                  <a:pt x="3623567" y="1760220"/>
                  <a:pt x="3560436" y="1760220"/>
                </a:cubicBezTo>
                <a:lnTo>
                  <a:pt x="114309" y="1760220"/>
                </a:lnTo>
                <a:cubicBezTo>
                  <a:pt x="51178" y="1760220"/>
                  <a:pt x="0" y="1709042"/>
                  <a:pt x="0" y="164591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52580" y="341375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66880" y="352805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24" name="Text 22"/>
          <p:cNvSpPr/>
          <p:nvPr/>
        </p:nvSpPr>
        <p:spPr>
          <a:xfrm>
            <a:off x="4452580" y="3985254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Accuracy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52580" y="4328154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95%+ recognition accuracy with proper lighting and camera positioning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31731" y="1261110"/>
            <a:ext cx="3674745" cy="1760220"/>
          </a:xfrm>
          <a:custGeom>
            <a:avLst/>
            <a:gdLst/>
            <a:ahLst/>
            <a:cxnLst/>
            <a:rect l="l" t="t" r="r" b="b"/>
            <a:pathLst>
              <a:path w="3674745" h="1760220">
                <a:moveTo>
                  <a:pt x="114309" y="0"/>
                </a:moveTo>
                <a:lnTo>
                  <a:pt x="3560436" y="0"/>
                </a:lnTo>
                <a:cubicBezTo>
                  <a:pt x="3623567" y="0"/>
                  <a:pt x="3674745" y="51178"/>
                  <a:pt x="3674745" y="114309"/>
                </a:cubicBezTo>
                <a:lnTo>
                  <a:pt x="3674745" y="1645911"/>
                </a:lnTo>
                <a:cubicBezTo>
                  <a:pt x="3674745" y="1709042"/>
                  <a:pt x="3623567" y="1760220"/>
                  <a:pt x="3560436" y="1760220"/>
                </a:cubicBezTo>
                <a:lnTo>
                  <a:pt x="114309" y="1760220"/>
                </a:lnTo>
                <a:cubicBezTo>
                  <a:pt x="51178" y="1760220"/>
                  <a:pt x="0" y="1709042"/>
                  <a:pt x="0" y="164591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6041" y="14554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454628" y="156971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29" name="Text 27"/>
          <p:cNvSpPr/>
          <p:nvPr/>
        </p:nvSpPr>
        <p:spPr>
          <a:xfrm>
            <a:off x="8326041" y="2026918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Records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26041" y="2369818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digital attendance storage with easy search, filter, and export capabilities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31731" y="3219446"/>
            <a:ext cx="3674745" cy="1760220"/>
          </a:xfrm>
          <a:custGeom>
            <a:avLst/>
            <a:gdLst/>
            <a:ahLst/>
            <a:cxnLst/>
            <a:rect l="l" t="t" r="r" b="b"/>
            <a:pathLst>
              <a:path w="3674745" h="1760220">
                <a:moveTo>
                  <a:pt x="114309" y="0"/>
                </a:moveTo>
                <a:lnTo>
                  <a:pt x="3560436" y="0"/>
                </a:lnTo>
                <a:cubicBezTo>
                  <a:pt x="3623567" y="0"/>
                  <a:pt x="3674745" y="51178"/>
                  <a:pt x="3674745" y="114309"/>
                </a:cubicBezTo>
                <a:lnTo>
                  <a:pt x="3674745" y="1645911"/>
                </a:lnTo>
                <a:cubicBezTo>
                  <a:pt x="3674745" y="1709042"/>
                  <a:pt x="3623567" y="1760220"/>
                  <a:pt x="3560436" y="1760220"/>
                </a:cubicBezTo>
                <a:lnTo>
                  <a:pt x="114309" y="1760220"/>
                </a:lnTo>
                <a:cubicBezTo>
                  <a:pt x="51178" y="1760220"/>
                  <a:pt x="0" y="1709042"/>
                  <a:pt x="0" y="164591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6041" y="341375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483203" y="3528054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4" name="Text 32"/>
          <p:cNvSpPr/>
          <p:nvPr/>
        </p:nvSpPr>
        <p:spPr>
          <a:xfrm>
            <a:off x="8326041" y="3985254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Cost-Effective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26041" y="4328154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special hardware needed, uses existing webcams, free open-source software stack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4810" y="5406383"/>
            <a:ext cx="2731770" cy="883920"/>
          </a:xfrm>
          <a:custGeom>
            <a:avLst/>
            <a:gdLst/>
            <a:ahLst/>
            <a:cxnLst/>
            <a:rect l="l" t="t" r="r" b="b"/>
            <a:pathLst>
              <a:path w="2731770" h="883920">
                <a:moveTo>
                  <a:pt x="114300" y="0"/>
                </a:moveTo>
                <a:lnTo>
                  <a:pt x="2617470" y="0"/>
                </a:lnTo>
                <a:cubicBezTo>
                  <a:pt x="2680596" y="0"/>
                  <a:pt x="2731770" y="51174"/>
                  <a:pt x="2731770" y="114300"/>
                </a:cubicBezTo>
                <a:lnTo>
                  <a:pt x="2731770" y="769620"/>
                </a:lnTo>
                <a:cubicBezTo>
                  <a:pt x="2731770" y="832746"/>
                  <a:pt x="2680596" y="883920"/>
                  <a:pt x="2617470" y="883920"/>
                </a:cubicBezTo>
                <a:lnTo>
                  <a:pt x="114300" y="883920"/>
                </a:lnTo>
                <a:cubicBezTo>
                  <a:pt x="51174" y="883920"/>
                  <a:pt x="0" y="832746"/>
                  <a:pt x="0" y="7696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9582" y="5562600"/>
            <a:ext cx="2562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07682" y="5943600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Saved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80410" y="5406383"/>
            <a:ext cx="2731770" cy="883920"/>
          </a:xfrm>
          <a:custGeom>
            <a:avLst/>
            <a:gdLst/>
            <a:ahLst/>
            <a:cxnLst/>
            <a:rect l="l" t="t" r="r" b="b"/>
            <a:pathLst>
              <a:path w="2731770" h="883920">
                <a:moveTo>
                  <a:pt x="114300" y="0"/>
                </a:moveTo>
                <a:lnTo>
                  <a:pt x="2617470" y="0"/>
                </a:lnTo>
                <a:cubicBezTo>
                  <a:pt x="2680596" y="0"/>
                  <a:pt x="2731770" y="51174"/>
                  <a:pt x="2731770" y="114300"/>
                </a:cubicBezTo>
                <a:lnTo>
                  <a:pt x="2731770" y="769620"/>
                </a:lnTo>
                <a:cubicBezTo>
                  <a:pt x="2731770" y="832746"/>
                  <a:pt x="2680596" y="883920"/>
                  <a:pt x="2617470" y="883920"/>
                </a:cubicBezTo>
                <a:lnTo>
                  <a:pt x="114300" y="883920"/>
                </a:lnTo>
                <a:cubicBezTo>
                  <a:pt x="51174" y="883920"/>
                  <a:pt x="0" y="832746"/>
                  <a:pt x="0" y="7696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65183" y="5562600"/>
            <a:ext cx="2562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403283" y="5943600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Proxy Rate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6010" y="5406383"/>
            <a:ext cx="2731770" cy="883920"/>
          </a:xfrm>
          <a:custGeom>
            <a:avLst/>
            <a:gdLst/>
            <a:ahLst/>
            <a:cxnLst/>
            <a:rect l="l" t="t" r="r" b="b"/>
            <a:pathLst>
              <a:path w="2731770" h="883920">
                <a:moveTo>
                  <a:pt x="114300" y="0"/>
                </a:moveTo>
                <a:lnTo>
                  <a:pt x="2617470" y="0"/>
                </a:lnTo>
                <a:cubicBezTo>
                  <a:pt x="2680596" y="0"/>
                  <a:pt x="2731770" y="51174"/>
                  <a:pt x="2731770" y="114300"/>
                </a:cubicBezTo>
                <a:lnTo>
                  <a:pt x="2731770" y="769620"/>
                </a:lnTo>
                <a:cubicBezTo>
                  <a:pt x="2731770" y="832746"/>
                  <a:pt x="2680596" y="883920"/>
                  <a:pt x="2617470" y="883920"/>
                </a:cubicBezTo>
                <a:lnTo>
                  <a:pt x="114300" y="883920"/>
                </a:lnTo>
                <a:cubicBezTo>
                  <a:pt x="51174" y="883920"/>
                  <a:pt x="0" y="832746"/>
                  <a:pt x="0" y="7696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0782" y="5562600"/>
            <a:ext cx="2562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&lt;2s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98882" y="5943600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 Student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71610" y="5406383"/>
            <a:ext cx="2731770" cy="883920"/>
          </a:xfrm>
          <a:custGeom>
            <a:avLst/>
            <a:gdLst/>
            <a:ahLst/>
            <a:cxnLst/>
            <a:rect l="l" t="t" r="r" b="b"/>
            <a:pathLst>
              <a:path w="2731770" h="883920">
                <a:moveTo>
                  <a:pt x="114300" y="0"/>
                </a:moveTo>
                <a:lnTo>
                  <a:pt x="2617470" y="0"/>
                </a:lnTo>
                <a:cubicBezTo>
                  <a:pt x="2680596" y="0"/>
                  <a:pt x="2731770" y="51174"/>
                  <a:pt x="2731770" y="114300"/>
                </a:cubicBezTo>
                <a:lnTo>
                  <a:pt x="2731770" y="769620"/>
                </a:lnTo>
                <a:cubicBezTo>
                  <a:pt x="2731770" y="832746"/>
                  <a:pt x="2680596" y="883920"/>
                  <a:pt x="2617470" y="883920"/>
                </a:cubicBezTo>
                <a:lnTo>
                  <a:pt x="114300" y="883920"/>
                </a:lnTo>
                <a:cubicBezTo>
                  <a:pt x="51174" y="883920"/>
                  <a:pt x="0" y="832746"/>
                  <a:pt x="0" y="7696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56382" y="5562600"/>
            <a:ext cx="2562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194482" y="5943600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Availability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4934" y="408175"/>
            <a:ext cx="496908" cy="496908"/>
          </a:xfrm>
          <a:custGeom>
            <a:avLst/>
            <a:gdLst/>
            <a:ahLst/>
            <a:cxnLst/>
            <a:rect l="l" t="t" r="r" b="b"/>
            <a:pathLst>
              <a:path w="496908" h="496908">
                <a:moveTo>
                  <a:pt x="106482" y="0"/>
                </a:moveTo>
                <a:lnTo>
                  <a:pt x="390426" y="0"/>
                </a:lnTo>
                <a:cubicBezTo>
                  <a:pt x="449195" y="0"/>
                  <a:pt x="496908" y="47713"/>
                  <a:pt x="496908" y="106482"/>
                </a:cubicBezTo>
                <a:lnTo>
                  <a:pt x="496908" y="390426"/>
                </a:lnTo>
                <a:cubicBezTo>
                  <a:pt x="496908" y="449195"/>
                  <a:pt x="449195" y="496908"/>
                  <a:pt x="390426" y="496908"/>
                </a:cubicBezTo>
                <a:lnTo>
                  <a:pt x="106482" y="496908"/>
                </a:lnTo>
                <a:cubicBezTo>
                  <a:pt x="47713" y="496908"/>
                  <a:pt x="0" y="449195"/>
                  <a:pt x="0" y="390426"/>
                </a:cubicBezTo>
                <a:lnTo>
                  <a:pt x="0" y="106482"/>
                </a:lnTo>
                <a:cubicBezTo>
                  <a:pt x="0" y="47713"/>
                  <a:pt x="47713" y="0"/>
                  <a:pt x="10648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6908" y="550148"/>
            <a:ext cx="212961" cy="212961"/>
          </a:xfrm>
          <a:custGeom>
            <a:avLst/>
            <a:gdLst/>
            <a:ahLst/>
            <a:cxnLst/>
            <a:rect l="l" t="t" r="r" b="b"/>
            <a:pathLst>
              <a:path w="212961" h="212961">
                <a:moveTo>
                  <a:pt x="53240" y="133100"/>
                </a:moveTo>
                <a:lnTo>
                  <a:pt x="10191" y="133100"/>
                </a:lnTo>
                <a:cubicBezTo>
                  <a:pt x="-166" y="133100"/>
                  <a:pt x="-6530" y="121828"/>
                  <a:pt x="-1206" y="112927"/>
                </a:cubicBezTo>
                <a:lnTo>
                  <a:pt x="20797" y="76242"/>
                </a:lnTo>
                <a:cubicBezTo>
                  <a:pt x="24416" y="70210"/>
                  <a:pt x="30904" y="66550"/>
                  <a:pt x="37934" y="66550"/>
                </a:cubicBezTo>
                <a:lnTo>
                  <a:pt x="77448" y="66550"/>
                </a:lnTo>
                <a:cubicBezTo>
                  <a:pt x="109101" y="12936"/>
                  <a:pt x="156310" y="10232"/>
                  <a:pt x="187880" y="14849"/>
                </a:cubicBezTo>
                <a:cubicBezTo>
                  <a:pt x="193204" y="15639"/>
                  <a:pt x="197363" y="19799"/>
                  <a:pt x="198112" y="25081"/>
                </a:cubicBezTo>
                <a:cubicBezTo>
                  <a:pt x="202729" y="56651"/>
                  <a:pt x="200025" y="103860"/>
                  <a:pt x="146410" y="135513"/>
                </a:cubicBezTo>
                <a:lnTo>
                  <a:pt x="146410" y="175027"/>
                </a:lnTo>
                <a:cubicBezTo>
                  <a:pt x="146410" y="182056"/>
                  <a:pt x="142750" y="188545"/>
                  <a:pt x="136719" y="192164"/>
                </a:cubicBezTo>
                <a:lnTo>
                  <a:pt x="100033" y="214167"/>
                </a:lnTo>
                <a:cubicBezTo>
                  <a:pt x="91174" y="219491"/>
                  <a:pt x="79860" y="213085"/>
                  <a:pt x="79860" y="202770"/>
                </a:cubicBezTo>
                <a:lnTo>
                  <a:pt x="79860" y="159721"/>
                </a:lnTo>
                <a:cubicBezTo>
                  <a:pt x="79860" y="145038"/>
                  <a:pt x="67923" y="133100"/>
                  <a:pt x="53240" y="133100"/>
                </a:cubicBezTo>
                <a:lnTo>
                  <a:pt x="53199" y="133100"/>
                </a:lnTo>
                <a:close/>
                <a:moveTo>
                  <a:pt x="166376" y="66550"/>
                </a:moveTo>
                <a:cubicBezTo>
                  <a:pt x="166376" y="55531"/>
                  <a:pt x="157429" y="46585"/>
                  <a:pt x="146410" y="46585"/>
                </a:cubicBezTo>
                <a:cubicBezTo>
                  <a:pt x="135391" y="46585"/>
                  <a:pt x="126445" y="55531"/>
                  <a:pt x="126445" y="66550"/>
                </a:cubicBezTo>
                <a:cubicBezTo>
                  <a:pt x="126445" y="77569"/>
                  <a:pt x="135391" y="86515"/>
                  <a:pt x="146410" y="86515"/>
                </a:cubicBezTo>
                <a:cubicBezTo>
                  <a:pt x="157429" y="86515"/>
                  <a:pt x="166376" y="77569"/>
                  <a:pt x="166376" y="665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93817" y="354934"/>
            <a:ext cx="4090620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latin typeface="Liter" pitchFamily="34" charset="0"/>
                <a:ea typeface="Liter" pitchFamily="34" charset="-122"/>
                <a:cs typeface="Liter" pitchFamily="34" charset="-120"/>
              </a:rPr>
              <a:t>Enhancements</a:t>
            </a:r>
          </a:p>
        </p:txBody>
      </p:sp>
      <p:sp>
        <p:nvSpPr>
          <p:cNvPr id="5" name="Text 3"/>
          <p:cNvSpPr/>
          <p:nvPr/>
        </p:nvSpPr>
        <p:spPr>
          <a:xfrm>
            <a:off x="993817" y="566270"/>
            <a:ext cx="4416383" cy="425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7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Improvements</a:t>
            </a:r>
          </a:p>
        </p:txBody>
      </p:sp>
      <p:sp>
        <p:nvSpPr>
          <p:cNvPr id="6" name="Shape 4"/>
          <p:cNvSpPr/>
          <p:nvPr/>
        </p:nvSpPr>
        <p:spPr>
          <a:xfrm>
            <a:off x="358484" y="1174833"/>
            <a:ext cx="3698417" cy="2136706"/>
          </a:xfrm>
          <a:custGeom>
            <a:avLst/>
            <a:gdLst/>
            <a:ahLst/>
            <a:cxnLst/>
            <a:rect l="l" t="t" r="r" b="b"/>
            <a:pathLst>
              <a:path w="3698417" h="2136706">
                <a:moveTo>
                  <a:pt x="106472" y="0"/>
                </a:moveTo>
                <a:lnTo>
                  <a:pt x="3591945" y="0"/>
                </a:lnTo>
                <a:cubicBezTo>
                  <a:pt x="3650709" y="0"/>
                  <a:pt x="3698417" y="47709"/>
                  <a:pt x="3698417" y="106472"/>
                </a:cubicBezTo>
                <a:lnTo>
                  <a:pt x="3698417" y="2030234"/>
                </a:lnTo>
                <a:cubicBezTo>
                  <a:pt x="3698417" y="2088997"/>
                  <a:pt x="3650709" y="2136706"/>
                  <a:pt x="3591945" y="2136706"/>
                </a:cubicBezTo>
                <a:lnTo>
                  <a:pt x="106472" y="2136706"/>
                </a:lnTo>
                <a:cubicBezTo>
                  <a:pt x="47709" y="2136706"/>
                  <a:pt x="0" y="2088997"/>
                  <a:pt x="0" y="2030234"/>
                </a:cubicBezTo>
                <a:lnTo>
                  <a:pt x="0" y="106472"/>
                </a:lnTo>
                <a:cubicBezTo>
                  <a:pt x="0" y="47709"/>
                  <a:pt x="47709" y="0"/>
                  <a:pt x="106472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500" y="1355848"/>
            <a:ext cx="425921" cy="425921"/>
          </a:xfrm>
          <a:custGeom>
            <a:avLst/>
            <a:gdLst/>
            <a:ahLst/>
            <a:cxnLst/>
            <a:rect l="l" t="t" r="r" b="b"/>
            <a:pathLst>
              <a:path w="425921" h="425921">
                <a:moveTo>
                  <a:pt x="70988" y="0"/>
                </a:moveTo>
                <a:lnTo>
                  <a:pt x="354933" y="0"/>
                </a:lnTo>
                <a:cubicBezTo>
                  <a:pt x="394113" y="0"/>
                  <a:pt x="425921" y="31809"/>
                  <a:pt x="425921" y="70988"/>
                </a:cubicBezTo>
                <a:lnTo>
                  <a:pt x="425921" y="354933"/>
                </a:lnTo>
                <a:cubicBezTo>
                  <a:pt x="425921" y="394113"/>
                  <a:pt x="394113" y="425921"/>
                  <a:pt x="354933" y="425921"/>
                </a:cubicBezTo>
                <a:lnTo>
                  <a:pt x="70988" y="425921"/>
                </a:lnTo>
                <a:cubicBezTo>
                  <a:pt x="31809" y="425921"/>
                  <a:pt x="0" y="394113"/>
                  <a:pt x="0" y="354933"/>
                </a:cubicBezTo>
                <a:lnTo>
                  <a:pt x="0" y="70988"/>
                </a:lnTo>
                <a:cubicBezTo>
                  <a:pt x="0" y="31809"/>
                  <a:pt x="31809" y="0"/>
                  <a:pt x="70988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5981" y="1462328"/>
            <a:ext cx="212961" cy="212961"/>
          </a:xfrm>
          <a:custGeom>
            <a:avLst/>
            <a:gdLst/>
            <a:ahLst/>
            <a:cxnLst/>
            <a:rect l="l" t="t" r="r" b="b"/>
            <a:pathLst>
              <a:path w="212961" h="212961">
                <a:moveTo>
                  <a:pt x="49913" y="23293"/>
                </a:moveTo>
                <a:cubicBezTo>
                  <a:pt x="49913" y="10440"/>
                  <a:pt x="60353" y="0"/>
                  <a:pt x="73205" y="0"/>
                </a:cubicBezTo>
                <a:lnTo>
                  <a:pt x="83188" y="0"/>
                </a:lnTo>
                <a:cubicBezTo>
                  <a:pt x="90550" y="0"/>
                  <a:pt x="96498" y="5948"/>
                  <a:pt x="96498" y="13310"/>
                </a:cubicBezTo>
                <a:lnTo>
                  <a:pt x="96498" y="199651"/>
                </a:lnTo>
                <a:cubicBezTo>
                  <a:pt x="96498" y="207013"/>
                  <a:pt x="90550" y="212961"/>
                  <a:pt x="83188" y="212961"/>
                </a:cubicBezTo>
                <a:lnTo>
                  <a:pt x="69878" y="212961"/>
                </a:lnTo>
                <a:cubicBezTo>
                  <a:pt x="57483" y="212961"/>
                  <a:pt x="47043" y="204476"/>
                  <a:pt x="44090" y="192996"/>
                </a:cubicBezTo>
                <a:cubicBezTo>
                  <a:pt x="43798" y="192996"/>
                  <a:pt x="43549" y="192996"/>
                  <a:pt x="43258" y="192996"/>
                </a:cubicBezTo>
                <a:cubicBezTo>
                  <a:pt x="24873" y="192996"/>
                  <a:pt x="9983" y="178105"/>
                  <a:pt x="9983" y="159721"/>
                </a:cubicBezTo>
                <a:cubicBezTo>
                  <a:pt x="9983" y="152234"/>
                  <a:pt x="12478" y="145329"/>
                  <a:pt x="16638" y="139755"/>
                </a:cubicBezTo>
                <a:cubicBezTo>
                  <a:pt x="8568" y="133683"/>
                  <a:pt x="3328" y="124033"/>
                  <a:pt x="3328" y="113135"/>
                </a:cubicBezTo>
                <a:cubicBezTo>
                  <a:pt x="3328" y="100283"/>
                  <a:pt x="10648" y="89094"/>
                  <a:pt x="21296" y="83562"/>
                </a:cubicBezTo>
                <a:cubicBezTo>
                  <a:pt x="18343" y="78571"/>
                  <a:pt x="16638" y="72748"/>
                  <a:pt x="16638" y="66550"/>
                </a:cubicBezTo>
                <a:cubicBezTo>
                  <a:pt x="16638" y="48166"/>
                  <a:pt x="31528" y="33275"/>
                  <a:pt x="49913" y="33275"/>
                </a:cubicBezTo>
                <a:lnTo>
                  <a:pt x="49913" y="23293"/>
                </a:lnTo>
                <a:close/>
                <a:moveTo>
                  <a:pt x="163048" y="23293"/>
                </a:moveTo>
                <a:lnTo>
                  <a:pt x="163048" y="33275"/>
                </a:lnTo>
                <a:cubicBezTo>
                  <a:pt x="181433" y="33275"/>
                  <a:pt x="196323" y="48166"/>
                  <a:pt x="196323" y="66550"/>
                </a:cubicBezTo>
                <a:cubicBezTo>
                  <a:pt x="196323" y="72789"/>
                  <a:pt x="194618" y="78612"/>
                  <a:pt x="191665" y="83562"/>
                </a:cubicBezTo>
                <a:cubicBezTo>
                  <a:pt x="202354" y="89094"/>
                  <a:pt x="209633" y="100241"/>
                  <a:pt x="209633" y="113135"/>
                </a:cubicBezTo>
                <a:cubicBezTo>
                  <a:pt x="209633" y="124033"/>
                  <a:pt x="204392" y="133683"/>
                  <a:pt x="196323" y="139755"/>
                </a:cubicBezTo>
                <a:cubicBezTo>
                  <a:pt x="200483" y="145329"/>
                  <a:pt x="202978" y="152234"/>
                  <a:pt x="202978" y="159721"/>
                </a:cubicBezTo>
                <a:cubicBezTo>
                  <a:pt x="202978" y="178105"/>
                  <a:pt x="188088" y="192996"/>
                  <a:pt x="169703" y="192996"/>
                </a:cubicBezTo>
                <a:cubicBezTo>
                  <a:pt x="169412" y="192996"/>
                  <a:pt x="169162" y="192996"/>
                  <a:pt x="168871" y="192996"/>
                </a:cubicBezTo>
                <a:cubicBezTo>
                  <a:pt x="165918" y="204476"/>
                  <a:pt x="155478" y="212961"/>
                  <a:pt x="143083" y="212961"/>
                </a:cubicBezTo>
                <a:lnTo>
                  <a:pt x="129773" y="212961"/>
                </a:lnTo>
                <a:cubicBezTo>
                  <a:pt x="122411" y="212961"/>
                  <a:pt x="116463" y="207013"/>
                  <a:pt x="116463" y="199651"/>
                </a:cubicBezTo>
                <a:lnTo>
                  <a:pt x="116463" y="13310"/>
                </a:lnTo>
                <a:cubicBezTo>
                  <a:pt x="116463" y="5948"/>
                  <a:pt x="122411" y="0"/>
                  <a:pt x="129773" y="0"/>
                </a:cubicBezTo>
                <a:lnTo>
                  <a:pt x="139755" y="0"/>
                </a:lnTo>
                <a:cubicBezTo>
                  <a:pt x="152608" y="0"/>
                  <a:pt x="163048" y="10440"/>
                  <a:pt x="163048" y="2329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539500" y="1888250"/>
            <a:ext cx="3425118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 Models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500" y="2207691"/>
            <a:ext cx="3407371" cy="6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 CNN architectures like FaceNet, DeepFace, or OpenFace for significantly higher accuracy and better feature extraction.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2776" y="2979673"/>
            <a:ext cx="93170" cy="124227"/>
          </a:xfrm>
          <a:custGeom>
            <a:avLst/>
            <a:gdLst/>
            <a:ahLst/>
            <a:cxnLst/>
            <a:rect l="l" t="t" r="r" b="b"/>
            <a:pathLst>
              <a:path w="93170" h="124227">
                <a:moveTo>
                  <a:pt x="52069" y="4222"/>
                </a:moveTo>
                <a:cubicBezTo>
                  <a:pt x="49036" y="1189"/>
                  <a:pt x="44110" y="1189"/>
                  <a:pt x="41077" y="4222"/>
                </a:cubicBezTo>
                <a:lnTo>
                  <a:pt x="2256" y="43043"/>
                </a:lnTo>
                <a:cubicBezTo>
                  <a:pt x="-776" y="46076"/>
                  <a:pt x="-776" y="51001"/>
                  <a:pt x="2256" y="54034"/>
                </a:cubicBezTo>
                <a:cubicBezTo>
                  <a:pt x="5289" y="57067"/>
                  <a:pt x="10215" y="57067"/>
                  <a:pt x="13248" y="54034"/>
                </a:cubicBezTo>
                <a:lnTo>
                  <a:pt x="38821" y="28461"/>
                </a:lnTo>
                <a:lnTo>
                  <a:pt x="38821" y="118404"/>
                </a:lnTo>
                <a:cubicBezTo>
                  <a:pt x="38821" y="122698"/>
                  <a:pt x="42291" y="126168"/>
                  <a:pt x="46585" y="126168"/>
                </a:cubicBezTo>
                <a:cubicBezTo>
                  <a:pt x="50880" y="126168"/>
                  <a:pt x="54349" y="122698"/>
                  <a:pt x="54349" y="118404"/>
                </a:cubicBezTo>
                <a:lnTo>
                  <a:pt x="54349" y="28461"/>
                </a:lnTo>
                <a:lnTo>
                  <a:pt x="79923" y="54034"/>
                </a:lnTo>
                <a:cubicBezTo>
                  <a:pt x="82956" y="57067"/>
                  <a:pt x="87881" y="57067"/>
                  <a:pt x="90914" y="54034"/>
                </a:cubicBezTo>
                <a:cubicBezTo>
                  <a:pt x="93947" y="51001"/>
                  <a:pt x="93947" y="46076"/>
                  <a:pt x="90914" y="43043"/>
                </a:cubicBezTo>
                <a:lnTo>
                  <a:pt x="52093" y="422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765771" y="2953053"/>
            <a:ext cx="1410865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99%+ accuracy potential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40423" y="1174833"/>
            <a:ext cx="3698417" cy="2136706"/>
          </a:xfrm>
          <a:custGeom>
            <a:avLst/>
            <a:gdLst/>
            <a:ahLst/>
            <a:cxnLst/>
            <a:rect l="l" t="t" r="r" b="b"/>
            <a:pathLst>
              <a:path w="3698417" h="2136706">
                <a:moveTo>
                  <a:pt x="106472" y="0"/>
                </a:moveTo>
                <a:lnTo>
                  <a:pt x="3591945" y="0"/>
                </a:lnTo>
                <a:cubicBezTo>
                  <a:pt x="3650709" y="0"/>
                  <a:pt x="3698417" y="47709"/>
                  <a:pt x="3698417" y="106472"/>
                </a:cubicBezTo>
                <a:lnTo>
                  <a:pt x="3698417" y="2030234"/>
                </a:lnTo>
                <a:cubicBezTo>
                  <a:pt x="3698417" y="2088997"/>
                  <a:pt x="3650709" y="2136706"/>
                  <a:pt x="3591945" y="2136706"/>
                </a:cubicBezTo>
                <a:lnTo>
                  <a:pt x="106472" y="2136706"/>
                </a:lnTo>
                <a:cubicBezTo>
                  <a:pt x="47709" y="2136706"/>
                  <a:pt x="0" y="2088997"/>
                  <a:pt x="0" y="2030234"/>
                </a:cubicBezTo>
                <a:lnTo>
                  <a:pt x="0" y="106472"/>
                </a:lnTo>
                <a:cubicBezTo>
                  <a:pt x="0" y="47709"/>
                  <a:pt x="47709" y="0"/>
                  <a:pt x="106472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439" y="1355856"/>
            <a:ext cx="425921" cy="425921"/>
          </a:xfrm>
          <a:custGeom>
            <a:avLst/>
            <a:gdLst/>
            <a:ahLst/>
            <a:cxnLst/>
            <a:rect l="l" t="t" r="r" b="b"/>
            <a:pathLst>
              <a:path w="425921" h="425921">
                <a:moveTo>
                  <a:pt x="70988" y="0"/>
                </a:moveTo>
                <a:lnTo>
                  <a:pt x="354933" y="0"/>
                </a:lnTo>
                <a:cubicBezTo>
                  <a:pt x="394113" y="0"/>
                  <a:pt x="425921" y="31809"/>
                  <a:pt x="425921" y="70988"/>
                </a:cubicBezTo>
                <a:lnTo>
                  <a:pt x="425921" y="354933"/>
                </a:lnTo>
                <a:cubicBezTo>
                  <a:pt x="425921" y="394113"/>
                  <a:pt x="394113" y="425921"/>
                  <a:pt x="354933" y="425921"/>
                </a:cubicBezTo>
                <a:lnTo>
                  <a:pt x="70988" y="425921"/>
                </a:lnTo>
                <a:cubicBezTo>
                  <a:pt x="31809" y="425921"/>
                  <a:pt x="0" y="394113"/>
                  <a:pt x="0" y="354933"/>
                </a:cubicBezTo>
                <a:lnTo>
                  <a:pt x="0" y="70988"/>
                </a:lnTo>
                <a:cubicBezTo>
                  <a:pt x="0" y="31809"/>
                  <a:pt x="31809" y="0"/>
                  <a:pt x="70988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454540" y="1462337"/>
            <a:ext cx="159721" cy="212961"/>
          </a:xfrm>
          <a:custGeom>
            <a:avLst/>
            <a:gdLst/>
            <a:ahLst/>
            <a:cxnLst/>
            <a:rect l="l" t="t" r="r" b="b"/>
            <a:pathLst>
              <a:path w="159721" h="212961">
                <a:moveTo>
                  <a:pt x="6655" y="26620"/>
                </a:moveTo>
                <a:cubicBezTo>
                  <a:pt x="6655" y="11937"/>
                  <a:pt x="18592" y="0"/>
                  <a:pt x="33275" y="0"/>
                </a:cubicBezTo>
                <a:lnTo>
                  <a:pt x="126445" y="0"/>
                </a:lnTo>
                <a:cubicBezTo>
                  <a:pt x="141128" y="0"/>
                  <a:pt x="153066" y="11937"/>
                  <a:pt x="153066" y="26620"/>
                </a:cubicBezTo>
                <a:lnTo>
                  <a:pt x="153066" y="186341"/>
                </a:lnTo>
                <a:cubicBezTo>
                  <a:pt x="153066" y="201023"/>
                  <a:pt x="141128" y="212961"/>
                  <a:pt x="126445" y="212961"/>
                </a:cubicBezTo>
                <a:lnTo>
                  <a:pt x="33275" y="212961"/>
                </a:lnTo>
                <a:cubicBezTo>
                  <a:pt x="18592" y="212961"/>
                  <a:pt x="6655" y="201023"/>
                  <a:pt x="6655" y="186341"/>
                </a:cubicBezTo>
                <a:lnTo>
                  <a:pt x="6655" y="26620"/>
                </a:lnTo>
                <a:close/>
                <a:moveTo>
                  <a:pt x="33275" y="26620"/>
                </a:moveTo>
                <a:lnTo>
                  <a:pt x="33275" y="153066"/>
                </a:lnTo>
                <a:lnTo>
                  <a:pt x="126445" y="153066"/>
                </a:lnTo>
                <a:lnTo>
                  <a:pt x="126445" y="26620"/>
                </a:lnTo>
                <a:lnTo>
                  <a:pt x="33275" y="26620"/>
                </a:lnTo>
                <a:close/>
                <a:moveTo>
                  <a:pt x="79860" y="196323"/>
                </a:moveTo>
                <a:cubicBezTo>
                  <a:pt x="87222" y="196323"/>
                  <a:pt x="93170" y="190375"/>
                  <a:pt x="93170" y="183013"/>
                </a:cubicBezTo>
                <a:cubicBezTo>
                  <a:pt x="93170" y="175651"/>
                  <a:pt x="87222" y="169703"/>
                  <a:pt x="79860" y="169703"/>
                </a:cubicBezTo>
                <a:cubicBezTo>
                  <a:pt x="72498" y="169703"/>
                  <a:pt x="66550" y="175651"/>
                  <a:pt x="66550" y="183013"/>
                </a:cubicBezTo>
                <a:cubicBezTo>
                  <a:pt x="66550" y="190375"/>
                  <a:pt x="72498" y="196323"/>
                  <a:pt x="79860" y="19632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439" y="1888258"/>
            <a:ext cx="3425118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Application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439" y="2207699"/>
            <a:ext cx="3407371" cy="6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Android/iOS app for students to view attendance, receive notifications, and enable mobile-based check-ins.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23658" y="2979682"/>
            <a:ext cx="155284" cy="124227"/>
          </a:xfrm>
          <a:custGeom>
            <a:avLst/>
            <a:gdLst/>
            <a:ahLst/>
            <a:cxnLst/>
            <a:rect l="l" t="t" r="r" b="b"/>
            <a:pathLst>
              <a:path w="155284" h="124227">
                <a:moveTo>
                  <a:pt x="77642" y="3882"/>
                </a:moveTo>
                <a:cubicBezTo>
                  <a:pt x="91569" y="3882"/>
                  <a:pt x="102876" y="15189"/>
                  <a:pt x="102876" y="29116"/>
                </a:cubicBezTo>
                <a:cubicBezTo>
                  <a:pt x="102876" y="43043"/>
                  <a:pt x="91569" y="54349"/>
                  <a:pt x="77642" y="54349"/>
                </a:cubicBezTo>
                <a:cubicBezTo>
                  <a:pt x="63715" y="54349"/>
                  <a:pt x="52408" y="43043"/>
                  <a:pt x="52408" y="29116"/>
                </a:cubicBezTo>
                <a:cubicBezTo>
                  <a:pt x="52408" y="15189"/>
                  <a:pt x="63715" y="3882"/>
                  <a:pt x="77642" y="3882"/>
                </a:cubicBezTo>
                <a:close/>
                <a:moveTo>
                  <a:pt x="23293" y="21352"/>
                </a:moveTo>
                <a:cubicBezTo>
                  <a:pt x="32934" y="21352"/>
                  <a:pt x="40762" y="29179"/>
                  <a:pt x="40762" y="38821"/>
                </a:cubicBezTo>
                <a:cubicBezTo>
                  <a:pt x="40762" y="48463"/>
                  <a:pt x="32934" y="56290"/>
                  <a:pt x="23293" y="56290"/>
                </a:cubicBezTo>
                <a:cubicBezTo>
                  <a:pt x="13651" y="56290"/>
                  <a:pt x="5823" y="48463"/>
                  <a:pt x="5823" y="38821"/>
                </a:cubicBezTo>
                <a:cubicBezTo>
                  <a:pt x="5823" y="29179"/>
                  <a:pt x="13651" y="21352"/>
                  <a:pt x="23293" y="21352"/>
                </a:cubicBezTo>
                <a:close/>
                <a:moveTo>
                  <a:pt x="0" y="100934"/>
                </a:moveTo>
                <a:cubicBezTo>
                  <a:pt x="0" y="83780"/>
                  <a:pt x="13903" y="69878"/>
                  <a:pt x="31057" y="69878"/>
                </a:cubicBezTo>
                <a:cubicBezTo>
                  <a:pt x="34162" y="69878"/>
                  <a:pt x="37171" y="70339"/>
                  <a:pt x="40010" y="71188"/>
                </a:cubicBezTo>
                <a:cubicBezTo>
                  <a:pt x="32027" y="80117"/>
                  <a:pt x="27175" y="91909"/>
                  <a:pt x="27175" y="104817"/>
                </a:cubicBezTo>
                <a:lnTo>
                  <a:pt x="27175" y="108699"/>
                </a:lnTo>
                <a:cubicBezTo>
                  <a:pt x="27175" y="111465"/>
                  <a:pt x="27757" y="114085"/>
                  <a:pt x="28800" y="116463"/>
                </a:cubicBezTo>
                <a:lnTo>
                  <a:pt x="7764" y="116463"/>
                </a:lnTo>
                <a:cubicBezTo>
                  <a:pt x="3470" y="116463"/>
                  <a:pt x="0" y="112993"/>
                  <a:pt x="0" y="108699"/>
                </a:cubicBezTo>
                <a:lnTo>
                  <a:pt x="0" y="100934"/>
                </a:lnTo>
                <a:close/>
                <a:moveTo>
                  <a:pt x="126484" y="116463"/>
                </a:moveTo>
                <a:cubicBezTo>
                  <a:pt x="127527" y="114085"/>
                  <a:pt x="128109" y="111465"/>
                  <a:pt x="128109" y="108699"/>
                </a:cubicBezTo>
                <a:lnTo>
                  <a:pt x="128109" y="104817"/>
                </a:lnTo>
                <a:cubicBezTo>
                  <a:pt x="128109" y="91909"/>
                  <a:pt x="123257" y="80117"/>
                  <a:pt x="115274" y="71188"/>
                </a:cubicBezTo>
                <a:cubicBezTo>
                  <a:pt x="118113" y="70339"/>
                  <a:pt x="121121" y="69878"/>
                  <a:pt x="124227" y="69878"/>
                </a:cubicBezTo>
                <a:cubicBezTo>
                  <a:pt x="141381" y="69878"/>
                  <a:pt x="155284" y="83780"/>
                  <a:pt x="155284" y="100934"/>
                </a:cubicBezTo>
                <a:lnTo>
                  <a:pt x="155284" y="108699"/>
                </a:lnTo>
                <a:cubicBezTo>
                  <a:pt x="155284" y="112993"/>
                  <a:pt x="151814" y="116463"/>
                  <a:pt x="147520" y="116463"/>
                </a:cubicBezTo>
                <a:lnTo>
                  <a:pt x="126484" y="116463"/>
                </a:lnTo>
                <a:close/>
                <a:moveTo>
                  <a:pt x="114522" y="38821"/>
                </a:moveTo>
                <a:cubicBezTo>
                  <a:pt x="114522" y="29179"/>
                  <a:pt x="122350" y="21352"/>
                  <a:pt x="131991" y="21352"/>
                </a:cubicBezTo>
                <a:cubicBezTo>
                  <a:pt x="141633" y="21352"/>
                  <a:pt x="149461" y="29179"/>
                  <a:pt x="149461" y="38821"/>
                </a:cubicBezTo>
                <a:cubicBezTo>
                  <a:pt x="149461" y="48463"/>
                  <a:pt x="141633" y="56290"/>
                  <a:pt x="131991" y="56290"/>
                </a:cubicBezTo>
                <a:cubicBezTo>
                  <a:pt x="122350" y="56290"/>
                  <a:pt x="114522" y="48463"/>
                  <a:pt x="114522" y="38821"/>
                </a:cubicBezTo>
                <a:close/>
                <a:moveTo>
                  <a:pt x="38821" y="104817"/>
                </a:moveTo>
                <a:cubicBezTo>
                  <a:pt x="38821" y="83368"/>
                  <a:pt x="56193" y="65996"/>
                  <a:pt x="77642" y="65996"/>
                </a:cubicBezTo>
                <a:cubicBezTo>
                  <a:pt x="99091" y="65996"/>
                  <a:pt x="116463" y="83368"/>
                  <a:pt x="116463" y="104817"/>
                </a:cubicBezTo>
                <a:lnTo>
                  <a:pt x="116463" y="108699"/>
                </a:lnTo>
                <a:cubicBezTo>
                  <a:pt x="116463" y="112993"/>
                  <a:pt x="112993" y="116463"/>
                  <a:pt x="108699" y="116463"/>
                </a:cubicBezTo>
                <a:lnTo>
                  <a:pt x="46585" y="116463"/>
                </a:lnTo>
                <a:cubicBezTo>
                  <a:pt x="42291" y="116463"/>
                  <a:pt x="38821" y="112993"/>
                  <a:pt x="38821" y="108699"/>
                </a:cubicBezTo>
                <a:lnTo>
                  <a:pt x="38821" y="10481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8547710" y="2953062"/>
            <a:ext cx="1313258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accessibility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45571" y="1174833"/>
            <a:ext cx="3698417" cy="2136706"/>
          </a:xfrm>
          <a:custGeom>
            <a:avLst/>
            <a:gdLst/>
            <a:ahLst/>
            <a:cxnLst/>
            <a:rect l="l" t="t" r="r" b="b"/>
            <a:pathLst>
              <a:path w="3698417" h="2136706">
                <a:moveTo>
                  <a:pt x="106472" y="0"/>
                </a:moveTo>
                <a:lnTo>
                  <a:pt x="3591945" y="0"/>
                </a:lnTo>
                <a:cubicBezTo>
                  <a:pt x="3650709" y="0"/>
                  <a:pt x="3698417" y="47709"/>
                  <a:pt x="3698417" y="106472"/>
                </a:cubicBezTo>
                <a:lnTo>
                  <a:pt x="3698417" y="2030234"/>
                </a:lnTo>
                <a:cubicBezTo>
                  <a:pt x="3698417" y="2088997"/>
                  <a:pt x="3650709" y="2136706"/>
                  <a:pt x="3591945" y="2136706"/>
                </a:cubicBezTo>
                <a:lnTo>
                  <a:pt x="106472" y="2136706"/>
                </a:lnTo>
                <a:cubicBezTo>
                  <a:pt x="47709" y="2136706"/>
                  <a:pt x="0" y="2088997"/>
                  <a:pt x="0" y="2030234"/>
                </a:cubicBezTo>
                <a:lnTo>
                  <a:pt x="0" y="106472"/>
                </a:lnTo>
                <a:cubicBezTo>
                  <a:pt x="0" y="47709"/>
                  <a:pt x="47709" y="0"/>
                  <a:pt x="106472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26588" y="1355848"/>
            <a:ext cx="425921" cy="425921"/>
          </a:xfrm>
          <a:custGeom>
            <a:avLst/>
            <a:gdLst/>
            <a:ahLst/>
            <a:cxnLst/>
            <a:rect l="l" t="t" r="r" b="b"/>
            <a:pathLst>
              <a:path w="425921" h="425921">
                <a:moveTo>
                  <a:pt x="70988" y="0"/>
                </a:moveTo>
                <a:lnTo>
                  <a:pt x="354933" y="0"/>
                </a:lnTo>
                <a:cubicBezTo>
                  <a:pt x="394113" y="0"/>
                  <a:pt x="425921" y="31809"/>
                  <a:pt x="425921" y="70988"/>
                </a:cubicBezTo>
                <a:lnTo>
                  <a:pt x="425921" y="354933"/>
                </a:lnTo>
                <a:cubicBezTo>
                  <a:pt x="425921" y="394113"/>
                  <a:pt x="394113" y="425921"/>
                  <a:pt x="354933" y="425921"/>
                </a:cubicBezTo>
                <a:lnTo>
                  <a:pt x="70988" y="425921"/>
                </a:lnTo>
                <a:cubicBezTo>
                  <a:pt x="31809" y="425921"/>
                  <a:pt x="0" y="394113"/>
                  <a:pt x="0" y="354933"/>
                </a:cubicBezTo>
                <a:lnTo>
                  <a:pt x="0" y="70988"/>
                </a:lnTo>
                <a:cubicBezTo>
                  <a:pt x="0" y="31809"/>
                  <a:pt x="31809" y="0"/>
                  <a:pt x="70988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19758" y="1462328"/>
            <a:ext cx="239581" cy="212961"/>
          </a:xfrm>
          <a:custGeom>
            <a:avLst/>
            <a:gdLst/>
            <a:ahLst/>
            <a:cxnLst/>
            <a:rect l="l" t="t" r="r" b="b"/>
            <a:pathLst>
              <a:path w="239581" h="212961">
                <a:moveTo>
                  <a:pt x="0" y="139755"/>
                </a:moveTo>
                <a:cubicBezTo>
                  <a:pt x="0" y="172823"/>
                  <a:pt x="26828" y="199651"/>
                  <a:pt x="59895" y="199651"/>
                </a:cubicBezTo>
                <a:lnTo>
                  <a:pt x="186341" y="199651"/>
                </a:lnTo>
                <a:cubicBezTo>
                  <a:pt x="215747" y="199651"/>
                  <a:pt x="239581" y="175817"/>
                  <a:pt x="239581" y="146410"/>
                </a:cubicBezTo>
                <a:cubicBezTo>
                  <a:pt x="239581" y="124948"/>
                  <a:pt x="226895" y="106439"/>
                  <a:pt x="208593" y="98037"/>
                </a:cubicBezTo>
                <a:cubicBezTo>
                  <a:pt x="211380" y="92588"/>
                  <a:pt x="212961" y="86391"/>
                  <a:pt x="212961" y="79860"/>
                </a:cubicBezTo>
                <a:cubicBezTo>
                  <a:pt x="212961" y="57816"/>
                  <a:pt x="195075" y="39930"/>
                  <a:pt x="173031" y="39930"/>
                </a:cubicBezTo>
                <a:cubicBezTo>
                  <a:pt x="165668" y="39930"/>
                  <a:pt x="158805" y="41927"/>
                  <a:pt x="152899" y="45379"/>
                </a:cubicBezTo>
                <a:cubicBezTo>
                  <a:pt x="142875" y="26329"/>
                  <a:pt x="122868" y="13310"/>
                  <a:pt x="99825" y="13310"/>
                </a:cubicBezTo>
                <a:cubicBezTo>
                  <a:pt x="66758" y="13310"/>
                  <a:pt x="39930" y="40138"/>
                  <a:pt x="39930" y="73205"/>
                </a:cubicBezTo>
                <a:cubicBezTo>
                  <a:pt x="39930" y="76533"/>
                  <a:pt x="40221" y="79819"/>
                  <a:pt x="40720" y="82980"/>
                </a:cubicBezTo>
                <a:cubicBezTo>
                  <a:pt x="17053" y="90966"/>
                  <a:pt x="0" y="113385"/>
                  <a:pt x="0" y="13975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4426588" y="1888250"/>
            <a:ext cx="3425118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Integration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26588" y="2207691"/>
            <a:ext cx="3407371" cy="6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Migrate to cloud platforms (AWS, Azure, GCP) for scalability, remote access, automatic backups, and reduced infrastructure costs.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52099" y="2979673"/>
            <a:ext cx="108699" cy="124227"/>
          </a:xfrm>
          <a:custGeom>
            <a:avLst/>
            <a:gdLst/>
            <a:ahLst/>
            <a:cxnLst/>
            <a:rect l="l" t="t" r="r" b="b"/>
            <a:pathLst>
              <a:path w="108699" h="124227">
                <a:moveTo>
                  <a:pt x="40762" y="7764"/>
                </a:moveTo>
                <a:lnTo>
                  <a:pt x="5823" y="7764"/>
                </a:lnTo>
                <a:cubicBezTo>
                  <a:pt x="2596" y="7764"/>
                  <a:pt x="0" y="10360"/>
                  <a:pt x="0" y="13587"/>
                </a:cubicBezTo>
                <a:lnTo>
                  <a:pt x="0" y="48526"/>
                </a:lnTo>
                <a:cubicBezTo>
                  <a:pt x="0" y="50880"/>
                  <a:pt x="1407" y="53015"/>
                  <a:pt x="3591" y="53913"/>
                </a:cubicBezTo>
                <a:cubicBezTo>
                  <a:pt x="5775" y="54810"/>
                  <a:pt x="8274" y="54301"/>
                  <a:pt x="9948" y="52651"/>
                </a:cubicBezTo>
                <a:lnTo>
                  <a:pt x="19653" y="42946"/>
                </a:lnTo>
                <a:lnTo>
                  <a:pt x="38821" y="62114"/>
                </a:lnTo>
                <a:lnTo>
                  <a:pt x="19653" y="81281"/>
                </a:lnTo>
                <a:lnTo>
                  <a:pt x="9948" y="71576"/>
                </a:lnTo>
                <a:cubicBezTo>
                  <a:pt x="8274" y="69902"/>
                  <a:pt x="5775" y="69417"/>
                  <a:pt x="3591" y="70314"/>
                </a:cubicBezTo>
                <a:cubicBezTo>
                  <a:pt x="1407" y="71212"/>
                  <a:pt x="0" y="73347"/>
                  <a:pt x="0" y="75701"/>
                </a:cubicBezTo>
                <a:lnTo>
                  <a:pt x="0" y="110640"/>
                </a:lnTo>
                <a:cubicBezTo>
                  <a:pt x="0" y="113867"/>
                  <a:pt x="2596" y="116463"/>
                  <a:pt x="5823" y="116463"/>
                </a:cubicBezTo>
                <a:lnTo>
                  <a:pt x="40762" y="116463"/>
                </a:lnTo>
                <a:cubicBezTo>
                  <a:pt x="43116" y="116463"/>
                  <a:pt x="45251" y="115056"/>
                  <a:pt x="46148" y="112872"/>
                </a:cubicBezTo>
                <a:cubicBezTo>
                  <a:pt x="47046" y="110688"/>
                  <a:pt x="46561" y="108189"/>
                  <a:pt x="44887" y="106515"/>
                </a:cubicBezTo>
                <a:lnTo>
                  <a:pt x="35181" y="96810"/>
                </a:lnTo>
                <a:lnTo>
                  <a:pt x="54349" y="77642"/>
                </a:lnTo>
                <a:lnTo>
                  <a:pt x="73517" y="96810"/>
                </a:lnTo>
                <a:lnTo>
                  <a:pt x="63812" y="106515"/>
                </a:lnTo>
                <a:cubicBezTo>
                  <a:pt x="62138" y="108189"/>
                  <a:pt x="61653" y="110688"/>
                  <a:pt x="62550" y="112872"/>
                </a:cubicBezTo>
                <a:cubicBezTo>
                  <a:pt x="63448" y="115056"/>
                  <a:pt x="65583" y="116463"/>
                  <a:pt x="67937" y="116463"/>
                </a:cubicBezTo>
                <a:lnTo>
                  <a:pt x="102876" y="116463"/>
                </a:lnTo>
                <a:cubicBezTo>
                  <a:pt x="106103" y="116463"/>
                  <a:pt x="108699" y="113867"/>
                  <a:pt x="108699" y="110640"/>
                </a:cubicBezTo>
                <a:lnTo>
                  <a:pt x="108699" y="75701"/>
                </a:lnTo>
                <a:cubicBezTo>
                  <a:pt x="108699" y="73347"/>
                  <a:pt x="107291" y="71212"/>
                  <a:pt x="105108" y="70314"/>
                </a:cubicBezTo>
                <a:cubicBezTo>
                  <a:pt x="102924" y="69417"/>
                  <a:pt x="100425" y="69902"/>
                  <a:pt x="98751" y="71576"/>
                </a:cubicBezTo>
                <a:lnTo>
                  <a:pt x="89046" y="81281"/>
                </a:lnTo>
                <a:lnTo>
                  <a:pt x="69878" y="62114"/>
                </a:lnTo>
                <a:lnTo>
                  <a:pt x="89046" y="42946"/>
                </a:lnTo>
                <a:lnTo>
                  <a:pt x="98751" y="52651"/>
                </a:lnTo>
                <a:cubicBezTo>
                  <a:pt x="100425" y="54325"/>
                  <a:pt x="102924" y="54810"/>
                  <a:pt x="105108" y="53913"/>
                </a:cubicBezTo>
                <a:cubicBezTo>
                  <a:pt x="107291" y="53015"/>
                  <a:pt x="108699" y="50880"/>
                  <a:pt x="108699" y="48526"/>
                </a:cubicBezTo>
                <a:lnTo>
                  <a:pt x="108699" y="13587"/>
                </a:lnTo>
                <a:cubicBezTo>
                  <a:pt x="108699" y="10360"/>
                  <a:pt x="106103" y="7764"/>
                  <a:pt x="102876" y="7764"/>
                </a:cubicBezTo>
                <a:lnTo>
                  <a:pt x="67937" y="7764"/>
                </a:lnTo>
                <a:cubicBezTo>
                  <a:pt x="65583" y="7764"/>
                  <a:pt x="63448" y="9171"/>
                  <a:pt x="62550" y="11355"/>
                </a:cubicBezTo>
                <a:cubicBezTo>
                  <a:pt x="61653" y="13539"/>
                  <a:pt x="62162" y="16038"/>
                  <a:pt x="63812" y="17712"/>
                </a:cubicBezTo>
                <a:lnTo>
                  <a:pt x="73517" y="27417"/>
                </a:lnTo>
                <a:lnTo>
                  <a:pt x="54349" y="46585"/>
                </a:lnTo>
                <a:lnTo>
                  <a:pt x="35181" y="27417"/>
                </a:lnTo>
                <a:lnTo>
                  <a:pt x="44887" y="17712"/>
                </a:lnTo>
                <a:cubicBezTo>
                  <a:pt x="46561" y="16038"/>
                  <a:pt x="47046" y="13539"/>
                  <a:pt x="46148" y="11355"/>
                </a:cubicBezTo>
                <a:cubicBezTo>
                  <a:pt x="45251" y="9171"/>
                  <a:pt x="43116" y="7764"/>
                  <a:pt x="40762" y="776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4652858" y="2953053"/>
            <a:ext cx="1171284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Unlimited scalability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179622" y="3961920"/>
            <a:ext cx="3698417" cy="2136706"/>
          </a:xfrm>
          <a:custGeom>
            <a:avLst/>
            <a:gdLst/>
            <a:ahLst/>
            <a:cxnLst/>
            <a:rect l="l" t="t" r="r" b="b"/>
            <a:pathLst>
              <a:path w="3698417" h="2136706">
                <a:moveTo>
                  <a:pt x="106472" y="0"/>
                </a:moveTo>
                <a:lnTo>
                  <a:pt x="3591945" y="0"/>
                </a:lnTo>
                <a:cubicBezTo>
                  <a:pt x="3650709" y="0"/>
                  <a:pt x="3698417" y="47709"/>
                  <a:pt x="3698417" y="106472"/>
                </a:cubicBezTo>
                <a:lnTo>
                  <a:pt x="3698417" y="2030234"/>
                </a:lnTo>
                <a:cubicBezTo>
                  <a:pt x="3698417" y="2088997"/>
                  <a:pt x="3650709" y="2136706"/>
                  <a:pt x="3591945" y="2136706"/>
                </a:cubicBezTo>
                <a:lnTo>
                  <a:pt x="106472" y="2136706"/>
                </a:lnTo>
                <a:cubicBezTo>
                  <a:pt x="47709" y="2136706"/>
                  <a:pt x="0" y="2088997"/>
                  <a:pt x="0" y="2030234"/>
                </a:cubicBezTo>
                <a:lnTo>
                  <a:pt x="0" y="106472"/>
                </a:lnTo>
                <a:cubicBezTo>
                  <a:pt x="0" y="47709"/>
                  <a:pt x="47709" y="0"/>
                  <a:pt x="106472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60639" y="4142943"/>
            <a:ext cx="425921" cy="425921"/>
          </a:xfrm>
          <a:custGeom>
            <a:avLst/>
            <a:gdLst/>
            <a:ahLst/>
            <a:cxnLst/>
            <a:rect l="l" t="t" r="r" b="b"/>
            <a:pathLst>
              <a:path w="425921" h="425921">
                <a:moveTo>
                  <a:pt x="70988" y="0"/>
                </a:moveTo>
                <a:lnTo>
                  <a:pt x="354933" y="0"/>
                </a:lnTo>
                <a:cubicBezTo>
                  <a:pt x="394113" y="0"/>
                  <a:pt x="425921" y="31809"/>
                  <a:pt x="425921" y="70988"/>
                </a:cubicBezTo>
                <a:lnTo>
                  <a:pt x="425921" y="354933"/>
                </a:lnTo>
                <a:cubicBezTo>
                  <a:pt x="425921" y="394113"/>
                  <a:pt x="394113" y="425921"/>
                  <a:pt x="354933" y="425921"/>
                </a:cubicBezTo>
                <a:lnTo>
                  <a:pt x="70988" y="425921"/>
                </a:lnTo>
                <a:cubicBezTo>
                  <a:pt x="31809" y="425921"/>
                  <a:pt x="0" y="394113"/>
                  <a:pt x="0" y="354933"/>
                </a:cubicBezTo>
                <a:lnTo>
                  <a:pt x="0" y="70988"/>
                </a:lnTo>
                <a:cubicBezTo>
                  <a:pt x="0" y="31809"/>
                  <a:pt x="31809" y="0"/>
                  <a:pt x="70988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440499" y="4249424"/>
            <a:ext cx="266201" cy="212961"/>
          </a:xfrm>
          <a:custGeom>
            <a:avLst/>
            <a:gdLst/>
            <a:ahLst/>
            <a:cxnLst/>
            <a:rect l="l" t="t" r="r" b="b"/>
            <a:pathLst>
              <a:path w="266201" h="212961">
                <a:moveTo>
                  <a:pt x="133100" y="6655"/>
                </a:moveTo>
                <a:cubicBezTo>
                  <a:pt x="156975" y="6655"/>
                  <a:pt x="176358" y="26038"/>
                  <a:pt x="176358" y="49913"/>
                </a:cubicBezTo>
                <a:cubicBezTo>
                  <a:pt x="176358" y="73787"/>
                  <a:pt x="156975" y="93170"/>
                  <a:pt x="133100" y="93170"/>
                </a:cubicBezTo>
                <a:cubicBezTo>
                  <a:pt x="109226" y="93170"/>
                  <a:pt x="89843" y="73787"/>
                  <a:pt x="89843" y="49913"/>
                </a:cubicBezTo>
                <a:cubicBezTo>
                  <a:pt x="89843" y="26038"/>
                  <a:pt x="109226" y="6655"/>
                  <a:pt x="133100" y="6655"/>
                </a:cubicBezTo>
                <a:close/>
                <a:moveTo>
                  <a:pt x="39930" y="36603"/>
                </a:moveTo>
                <a:cubicBezTo>
                  <a:pt x="56459" y="36603"/>
                  <a:pt x="69878" y="50022"/>
                  <a:pt x="69878" y="66550"/>
                </a:cubicBezTo>
                <a:cubicBezTo>
                  <a:pt x="69878" y="83079"/>
                  <a:pt x="56459" y="96498"/>
                  <a:pt x="39930" y="96498"/>
                </a:cubicBezTo>
                <a:cubicBezTo>
                  <a:pt x="23402" y="96498"/>
                  <a:pt x="9983" y="83079"/>
                  <a:pt x="9983" y="66550"/>
                </a:cubicBezTo>
                <a:cubicBezTo>
                  <a:pt x="9983" y="50022"/>
                  <a:pt x="23402" y="36603"/>
                  <a:pt x="39930" y="36603"/>
                </a:cubicBezTo>
                <a:close/>
                <a:moveTo>
                  <a:pt x="0" y="173031"/>
                </a:moveTo>
                <a:cubicBezTo>
                  <a:pt x="0" y="143624"/>
                  <a:pt x="23833" y="119790"/>
                  <a:pt x="53240" y="119790"/>
                </a:cubicBezTo>
                <a:cubicBezTo>
                  <a:pt x="58564" y="119790"/>
                  <a:pt x="63722" y="120581"/>
                  <a:pt x="68588" y="122036"/>
                </a:cubicBezTo>
                <a:cubicBezTo>
                  <a:pt x="54904" y="137343"/>
                  <a:pt x="46585" y="157558"/>
                  <a:pt x="46585" y="179686"/>
                </a:cubicBezTo>
                <a:lnTo>
                  <a:pt x="46585" y="186341"/>
                </a:lnTo>
                <a:cubicBezTo>
                  <a:pt x="46585" y="191082"/>
                  <a:pt x="47583" y="195574"/>
                  <a:pt x="49372" y="199651"/>
                </a:cubicBezTo>
                <a:lnTo>
                  <a:pt x="13310" y="199651"/>
                </a:lnTo>
                <a:cubicBezTo>
                  <a:pt x="5948" y="199651"/>
                  <a:pt x="0" y="193703"/>
                  <a:pt x="0" y="186341"/>
                </a:cubicBezTo>
                <a:lnTo>
                  <a:pt x="0" y="173031"/>
                </a:lnTo>
                <a:close/>
                <a:moveTo>
                  <a:pt x="216829" y="199651"/>
                </a:moveTo>
                <a:cubicBezTo>
                  <a:pt x="218617" y="195574"/>
                  <a:pt x="219616" y="191082"/>
                  <a:pt x="219616" y="186341"/>
                </a:cubicBezTo>
                <a:lnTo>
                  <a:pt x="219616" y="179686"/>
                </a:lnTo>
                <a:cubicBezTo>
                  <a:pt x="219616" y="157558"/>
                  <a:pt x="211297" y="137343"/>
                  <a:pt x="197613" y="122036"/>
                </a:cubicBezTo>
                <a:cubicBezTo>
                  <a:pt x="202479" y="120581"/>
                  <a:pt x="207637" y="119790"/>
                  <a:pt x="212961" y="119790"/>
                </a:cubicBezTo>
                <a:cubicBezTo>
                  <a:pt x="242368" y="119790"/>
                  <a:pt x="266201" y="143624"/>
                  <a:pt x="266201" y="173031"/>
                </a:cubicBezTo>
                <a:lnTo>
                  <a:pt x="266201" y="186341"/>
                </a:lnTo>
                <a:cubicBezTo>
                  <a:pt x="266201" y="193703"/>
                  <a:pt x="260253" y="199651"/>
                  <a:pt x="252891" y="199651"/>
                </a:cubicBezTo>
                <a:lnTo>
                  <a:pt x="216829" y="199651"/>
                </a:lnTo>
                <a:close/>
                <a:moveTo>
                  <a:pt x="196323" y="66550"/>
                </a:moveTo>
                <a:cubicBezTo>
                  <a:pt x="196323" y="50022"/>
                  <a:pt x="209742" y="36603"/>
                  <a:pt x="226271" y="36603"/>
                </a:cubicBezTo>
                <a:cubicBezTo>
                  <a:pt x="242799" y="36603"/>
                  <a:pt x="256218" y="50022"/>
                  <a:pt x="256218" y="66550"/>
                </a:cubicBezTo>
                <a:cubicBezTo>
                  <a:pt x="256218" y="83079"/>
                  <a:pt x="242799" y="96498"/>
                  <a:pt x="226271" y="96498"/>
                </a:cubicBezTo>
                <a:cubicBezTo>
                  <a:pt x="209742" y="96498"/>
                  <a:pt x="196323" y="83079"/>
                  <a:pt x="196323" y="66550"/>
                </a:cubicBezTo>
                <a:close/>
                <a:moveTo>
                  <a:pt x="66550" y="179686"/>
                </a:moveTo>
                <a:cubicBezTo>
                  <a:pt x="66550" y="142917"/>
                  <a:pt x="96331" y="113135"/>
                  <a:pt x="133100" y="113135"/>
                </a:cubicBezTo>
                <a:cubicBezTo>
                  <a:pt x="169869" y="113135"/>
                  <a:pt x="199651" y="142917"/>
                  <a:pt x="199651" y="179686"/>
                </a:cubicBezTo>
                <a:lnTo>
                  <a:pt x="199651" y="186341"/>
                </a:lnTo>
                <a:cubicBezTo>
                  <a:pt x="199651" y="193703"/>
                  <a:pt x="193703" y="199651"/>
                  <a:pt x="186341" y="199651"/>
                </a:cubicBezTo>
                <a:lnTo>
                  <a:pt x="79860" y="199651"/>
                </a:lnTo>
                <a:cubicBezTo>
                  <a:pt x="72498" y="199651"/>
                  <a:pt x="66550" y="193703"/>
                  <a:pt x="66550" y="186341"/>
                </a:cubicBezTo>
                <a:lnTo>
                  <a:pt x="66550" y="17968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2360639" y="4675345"/>
            <a:ext cx="3425118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Multi-Face Detection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360639" y="4994786"/>
            <a:ext cx="3407371" cy="6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simultaneous recognition of multiple faces in a single frame for faster group attendance marking in classrooms.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378386" y="5766769"/>
            <a:ext cx="124227" cy="124227"/>
          </a:xfrm>
          <a:custGeom>
            <a:avLst/>
            <a:gdLst/>
            <a:ahLst/>
            <a:cxnLst/>
            <a:rect l="l" t="t" r="r" b="b"/>
            <a:pathLst>
              <a:path w="124227" h="124227">
                <a:moveTo>
                  <a:pt x="0" y="62114"/>
                </a:moveTo>
                <a:cubicBezTo>
                  <a:pt x="0" y="27832"/>
                  <a:pt x="27832" y="0"/>
                  <a:pt x="62114" y="0"/>
                </a:cubicBezTo>
                <a:cubicBezTo>
                  <a:pt x="96395" y="0"/>
                  <a:pt x="124227" y="27832"/>
                  <a:pt x="124227" y="62114"/>
                </a:cubicBezTo>
                <a:cubicBezTo>
                  <a:pt x="124227" y="96395"/>
                  <a:pt x="96395" y="124227"/>
                  <a:pt x="62114" y="124227"/>
                </a:cubicBezTo>
                <a:cubicBezTo>
                  <a:pt x="27832" y="124227"/>
                  <a:pt x="0" y="96395"/>
                  <a:pt x="0" y="62114"/>
                </a:cubicBezTo>
                <a:close/>
                <a:moveTo>
                  <a:pt x="69878" y="23293"/>
                </a:moveTo>
                <a:cubicBezTo>
                  <a:pt x="69878" y="19007"/>
                  <a:pt x="66399" y="15528"/>
                  <a:pt x="62114" y="15528"/>
                </a:cubicBezTo>
                <a:cubicBezTo>
                  <a:pt x="57828" y="15528"/>
                  <a:pt x="54349" y="19007"/>
                  <a:pt x="54349" y="23293"/>
                </a:cubicBezTo>
                <a:cubicBezTo>
                  <a:pt x="54349" y="27578"/>
                  <a:pt x="57828" y="31057"/>
                  <a:pt x="62114" y="31057"/>
                </a:cubicBezTo>
                <a:cubicBezTo>
                  <a:pt x="66399" y="31057"/>
                  <a:pt x="69878" y="27578"/>
                  <a:pt x="69878" y="23293"/>
                </a:cubicBezTo>
                <a:close/>
                <a:moveTo>
                  <a:pt x="62114" y="100934"/>
                </a:moveTo>
                <a:cubicBezTo>
                  <a:pt x="70678" y="100934"/>
                  <a:pt x="77642" y="93971"/>
                  <a:pt x="77642" y="85406"/>
                </a:cubicBezTo>
                <a:cubicBezTo>
                  <a:pt x="77642" y="81475"/>
                  <a:pt x="76186" y="77860"/>
                  <a:pt x="73760" y="75143"/>
                </a:cubicBezTo>
                <a:lnTo>
                  <a:pt x="90623" y="41441"/>
                </a:lnTo>
                <a:cubicBezTo>
                  <a:pt x="92054" y="38554"/>
                  <a:pt x="90890" y="35060"/>
                  <a:pt x="88027" y="33629"/>
                </a:cubicBezTo>
                <a:cubicBezTo>
                  <a:pt x="85163" y="32197"/>
                  <a:pt x="81645" y="33362"/>
                  <a:pt x="80214" y="36225"/>
                </a:cubicBezTo>
                <a:lnTo>
                  <a:pt x="63351" y="69926"/>
                </a:lnTo>
                <a:cubicBezTo>
                  <a:pt x="62938" y="69902"/>
                  <a:pt x="62526" y="69878"/>
                  <a:pt x="62114" y="69878"/>
                </a:cubicBezTo>
                <a:cubicBezTo>
                  <a:pt x="53549" y="69878"/>
                  <a:pt x="46585" y="76841"/>
                  <a:pt x="46585" y="85406"/>
                </a:cubicBezTo>
                <a:cubicBezTo>
                  <a:pt x="46585" y="93971"/>
                  <a:pt x="53549" y="100934"/>
                  <a:pt x="62114" y="100934"/>
                </a:cubicBezTo>
                <a:close/>
                <a:moveTo>
                  <a:pt x="42703" y="34939"/>
                </a:moveTo>
                <a:cubicBezTo>
                  <a:pt x="42703" y="30654"/>
                  <a:pt x="39224" y="27175"/>
                  <a:pt x="34939" y="27175"/>
                </a:cubicBezTo>
                <a:cubicBezTo>
                  <a:pt x="30654" y="27175"/>
                  <a:pt x="27175" y="30654"/>
                  <a:pt x="27175" y="34939"/>
                </a:cubicBezTo>
                <a:cubicBezTo>
                  <a:pt x="27175" y="39224"/>
                  <a:pt x="30654" y="42703"/>
                  <a:pt x="34939" y="42703"/>
                </a:cubicBezTo>
                <a:cubicBezTo>
                  <a:pt x="39224" y="42703"/>
                  <a:pt x="42703" y="39224"/>
                  <a:pt x="42703" y="34939"/>
                </a:cubicBezTo>
                <a:close/>
                <a:moveTo>
                  <a:pt x="23293" y="69878"/>
                </a:moveTo>
                <a:cubicBezTo>
                  <a:pt x="27578" y="69878"/>
                  <a:pt x="31057" y="66399"/>
                  <a:pt x="31057" y="62114"/>
                </a:cubicBezTo>
                <a:cubicBezTo>
                  <a:pt x="31057" y="57828"/>
                  <a:pt x="27578" y="54349"/>
                  <a:pt x="23293" y="54349"/>
                </a:cubicBezTo>
                <a:cubicBezTo>
                  <a:pt x="19007" y="54349"/>
                  <a:pt x="15528" y="57828"/>
                  <a:pt x="15528" y="62114"/>
                </a:cubicBezTo>
                <a:cubicBezTo>
                  <a:pt x="15528" y="66399"/>
                  <a:pt x="19007" y="69878"/>
                  <a:pt x="23293" y="69878"/>
                </a:cubicBezTo>
                <a:close/>
                <a:moveTo>
                  <a:pt x="108699" y="62114"/>
                </a:moveTo>
                <a:cubicBezTo>
                  <a:pt x="108699" y="57828"/>
                  <a:pt x="105220" y="54349"/>
                  <a:pt x="100934" y="54349"/>
                </a:cubicBezTo>
                <a:cubicBezTo>
                  <a:pt x="96649" y="54349"/>
                  <a:pt x="93170" y="57828"/>
                  <a:pt x="93170" y="62114"/>
                </a:cubicBezTo>
                <a:cubicBezTo>
                  <a:pt x="93170" y="66399"/>
                  <a:pt x="96649" y="69878"/>
                  <a:pt x="100934" y="69878"/>
                </a:cubicBezTo>
                <a:cubicBezTo>
                  <a:pt x="105220" y="69878"/>
                  <a:pt x="108699" y="66399"/>
                  <a:pt x="108699" y="6211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2586909" y="5740149"/>
            <a:ext cx="1313258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5x speed improvement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53095" y="3961920"/>
            <a:ext cx="3698417" cy="2136706"/>
          </a:xfrm>
          <a:custGeom>
            <a:avLst/>
            <a:gdLst/>
            <a:ahLst/>
            <a:cxnLst/>
            <a:rect l="l" t="t" r="r" b="b"/>
            <a:pathLst>
              <a:path w="3698417" h="2136706">
                <a:moveTo>
                  <a:pt x="106472" y="0"/>
                </a:moveTo>
                <a:lnTo>
                  <a:pt x="3591945" y="0"/>
                </a:lnTo>
                <a:cubicBezTo>
                  <a:pt x="3650709" y="0"/>
                  <a:pt x="3698417" y="47709"/>
                  <a:pt x="3698417" y="106472"/>
                </a:cubicBezTo>
                <a:lnTo>
                  <a:pt x="3698417" y="2030234"/>
                </a:lnTo>
                <a:cubicBezTo>
                  <a:pt x="3698417" y="2088997"/>
                  <a:pt x="3650709" y="2136706"/>
                  <a:pt x="3591945" y="2136706"/>
                </a:cubicBezTo>
                <a:lnTo>
                  <a:pt x="106472" y="2136706"/>
                </a:lnTo>
                <a:cubicBezTo>
                  <a:pt x="47709" y="2136706"/>
                  <a:pt x="0" y="2088997"/>
                  <a:pt x="0" y="2030234"/>
                </a:cubicBezTo>
                <a:lnTo>
                  <a:pt x="0" y="106472"/>
                </a:lnTo>
                <a:cubicBezTo>
                  <a:pt x="0" y="47709"/>
                  <a:pt x="47709" y="0"/>
                  <a:pt x="106472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34111" y="4142943"/>
            <a:ext cx="425921" cy="425921"/>
          </a:xfrm>
          <a:custGeom>
            <a:avLst/>
            <a:gdLst/>
            <a:ahLst/>
            <a:cxnLst/>
            <a:rect l="l" t="t" r="r" b="b"/>
            <a:pathLst>
              <a:path w="425921" h="425921">
                <a:moveTo>
                  <a:pt x="70988" y="0"/>
                </a:moveTo>
                <a:lnTo>
                  <a:pt x="354933" y="0"/>
                </a:lnTo>
                <a:cubicBezTo>
                  <a:pt x="394113" y="0"/>
                  <a:pt x="425921" y="31809"/>
                  <a:pt x="425921" y="70988"/>
                </a:cubicBezTo>
                <a:lnTo>
                  <a:pt x="425921" y="354933"/>
                </a:lnTo>
                <a:cubicBezTo>
                  <a:pt x="425921" y="394113"/>
                  <a:pt x="394113" y="425921"/>
                  <a:pt x="354933" y="425921"/>
                </a:cubicBezTo>
                <a:lnTo>
                  <a:pt x="70988" y="425921"/>
                </a:lnTo>
                <a:cubicBezTo>
                  <a:pt x="31809" y="425921"/>
                  <a:pt x="0" y="394113"/>
                  <a:pt x="0" y="354933"/>
                </a:cubicBezTo>
                <a:lnTo>
                  <a:pt x="0" y="70988"/>
                </a:lnTo>
                <a:cubicBezTo>
                  <a:pt x="0" y="31809"/>
                  <a:pt x="31809" y="0"/>
                  <a:pt x="70988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553901" y="4249424"/>
            <a:ext cx="186341" cy="212961"/>
          </a:xfrm>
          <a:custGeom>
            <a:avLst/>
            <a:gdLst/>
            <a:ahLst/>
            <a:cxnLst/>
            <a:rect l="l" t="t" r="r" b="b"/>
            <a:pathLst>
              <a:path w="186341" h="212961">
                <a:moveTo>
                  <a:pt x="53240" y="-13310"/>
                </a:moveTo>
                <a:cubicBezTo>
                  <a:pt x="60602" y="-13310"/>
                  <a:pt x="66550" y="-7362"/>
                  <a:pt x="66550" y="0"/>
                </a:cubicBezTo>
                <a:lnTo>
                  <a:pt x="66550" y="39930"/>
                </a:lnTo>
                <a:lnTo>
                  <a:pt x="119790" y="39930"/>
                </a:lnTo>
                <a:lnTo>
                  <a:pt x="119790" y="0"/>
                </a:lnTo>
                <a:cubicBezTo>
                  <a:pt x="119790" y="-7362"/>
                  <a:pt x="125738" y="-13310"/>
                  <a:pt x="133100" y="-13310"/>
                </a:cubicBezTo>
                <a:cubicBezTo>
                  <a:pt x="140463" y="-13310"/>
                  <a:pt x="146410" y="-7362"/>
                  <a:pt x="146410" y="0"/>
                </a:cubicBezTo>
                <a:lnTo>
                  <a:pt x="146410" y="39930"/>
                </a:lnTo>
                <a:lnTo>
                  <a:pt x="173031" y="39930"/>
                </a:lnTo>
                <a:cubicBezTo>
                  <a:pt x="180393" y="39930"/>
                  <a:pt x="186341" y="45878"/>
                  <a:pt x="186341" y="53240"/>
                </a:cubicBezTo>
                <a:cubicBezTo>
                  <a:pt x="186341" y="60602"/>
                  <a:pt x="180393" y="66550"/>
                  <a:pt x="173031" y="66550"/>
                </a:cubicBezTo>
                <a:lnTo>
                  <a:pt x="173031" y="93170"/>
                </a:lnTo>
                <a:cubicBezTo>
                  <a:pt x="173031" y="132726"/>
                  <a:pt x="144248" y="165585"/>
                  <a:pt x="106480" y="171908"/>
                </a:cubicBezTo>
                <a:lnTo>
                  <a:pt x="106480" y="199651"/>
                </a:lnTo>
                <a:cubicBezTo>
                  <a:pt x="106480" y="207013"/>
                  <a:pt x="100532" y="212961"/>
                  <a:pt x="93170" y="212961"/>
                </a:cubicBezTo>
                <a:cubicBezTo>
                  <a:pt x="85808" y="212961"/>
                  <a:pt x="79860" y="207013"/>
                  <a:pt x="79860" y="199651"/>
                </a:cubicBezTo>
                <a:lnTo>
                  <a:pt x="79860" y="171908"/>
                </a:lnTo>
                <a:cubicBezTo>
                  <a:pt x="42093" y="165585"/>
                  <a:pt x="13310" y="132726"/>
                  <a:pt x="13310" y="93170"/>
                </a:cubicBezTo>
                <a:lnTo>
                  <a:pt x="13310" y="66550"/>
                </a:lnTo>
                <a:cubicBezTo>
                  <a:pt x="5948" y="66550"/>
                  <a:pt x="0" y="60602"/>
                  <a:pt x="0" y="53240"/>
                </a:cubicBezTo>
                <a:cubicBezTo>
                  <a:pt x="0" y="45878"/>
                  <a:pt x="5948" y="39930"/>
                  <a:pt x="13310" y="39930"/>
                </a:cubicBezTo>
                <a:lnTo>
                  <a:pt x="39930" y="39930"/>
                </a:lnTo>
                <a:lnTo>
                  <a:pt x="39930" y="0"/>
                </a:lnTo>
                <a:cubicBezTo>
                  <a:pt x="39930" y="-7362"/>
                  <a:pt x="45878" y="-13310"/>
                  <a:pt x="53240" y="-1331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6434111" y="4675345"/>
            <a:ext cx="3425118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ERP Integration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34111" y="4994786"/>
            <a:ext cx="3407371" cy="6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 with existing university management systems (ERP, LMS) for seamless data synchronization and unified reporting.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44094" y="5766769"/>
            <a:ext cx="139755" cy="124227"/>
          </a:xfrm>
          <a:custGeom>
            <a:avLst/>
            <a:gdLst/>
            <a:ahLst/>
            <a:cxnLst/>
            <a:rect l="l" t="t" r="r" b="b"/>
            <a:pathLst>
              <a:path w="139755" h="124227">
                <a:moveTo>
                  <a:pt x="60172" y="21352"/>
                </a:moveTo>
                <a:lnTo>
                  <a:pt x="79583" y="21352"/>
                </a:lnTo>
                <a:lnTo>
                  <a:pt x="79583" y="32998"/>
                </a:lnTo>
                <a:lnTo>
                  <a:pt x="60172" y="32998"/>
                </a:lnTo>
                <a:lnTo>
                  <a:pt x="60172" y="21352"/>
                </a:lnTo>
                <a:close/>
                <a:moveTo>
                  <a:pt x="58231" y="7764"/>
                </a:moveTo>
                <a:cubicBezTo>
                  <a:pt x="51802" y="7764"/>
                  <a:pt x="46585" y="12981"/>
                  <a:pt x="46585" y="19410"/>
                </a:cubicBezTo>
                <a:lnTo>
                  <a:pt x="46585" y="34939"/>
                </a:lnTo>
                <a:cubicBezTo>
                  <a:pt x="46585" y="41369"/>
                  <a:pt x="51802" y="46585"/>
                  <a:pt x="58231" y="46585"/>
                </a:cubicBezTo>
                <a:lnTo>
                  <a:pt x="62114" y="46585"/>
                </a:lnTo>
                <a:lnTo>
                  <a:pt x="62114" y="54349"/>
                </a:lnTo>
                <a:lnTo>
                  <a:pt x="7764" y="54349"/>
                </a:lnTo>
                <a:cubicBezTo>
                  <a:pt x="3470" y="54349"/>
                  <a:pt x="0" y="57819"/>
                  <a:pt x="0" y="62114"/>
                </a:cubicBezTo>
                <a:cubicBezTo>
                  <a:pt x="0" y="66408"/>
                  <a:pt x="3470" y="69878"/>
                  <a:pt x="7764" y="69878"/>
                </a:cubicBezTo>
                <a:lnTo>
                  <a:pt x="31057" y="69878"/>
                </a:lnTo>
                <a:lnTo>
                  <a:pt x="31057" y="77642"/>
                </a:lnTo>
                <a:lnTo>
                  <a:pt x="27175" y="77642"/>
                </a:lnTo>
                <a:cubicBezTo>
                  <a:pt x="20745" y="77642"/>
                  <a:pt x="15528" y="82858"/>
                  <a:pt x="15528" y="89288"/>
                </a:cubicBezTo>
                <a:lnTo>
                  <a:pt x="15528" y="104817"/>
                </a:lnTo>
                <a:cubicBezTo>
                  <a:pt x="15528" y="111246"/>
                  <a:pt x="20745" y="116463"/>
                  <a:pt x="27175" y="116463"/>
                </a:cubicBezTo>
                <a:lnTo>
                  <a:pt x="50467" y="116463"/>
                </a:lnTo>
                <a:cubicBezTo>
                  <a:pt x="56897" y="116463"/>
                  <a:pt x="62114" y="111246"/>
                  <a:pt x="62114" y="104817"/>
                </a:cubicBezTo>
                <a:lnTo>
                  <a:pt x="62114" y="89288"/>
                </a:lnTo>
                <a:cubicBezTo>
                  <a:pt x="62114" y="82858"/>
                  <a:pt x="56897" y="77642"/>
                  <a:pt x="50467" y="77642"/>
                </a:cubicBezTo>
                <a:lnTo>
                  <a:pt x="46585" y="77642"/>
                </a:lnTo>
                <a:lnTo>
                  <a:pt x="46585" y="69878"/>
                </a:lnTo>
                <a:lnTo>
                  <a:pt x="93170" y="69878"/>
                </a:lnTo>
                <a:lnTo>
                  <a:pt x="93170" y="77642"/>
                </a:lnTo>
                <a:lnTo>
                  <a:pt x="89288" y="77642"/>
                </a:lnTo>
                <a:cubicBezTo>
                  <a:pt x="82858" y="77642"/>
                  <a:pt x="77642" y="82858"/>
                  <a:pt x="77642" y="89288"/>
                </a:cubicBezTo>
                <a:lnTo>
                  <a:pt x="77642" y="104817"/>
                </a:lnTo>
                <a:cubicBezTo>
                  <a:pt x="77642" y="111246"/>
                  <a:pt x="82858" y="116463"/>
                  <a:pt x="89288" y="116463"/>
                </a:cubicBezTo>
                <a:lnTo>
                  <a:pt x="112581" y="116463"/>
                </a:lnTo>
                <a:cubicBezTo>
                  <a:pt x="119011" y="116463"/>
                  <a:pt x="124227" y="111246"/>
                  <a:pt x="124227" y="104817"/>
                </a:cubicBezTo>
                <a:lnTo>
                  <a:pt x="124227" y="89288"/>
                </a:lnTo>
                <a:cubicBezTo>
                  <a:pt x="124227" y="82858"/>
                  <a:pt x="119011" y="77642"/>
                  <a:pt x="112581" y="77642"/>
                </a:cubicBezTo>
                <a:lnTo>
                  <a:pt x="108699" y="77642"/>
                </a:lnTo>
                <a:lnTo>
                  <a:pt x="108699" y="69878"/>
                </a:lnTo>
                <a:lnTo>
                  <a:pt x="131991" y="69878"/>
                </a:lnTo>
                <a:cubicBezTo>
                  <a:pt x="136286" y="69878"/>
                  <a:pt x="139755" y="66408"/>
                  <a:pt x="139755" y="62114"/>
                </a:cubicBezTo>
                <a:cubicBezTo>
                  <a:pt x="139755" y="57819"/>
                  <a:pt x="136286" y="54349"/>
                  <a:pt x="131991" y="54349"/>
                </a:cubicBezTo>
                <a:lnTo>
                  <a:pt x="77642" y="54349"/>
                </a:lnTo>
                <a:lnTo>
                  <a:pt x="77642" y="46585"/>
                </a:lnTo>
                <a:lnTo>
                  <a:pt x="81524" y="46585"/>
                </a:lnTo>
                <a:cubicBezTo>
                  <a:pt x="87954" y="46585"/>
                  <a:pt x="93170" y="41369"/>
                  <a:pt x="93170" y="34939"/>
                </a:cubicBezTo>
                <a:lnTo>
                  <a:pt x="93170" y="19410"/>
                </a:lnTo>
                <a:cubicBezTo>
                  <a:pt x="93170" y="12981"/>
                  <a:pt x="87954" y="7764"/>
                  <a:pt x="81524" y="7764"/>
                </a:cubicBezTo>
                <a:lnTo>
                  <a:pt x="58231" y="7764"/>
                </a:lnTo>
                <a:close/>
                <a:moveTo>
                  <a:pt x="108699" y="91229"/>
                </a:moveTo>
                <a:lnTo>
                  <a:pt x="110640" y="91229"/>
                </a:lnTo>
                <a:lnTo>
                  <a:pt x="110640" y="102876"/>
                </a:lnTo>
                <a:lnTo>
                  <a:pt x="91229" y="102876"/>
                </a:lnTo>
                <a:lnTo>
                  <a:pt x="91229" y="91229"/>
                </a:lnTo>
                <a:lnTo>
                  <a:pt x="108699" y="91229"/>
                </a:lnTo>
                <a:close/>
                <a:moveTo>
                  <a:pt x="46585" y="91229"/>
                </a:moveTo>
                <a:lnTo>
                  <a:pt x="48526" y="91229"/>
                </a:lnTo>
                <a:lnTo>
                  <a:pt x="48526" y="102876"/>
                </a:lnTo>
                <a:lnTo>
                  <a:pt x="29116" y="102876"/>
                </a:lnTo>
                <a:lnTo>
                  <a:pt x="29116" y="91229"/>
                </a:lnTo>
                <a:lnTo>
                  <a:pt x="46585" y="9122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6660382" y="5740149"/>
            <a:ext cx="1331004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interoperability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667" y="389467"/>
            <a:ext cx="474133" cy="474133"/>
          </a:xfrm>
          <a:custGeom>
            <a:avLst/>
            <a:gdLst/>
            <a:ahLst/>
            <a:cxnLst/>
            <a:rect l="l" t="t" r="r" b="b"/>
            <a:pathLst>
              <a:path w="474133" h="474133">
                <a:moveTo>
                  <a:pt x="101602" y="0"/>
                </a:moveTo>
                <a:lnTo>
                  <a:pt x="372531" y="0"/>
                </a:lnTo>
                <a:cubicBezTo>
                  <a:pt x="428645" y="0"/>
                  <a:pt x="474133" y="45489"/>
                  <a:pt x="474133" y="101602"/>
                </a:cubicBezTo>
                <a:lnTo>
                  <a:pt x="474133" y="372531"/>
                </a:lnTo>
                <a:cubicBezTo>
                  <a:pt x="474133" y="428645"/>
                  <a:pt x="428645" y="474133"/>
                  <a:pt x="372531" y="474133"/>
                </a:cubicBezTo>
                <a:lnTo>
                  <a:pt x="101602" y="474133"/>
                </a:lnTo>
                <a:cubicBezTo>
                  <a:pt x="45489" y="474133"/>
                  <a:pt x="0" y="428645"/>
                  <a:pt x="0" y="372531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6833" y="524933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2700" y="0"/>
                </a:moveTo>
                <a:cubicBezTo>
                  <a:pt x="19725" y="0"/>
                  <a:pt x="25400" y="5675"/>
                  <a:pt x="25400" y="12700"/>
                </a:cubicBezTo>
                <a:lnTo>
                  <a:pt x="25400" y="19050"/>
                </a:lnTo>
                <a:lnTo>
                  <a:pt x="52784" y="12224"/>
                </a:lnTo>
                <a:cubicBezTo>
                  <a:pt x="67905" y="8453"/>
                  <a:pt x="83860" y="10200"/>
                  <a:pt x="97830" y="17185"/>
                </a:cubicBezTo>
                <a:cubicBezTo>
                  <a:pt x="116205" y="26392"/>
                  <a:pt x="137835" y="26392"/>
                  <a:pt x="156210" y="17185"/>
                </a:cubicBezTo>
                <a:lnTo>
                  <a:pt x="160020" y="15280"/>
                </a:lnTo>
                <a:cubicBezTo>
                  <a:pt x="168196" y="11152"/>
                  <a:pt x="177800" y="17105"/>
                  <a:pt x="177800" y="26233"/>
                </a:cubicBezTo>
                <a:lnTo>
                  <a:pt x="177800" y="137239"/>
                </a:lnTo>
                <a:cubicBezTo>
                  <a:pt x="177800" y="142518"/>
                  <a:pt x="174506" y="147280"/>
                  <a:pt x="169545" y="149146"/>
                </a:cubicBezTo>
                <a:lnTo>
                  <a:pt x="155773" y="154305"/>
                </a:lnTo>
                <a:cubicBezTo>
                  <a:pt x="137438" y="161171"/>
                  <a:pt x="117038" y="160099"/>
                  <a:pt x="99536" y="151368"/>
                </a:cubicBezTo>
                <a:cubicBezTo>
                  <a:pt x="84495" y="143828"/>
                  <a:pt x="67231" y="141962"/>
                  <a:pt x="50919" y="146050"/>
                </a:cubicBezTo>
                <a:lnTo>
                  <a:pt x="25400" y="152400"/>
                </a:lnTo>
                <a:lnTo>
                  <a:pt x="25400" y="190500"/>
                </a:lnTo>
                <a:cubicBezTo>
                  <a:pt x="25400" y="197525"/>
                  <a:pt x="19725" y="203200"/>
                  <a:pt x="12700" y="203200"/>
                </a:cubicBezTo>
                <a:cubicBezTo>
                  <a:pt x="5675" y="203200"/>
                  <a:pt x="0" y="197525"/>
                  <a:pt x="0" y="190500"/>
                </a:cubicBezTo>
                <a:lnTo>
                  <a:pt x="0" y="12700"/>
                </a:lnTo>
                <a:cubicBezTo>
                  <a:pt x="0" y="5675"/>
                  <a:pt x="5675" y="0"/>
                  <a:pt x="12700" y="0"/>
                </a:cubicBezTo>
                <a:close/>
                <a:moveTo>
                  <a:pt x="25400" y="74255"/>
                </a:moveTo>
                <a:lnTo>
                  <a:pt x="50800" y="68739"/>
                </a:lnTo>
                <a:lnTo>
                  <a:pt x="50800" y="94734"/>
                </a:lnTo>
                <a:lnTo>
                  <a:pt x="25400" y="100251"/>
                </a:lnTo>
                <a:lnTo>
                  <a:pt x="25400" y="126246"/>
                </a:lnTo>
                <a:lnTo>
                  <a:pt x="44768" y="121404"/>
                </a:lnTo>
                <a:cubicBezTo>
                  <a:pt x="46792" y="120888"/>
                  <a:pt x="48776" y="120452"/>
                  <a:pt x="50800" y="120094"/>
                </a:cubicBezTo>
                <a:lnTo>
                  <a:pt x="50800" y="94734"/>
                </a:lnTo>
                <a:lnTo>
                  <a:pt x="66238" y="91400"/>
                </a:lnTo>
                <a:cubicBezTo>
                  <a:pt x="69533" y="90686"/>
                  <a:pt x="72866" y="90408"/>
                  <a:pt x="76200" y="90567"/>
                </a:cubicBezTo>
                <a:lnTo>
                  <a:pt x="76200" y="65167"/>
                </a:lnTo>
                <a:cubicBezTo>
                  <a:pt x="81598" y="65326"/>
                  <a:pt x="86995" y="66199"/>
                  <a:pt x="92234" y="67707"/>
                </a:cubicBezTo>
                <a:lnTo>
                  <a:pt x="101600" y="70445"/>
                </a:lnTo>
                <a:lnTo>
                  <a:pt x="101600" y="96917"/>
                </a:lnTo>
                <a:lnTo>
                  <a:pt x="85050" y="92035"/>
                </a:lnTo>
                <a:cubicBezTo>
                  <a:pt x="82153" y="91202"/>
                  <a:pt x="79177" y="90686"/>
                  <a:pt x="76200" y="90527"/>
                </a:cubicBezTo>
                <a:lnTo>
                  <a:pt x="76200" y="118864"/>
                </a:lnTo>
                <a:cubicBezTo>
                  <a:pt x="84852" y="119618"/>
                  <a:pt x="93385" y="121523"/>
                  <a:pt x="101600" y="124579"/>
                </a:cubicBezTo>
                <a:lnTo>
                  <a:pt x="101600" y="96877"/>
                </a:lnTo>
                <a:lnTo>
                  <a:pt x="110609" y="99536"/>
                </a:lnTo>
                <a:cubicBezTo>
                  <a:pt x="115967" y="101124"/>
                  <a:pt x="121444" y="102076"/>
                  <a:pt x="127000" y="102473"/>
                </a:cubicBezTo>
                <a:lnTo>
                  <a:pt x="127000" y="76994"/>
                </a:lnTo>
                <a:cubicBezTo>
                  <a:pt x="123904" y="76676"/>
                  <a:pt x="120809" y="76081"/>
                  <a:pt x="117793" y="75208"/>
                </a:cubicBezTo>
                <a:lnTo>
                  <a:pt x="101600" y="70445"/>
                </a:lnTo>
                <a:lnTo>
                  <a:pt x="101600" y="45839"/>
                </a:lnTo>
                <a:cubicBezTo>
                  <a:pt x="96441" y="44331"/>
                  <a:pt x="91361" y="42347"/>
                  <a:pt x="86439" y="39886"/>
                </a:cubicBezTo>
                <a:cubicBezTo>
                  <a:pt x="83185" y="38259"/>
                  <a:pt x="79732" y="37108"/>
                  <a:pt x="76200" y="36393"/>
                </a:cubicBezTo>
                <a:lnTo>
                  <a:pt x="76200" y="65127"/>
                </a:lnTo>
                <a:cubicBezTo>
                  <a:pt x="71041" y="64968"/>
                  <a:pt x="65881" y="65445"/>
                  <a:pt x="60841" y="66556"/>
                </a:cubicBezTo>
                <a:lnTo>
                  <a:pt x="50800" y="68739"/>
                </a:lnTo>
                <a:lnTo>
                  <a:pt x="50800" y="38894"/>
                </a:lnTo>
                <a:lnTo>
                  <a:pt x="25400" y="45244"/>
                </a:lnTo>
                <a:lnTo>
                  <a:pt x="25400" y="74255"/>
                </a:lnTo>
                <a:close/>
                <a:moveTo>
                  <a:pt x="127000" y="133231"/>
                </a:moveTo>
                <a:cubicBezTo>
                  <a:pt x="133668" y="133826"/>
                  <a:pt x="140454" y="132953"/>
                  <a:pt x="146844" y="130532"/>
                </a:cubicBezTo>
                <a:lnTo>
                  <a:pt x="152400" y="128468"/>
                </a:lnTo>
                <a:lnTo>
                  <a:pt x="152400" y="100013"/>
                </a:lnTo>
                <a:lnTo>
                  <a:pt x="149265" y="100727"/>
                </a:lnTo>
                <a:cubicBezTo>
                  <a:pt x="141962" y="102433"/>
                  <a:pt x="134461" y="102989"/>
                  <a:pt x="127000" y="102513"/>
                </a:cubicBezTo>
                <a:lnTo>
                  <a:pt x="127000" y="133231"/>
                </a:lnTo>
                <a:close/>
                <a:moveTo>
                  <a:pt x="152400" y="73938"/>
                </a:moveTo>
                <a:lnTo>
                  <a:pt x="152400" y="45839"/>
                </a:lnTo>
                <a:cubicBezTo>
                  <a:pt x="144105" y="48260"/>
                  <a:pt x="135573" y="49451"/>
                  <a:pt x="127000" y="49451"/>
                </a:cubicBezTo>
                <a:lnTo>
                  <a:pt x="127000" y="76994"/>
                </a:lnTo>
                <a:cubicBezTo>
                  <a:pt x="132517" y="77549"/>
                  <a:pt x="138113" y="77192"/>
                  <a:pt x="143550" y="75962"/>
                </a:cubicBezTo>
                <a:lnTo>
                  <a:pt x="152400" y="7389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48267" y="338667"/>
            <a:ext cx="20658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latin typeface="Liter" pitchFamily="34" charset="0"/>
                <a:ea typeface="Liter" pitchFamily="34" charset="-122"/>
                <a:cs typeface="Liter" pitchFamily="34" charset="-120"/>
              </a:rPr>
              <a:t>Summary</a:t>
            </a:r>
          </a:p>
        </p:txBody>
      </p:sp>
      <p:sp>
        <p:nvSpPr>
          <p:cNvPr id="5" name="Text 3"/>
          <p:cNvSpPr/>
          <p:nvPr/>
        </p:nvSpPr>
        <p:spPr>
          <a:xfrm>
            <a:off x="948266" y="508000"/>
            <a:ext cx="2327475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7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</a:p>
        </p:txBody>
      </p:sp>
      <p:sp>
        <p:nvSpPr>
          <p:cNvPr id="6" name="Shape 4"/>
          <p:cNvSpPr/>
          <p:nvPr/>
        </p:nvSpPr>
        <p:spPr>
          <a:xfrm>
            <a:off x="342053" y="1120987"/>
            <a:ext cx="5645573" cy="5603240"/>
          </a:xfrm>
          <a:custGeom>
            <a:avLst/>
            <a:gdLst/>
            <a:ahLst/>
            <a:cxnLst/>
            <a:rect l="l" t="t" r="r" b="b"/>
            <a:pathLst>
              <a:path w="5645573" h="5603240">
                <a:moveTo>
                  <a:pt x="101587" y="0"/>
                </a:moveTo>
                <a:lnTo>
                  <a:pt x="5543987" y="0"/>
                </a:lnTo>
                <a:cubicBezTo>
                  <a:pt x="5600091" y="0"/>
                  <a:pt x="5645573" y="45482"/>
                  <a:pt x="5645573" y="101587"/>
                </a:cubicBezTo>
                <a:lnTo>
                  <a:pt x="5645573" y="5501653"/>
                </a:lnTo>
                <a:cubicBezTo>
                  <a:pt x="5645573" y="5557758"/>
                  <a:pt x="5600091" y="5603240"/>
                  <a:pt x="5543987" y="5603240"/>
                </a:cubicBezTo>
                <a:lnTo>
                  <a:pt x="101587" y="5603240"/>
                </a:lnTo>
                <a:cubicBezTo>
                  <a:pt x="45482" y="5603240"/>
                  <a:pt x="0" y="5557758"/>
                  <a:pt x="0" y="5501653"/>
                </a:cubicBezTo>
                <a:lnTo>
                  <a:pt x="0" y="101587"/>
                </a:lnTo>
                <a:cubicBezTo>
                  <a:pt x="0" y="45519"/>
                  <a:pt x="45519" y="0"/>
                  <a:pt x="101587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9440" y="2618523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99179" y="26511"/>
                </a:moveTo>
                <a:cubicBezTo>
                  <a:pt x="103307" y="20836"/>
                  <a:pt x="102037" y="12898"/>
                  <a:pt x="96361" y="8771"/>
                </a:cubicBezTo>
                <a:cubicBezTo>
                  <a:pt x="90686" y="4643"/>
                  <a:pt x="82748" y="5913"/>
                  <a:pt x="78621" y="11589"/>
                </a:cubicBezTo>
                <a:lnTo>
                  <a:pt x="36552" y="69413"/>
                </a:lnTo>
                <a:lnTo>
                  <a:pt x="21669" y="54531"/>
                </a:lnTo>
                <a:cubicBezTo>
                  <a:pt x="16708" y="49570"/>
                  <a:pt x="8652" y="49570"/>
                  <a:pt x="3691" y="54531"/>
                </a:cubicBezTo>
                <a:cubicBezTo>
                  <a:pt x="-1270" y="59492"/>
                  <a:pt x="-1270" y="67548"/>
                  <a:pt x="3691" y="72509"/>
                </a:cubicBezTo>
                <a:lnTo>
                  <a:pt x="29091" y="97909"/>
                </a:lnTo>
                <a:cubicBezTo>
                  <a:pt x="31710" y="100528"/>
                  <a:pt x="35362" y="101878"/>
                  <a:pt x="39053" y="101600"/>
                </a:cubicBezTo>
                <a:cubicBezTo>
                  <a:pt x="42743" y="101322"/>
                  <a:pt x="46157" y="99417"/>
                  <a:pt x="48339" y="96401"/>
                </a:cubicBezTo>
                <a:lnTo>
                  <a:pt x="99139" y="26551"/>
                </a:lnTo>
                <a:close/>
                <a:moveTo>
                  <a:pt x="149979" y="80486"/>
                </a:moveTo>
                <a:cubicBezTo>
                  <a:pt x="154107" y="74811"/>
                  <a:pt x="152837" y="66873"/>
                  <a:pt x="147161" y="62746"/>
                </a:cubicBezTo>
                <a:cubicBezTo>
                  <a:pt x="141486" y="58618"/>
                  <a:pt x="133548" y="59888"/>
                  <a:pt x="129421" y="65564"/>
                </a:cubicBezTo>
                <a:lnTo>
                  <a:pt x="61952" y="158313"/>
                </a:lnTo>
                <a:lnTo>
                  <a:pt x="34369" y="130731"/>
                </a:lnTo>
                <a:cubicBezTo>
                  <a:pt x="29408" y="125770"/>
                  <a:pt x="21352" y="125770"/>
                  <a:pt x="16391" y="130731"/>
                </a:cubicBezTo>
                <a:cubicBezTo>
                  <a:pt x="11430" y="135692"/>
                  <a:pt x="11430" y="143748"/>
                  <a:pt x="16391" y="148709"/>
                </a:cubicBezTo>
                <a:lnTo>
                  <a:pt x="54491" y="186809"/>
                </a:lnTo>
                <a:cubicBezTo>
                  <a:pt x="57110" y="189428"/>
                  <a:pt x="60762" y="190778"/>
                  <a:pt x="64452" y="190500"/>
                </a:cubicBezTo>
                <a:cubicBezTo>
                  <a:pt x="68143" y="190222"/>
                  <a:pt x="71557" y="188317"/>
                  <a:pt x="73739" y="185301"/>
                </a:cubicBezTo>
                <a:lnTo>
                  <a:pt x="149939" y="8052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2640" y="2584764"/>
            <a:ext cx="508000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Achievements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5573" y="3024923"/>
            <a:ext cx="135467" cy="135467"/>
          </a:xfrm>
          <a:custGeom>
            <a:avLst/>
            <a:gdLst/>
            <a:ahLst/>
            <a:cxnLst/>
            <a:rect l="l" t="t" r="r" b="b"/>
            <a:pathLst>
              <a:path w="135467" h="135467">
                <a:moveTo>
                  <a:pt x="67733" y="135467"/>
                </a:moveTo>
                <a:cubicBezTo>
                  <a:pt x="105116" y="135467"/>
                  <a:pt x="135467" y="105116"/>
                  <a:pt x="135467" y="67733"/>
                </a:cubicBezTo>
                <a:cubicBezTo>
                  <a:pt x="135467" y="30350"/>
                  <a:pt x="105116" y="0"/>
                  <a:pt x="67733" y="0"/>
                </a:cubicBezTo>
                <a:cubicBezTo>
                  <a:pt x="30350" y="0"/>
                  <a:pt x="0" y="30350"/>
                  <a:pt x="0" y="67733"/>
                </a:cubicBezTo>
                <a:cubicBezTo>
                  <a:pt x="0" y="105116"/>
                  <a:pt x="30350" y="135467"/>
                  <a:pt x="67733" y="135467"/>
                </a:cubicBezTo>
                <a:close/>
                <a:moveTo>
                  <a:pt x="90064" y="56277"/>
                </a:moveTo>
                <a:lnTo>
                  <a:pt x="68897" y="90144"/>
                </a:lnTo>
                <a:cubicBezTo>
                  <a:pt x="67786" y="91916"/>
                  <a:pt x="65881" y="93027"/>
                  <a:pt x="63791" y="93133"/>
                </a:cubicBezTo>
                <a:cubicBezTo>
                  <a:pt x="61701" y="93239"/>
                  <a:pt x="59690" y="92287"/>
                  <a:pt x="58446" y="90593"/>
                </a:cubicBezTo>
                <a:lnTo>
                  <a:pt x="45746" y="73660"/>
                </a:lnTo>
                <a:cubicBezTo>
                  <a:pt x="43630" y="70855"/>
                  <a:pt x="44212" y="66887"/>
                  <a:pt x="47016" y="64770"/>
                </a:cubicBezTo>
                <a:cubicBezTo>
                  <a:pt x="49821" y="62653"/>
                  <a:pt x="53790" y="63235"/>
                  <a:pt x="55906" y="66040"/>
                </a:cubicBezTo>
                <a:lnTo>
                  <a:pt x="63050" y="75565"/>
                </a:lnTo>
                <a:lnTo>
                  <a:pt x="79296" y="49556"/>
                </a:lnTo>
                <a:cubicBezTo>
                  <a:pt x="81148" y="46593"/>
                  <a:pt x="85064" y="45667"/>
                  <a:pt x="88053" y="47546"/>
                </a:cubicBezTo>
                <a:cubicBezTo>
                  <a:pt x="91043" y="49424"/>
                  <a:pt x="91943" y="53314"/>
                  <a:pt x="90064" y="563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819573" y="2991057"/>
            <a:ext cx="284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Successfully Automated Attendance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9573" y="3194257"/>
            <a:ext cx="2836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Eliminated manual roll calls and paper-based systems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5573" y="3499057"/>
            <a:ext cx="135467" cy="135467"/>
          </a:xfrm>
          <a:custGeom>
            <a:avLst/>
            <a:gdLst/>
            <a:ahLst/>
            <a:cxnLst/>
            <a:rect l="l" t="t" r="r" b="b"/>
            <a:pathLst>
              <a:path w="135467" h="135467">
                <a:moveTo>
                  <a:pt x="67733" y="135467"/>
                </a:moveTo>
                <a:cubicBezTo>
                  <a:pt x="105116" y="135467"/>
                  <a:pt x="135467" y="105116"/>
                  <a:pt x="135467" y="67733"/>
                </a:cubicBezTo>
                <a:cubicBezTo>
                  <a:pt x="135467" y="30350"/>
                  <a:pt x="105116" y="0"/>
                  <a:pt x="67733" y="0"/>
                </a:cubicBezTo>
                <a:cubicBezTo>
                  <a:pt x="30350" y="0"/>
                  <a:pt x="0" y="30350"/>
                  <a:pt x="0" y="67733"/>
                </a:cubicBezTo>
                <a:cubicBezTo>
                  <a:pt x="0" y="105116"/>
                  <a:pt x="30350" y="135467"/>
                  <a:pt x="67733" y="135467"/>
                </a:cubicBezTo>
                <a:close/>
                <a:moveTo>
                  <a:pt x="90064" y="56277"/>
                </a:moveTo>
                <a:lnTo>
                  <a:pt x="68897" y="90144"/>
                </a:lnTo>
                <a:cubicBezTo>
                  <a:pt x="67786" y="91916"/>
                  <a:pt x="65881" y="93027"/>
                  <a:pt x="63791" y="93133"/>
                </a:cubicBezTo>
                <a:cubicBezTo>
                  <a:pt x="61701" y="93239"/>
                  <a:pt x="59690" y="92287"/>
                  <a:pt x="58446" y="90593"/>
                </a:cubicBezTo>
                <a:lnTo>
                  <a:pt x="45746" y="73660"/>
                </a:lnTo>
                <a:cubicBezTo>
                  <a:pt x="43630" y="70855"/>
                  <a:pt x="44212" y="66887"/>
                  <a:pt x="47016" y="64770"/>
                </a:cubicBezTo>
                <a:cubicBezTo>
                  <a:pt x="49821" y="62653"/>
                  <a:pt x="53790" y="63235"/>
                  <a:pt x="55906" y="66040"/>
                </a:cubicBezTo>
                <a:lnTo>
                  <a:pt x="63050" y="75565"/>
                </a:lnTo>
                <a:lnTo>
                  <a:pt x="79296" y="49556"/>
                </a:lnTo>
                <a:cubicBezTo>
                  <a:pt x="81148" y="46593"/>
                  <a:pt x="85064" y="45667"/>
                  <a:pt x="88053" y="47546"/>
                </a:cubicBezTo>
                <a:cubicBezTo>
                  <a:pt x="91043" y="49424"/>
                  <a:pt x="91943" y="53314"/>
                  <a:pt x="90064" y="563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819573" y="3465190"/>
            <a:ext cx="29379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Recognition Accuracy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9573" y="3668390"/>
            <a:ext cx="29294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Achieved 95%+ accuracy with Random Forest classifier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5573" y="3973190"/>
            <a:ext cx="135467" cy="135467"/>
          </a:xfrm>
          <a:custGeom>
            <a:avLst/>
            <a:gdLst/>
            <a:ahLst/>
            <a:cxnLst/>
            <a:rect l="l" t="t" r="r" b="b"/>
            <a:pathLst>
              <a:path w="135467" h="135467">
                <a:moveTo>
                  <a:pt x="67733" y="135467"/>
                </a:moveTo>
                <a:cubicBezTo>
                  <a:pt x="105116" y="135467"/>
                  <a:pt x="135467" y="105116"/>
                  <a:pt x="135467" y="67733"/>
                </a:cubicBezTo>
                <a:cubicBezTo>
                  <a:pt x="135467" y="30350"/>
                  <a:pt x="105116" y="0"/>
                  <a:pt x="67733" y="0"/>
                </a:cubicBezTo>
                <a:cubicBezTo>
                  <a:pt x="30350" y="0"/>
                  <a:pt x="0" y="30350"/>
                  <a:pt x="0" y="67733"/>
                </a:cubicBezTo>
                <a:cubicBezTo>
                  <a:pt x="0" y="105116"/>
                  <a:pt x="30350" y="135467"/>
                  <a:pt x="67733" y="135467"/>
                </a:cubicBezTo>
                <a:close/>
                <a:moveTo>
                  <a:pt x="90064" y="56277"/>
                </a:moveTo>
                <a:lnTo>
                  <a:pt x="68897" y="90144"/>
                </a:lnTo>
                <a:cubicBezTo>
                  <a:pt x="67786" y="91916"/>
                  <a:pt x="65881" y="93027"/>
                  <a:pt x="63791" y="93133"/>
                </a:cubicBezTo>
                <a:cubicBezTo>
                  <a:pt x="61701" y="93239"/>
                  <a:pt x="59690" y="92287"/>
                  <a:pt x="58446" y="90593"/>
                </a:cubicBezTo>
                <a:lnTo>
                  <a:pt x="45746" y="73660"/>
                </a:lnTo>
                <a:cubicBezTo>
                  <a:pt x="43630" y="70855"/>
                  <a:pt x="44212" y="66887"/>
                  <a:pt x="47016" y="64770"/>
                </a:cubicBezTo>
                <a:cubicBezTo>
                  <a:pt x="49821" y="62653"/>
                  <a:pt x="53790" y="63235"/>
                  <a:pt x="55906" y="66040"/>
                </a:cubicBezTo>
                <a:lnTo>
                  <a:pt x="63050" y="75565"/>
                </a:lnTo>
                <a:lnTo>
                  <a:pt x="79296" y="49556"/>
                </a:lnTo>
                <a:cubicBezTo>
                  <a:pt x="81148" y="46593"/>
                  <a:pt x="85064" y="45667"/>
                  <a:pt x="88053" y="47546"/>
                </a:cubicBezTo>
                <a:cubicBezTo>
                  <a:pt x="91043" y="49424"/>
                  <a:pt x="91943" y="53314"/>
                  <a:pt x="90064" y="563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819573" y="3939323"/>
            <a:ext cx="289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User-Friendly Web Interface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9573" y="4142523"/>
            <a:ext cx="28871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Intuitive Flask + JavaScript frontend for easy operation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5573" y="4447323"/>
            <a:ext cx="135467" cy="135467"/>
          </a:xfrm>
          <a:custGeom>
            <a:avLst/>
            <a:gdLst/>
            <a:ahLst/>
            <a:cxnLst/>
            <a:rect l="l" t="t" r="r" b="b"/>
            <a:pathLst>
              <a:path w="135467" h="135467">
                <a:moveTo>
                  <a:pt x="67733" y="135467"/>
                </a:moveTo>
                <a:cubicBezTo>
                  <a:pt x="105116" y="135467"/>
                  <a:pt x="135467" y="105116"/>
                  <a:pt x="135467" y="67733"/>
                </a:cubicBezTo>
                <a:cubicBezTo>
                  <a:pt x="135467" y="30350"/>
                  <a:pt x="105116" y="0"/>
                  <a:pt x="67733" y="0"/>
                </a:cubicBezTo>
                <a:cubicBezTo>
                  <a:pt x="30350" y="0"/>
                  <a:pt x="0" y="30350"/>
                  <a:pt x="0" y="67733"/>
                </a:cubicBezTo>
                <a:cubicBezTo>
                  <a:pt x="0" y="105116"/>
                  <a:pt x="30350" y="135467"/>
                  <a:pt x="67733" y="135467"/>
                </a:cubicBezTo>
                <a:close/>
                <a:moveTo>
                  <a:pt x="90064" y="56277"/>
                </a:moveTo>
                <a:lnTo>
                  <a:pt x="68897" y="90144"/>
                </a:lnTo>
                <a:cubicBezTo>
                  <a:pt x="67786" y="91916"/>
                  <a:pt x="65881" y="93027"/>
                  <a:pt x="63791" y="93133"/>
                </a:cubicBezTo>
                <a:cubicBezTo>
                  <a:pt x="61701" y="93239"/>
                  <a:pt x="59690" y="92287"/>
                  <a:pt x="58446" y="90593"/>
                </a:cubicBezTo>
                <a:lnTo>
                  <a:pt x="45746" y="73660"/>
                </a:lnTo>
                <a:cubicBezTo>
                  <a:pt x="43630" y="70855"/>
                  <a:pt x="44212" y="66887"/>
                  <a:pt x="47016" y="64770"/>
                </a:cubicBezTo>
                <a:cubicBezTo>
                  <a:pt x="49821" y="62653"/>
                  <a:pt x="53790" y="63235"/>
                  <a:pt x="55906" y="66040"/>
                </a:cubicBezTo>
                <a:lnTo>
                  <a:pt x="63050" y="75565"/>
                </a:lnTo>
                <a:lnTo>
                  <a:pt x="79296" y="49556"/>
                </a:lnTo>
                <a:cubicBezTo>
                  <a:pt x="81148" y="46593"/>
                  <a:pt x="85064" y="45667"/>
                  <a:pt x="88053" y="47546"/>
                </a:cubicBezTo>
                <a:cubicBezTo>
                  <a:pt x="91043" y="49424"/>
                  <a:pt x="91943" y="53314"/>
                  <a:pt x="90064" y="563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819573" y="4413457"/>
            <a:ext cx="27855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Database Implementation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9573" y="4616657"/>
            <a:ext cx="27770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SQLite with proper schema design and data integrity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5573" y="4921457"/>
            <a:ext cx="135467" cy="135467"/>
          </a:xfrm>
          <a:custGeom>
            <a:avLst/>
            <a:gdLst/>
            <a:ahLst/>
            <a:cxnLst/>
            <a:rect l="l" t="t" r="r" b="b"/>
            <a:pathLst>
              <a:path w="135467" h="135467">
                <a:moveTo>
                  <a:pt x="67733" y="135467"/>
                </a:moveTo>
                <a:cubicBezTo>
                  <a:pt x="105116" y="135467"/>
                  <a:pt x="135467" y="105116"/>
                  <a:pt x="135467" y="67733"/>
                </a:cubicBezTo>
                <a:cubicBezTo>
                  <a:pt x="135467" y="30350"/>
                  <a:pt x="105116" y="0"/>
                  <a:pt x="67733" y="0"/>
                </a:cubicBezTo>
                <a:cubicBezTo>
                  <a:pt x="30350" y="0"/>
                  <a:pt x="0" y="30350"/>
                  <a:pt x="0" y="67733"/>
                </a:cubicBezTo>
                <a:cubicBezTo>
                  <a:pt x="0" y="105116"/>
                  <a:pt x="30350" y="135467"/>
                  <a:pt x="67733" y="135467"/>
                </a:cubicBezTo>
                <a:close/>
                <a:moveTo>
                  <a:pt x="90064" y="56277"/>
                </a:moveTo>
                <a:lnTo>
                  <a:pt x="68897" y="90144"/>
                </a:lnTo>
                <a:cubicBezTo>
                  <a:pt x="67786" y="91916"/>
                  <a:pt x="65881" y="93027"/>
                  <a:pt x="63791" y="93133"/>
                </a:cubicBezTo>
                <a:cubicBezTo>
                  <a:pt x="61701" y="93239"/>
                  <a:pt x="59690" y="92287"/>
                  <a:pt x="58446" y="90593"/>
                </a:cubicBezTo>
                <a:lnTo>
                  <a:pt x="45746" y="73660"/>
                </a:lnTo>
                <a:cubicBezTo>
                  <a:pt x="43630" y="70855"/>
                  <a:pt x="44212" y="66887"/>
                  <a:pt x="47016" y="64770"/>
                </a:cubicBezTo>
                <a:cubicBezTo>
                  <a:pt x="49821" y="62653"/>
                  <a:pt x="53790" y="63235"/>
                  <a:pt x="55906" y="66040"/>
                </a:cubicBezTo>
                <a:lnTo>
                  <a:pt x="63050" y="75565"/>
                </a:lnTo>
                <a:lnTo>
                  <a:pt x="79296" y="49556"/>
                </a:lnTo>
                <a:cubicBezTo>
                  <a:pt x="81148" y="46593"/>
                  <a:pt x="85064" y="45667"/>
                  <a:pt x="88053" y="47546"/>
                </a:cubicBezTo>
                <a:cubicBezTo>
                  <a:pt x="91043" y="49424"/>
                  <a:pt x="91943" y="53314"/>
                  <a:pt x="90064" y="563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819573" y="4887590"/>
            <a:ext cx="2641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 Training Support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9573" y="5090790"/>
            <a:ext cx="26331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Threading enables zero-downtime model updates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00987" y="1120987"/>
            <a:ext cx="5645573" cy="3613573"/>
          </a:xfrm>
          <a:custGeom>
            <a:avLst/>
            <a:gdLst/>
            <a:ahLst/>
            <a:cxnLst/>
            <a:rect l="l" t="t" r="r" b="b"/>
            <a:pathLst>
              <a:path w="5645573" h="3613573">
                <a:moveTo>
                  <a:pt x="101614" y="0"/>
                </a:moveTo>
                <a:lnTo>
                  <a:pt x="5543960" y="0"/>
                </a:lnTo>
                <a:cubicBezTo>
                  <a:pt x="5600079" y="0"/>
                  <a:pt x="5645573" y="45494"/>
                  <a:pt x="5645573" y="101614"/>
                </a:cubicBezTo>
                <a:lnTo>
                  <a:pt x="5645573" y="3511960"/>
                </a:lnTo>
                <a:cubicBezTo>
                  <a:pt x="5645573" y="3568079"/>
                  <a:pt x="5600079" y="3613573"/>
                  <a:pt x="5543960" y="3613573"/>
                </a:cubicBezTo>
                <a:lnTo>
                  <a:pt x="101614" y="3613573"/>
                </a:lnTo>
                <a:cubicBezTo>
                  <a:pt x="45494" y="3613573"/>
                  <a:pt x="0" y="3568079"/>
                  <a:pt x="0" y="3511960"/>
                </a:cubicBezTo>
                <a:lnTo>
                  <a:pt x="0" y="101614"/>
                </a:lnTo>
                <a:cubicBezTo>
                  <a:pt x="0" y="45494"/>
                  <a:pt x="45494" y="0"/>
                  <a:pt x="101614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0273" y="1361331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9050" y="77708"/>
                </a:moveTo>
                <a:lnTo>
                  <a:pt x="102076" y="111879"/>
                </a:lnTo>
                <a:cubicBezTo>
                  <a:pt x="105966" y="113467"/>
                  <a:pt x="110093" y="114300"/>
                  <a:pt x="114300" y="114300"/>
                </a:cubicBezTo>
                <a:cubicBezTo>
                  <a:pt x="118507" y="114300"/>
                  <a:pt x="122634" y="113467"/>
                  <a:pt x="126524" y="111879"/>
                </a:cubicBezTo>
                <a:lnTo>
                  <a:pt x="222726" y="72271"/>
                </a:lnTo>
                <a:cubicBezTo>
                  <a:pt x="226298" y="70802"/>
                  <a:pt x="228600" y="67350"/>
                  <a:pt x="228600" y="63500"/>
                </a:cubicBezTo>
                <a:cubicBezTo>
                  <a:pt x="228600" y="59650"/>
                  <a:pt x="226298" y="56197"/>
                  <a:pt x="222726" y="54729"/>
                </a:cubicBezTo>
                <a:lnTo>
                  <a:pt x="126524" y="15121"/>
                </a:lnTo>
                <a:cubicBezTo>
                  <a:pt x="122634" y="13533"/>
                  <a:pt x="118507" y="12700"/>
                  <a:pt x="114300" y="12700"/>
                </a:cubicBezTo>
                <a:cubicBezTo>
                  <a:pt x="110093" y="12700"/>
                  <a:pt x="105966" y="13533"/>
                  <a:pt x="102076" y="15121"/>
                </a:cubicBezTo>
                <a:lnTo>
                  <a:pt x="5874" y="54729"/>
                </a:lnTo>
                <a:cubicBezTo>
                  <a:pt x="2302" y="56198"/>
                  <a:pt x="0" y="59650"/>
                  <a:pt x="0" y="63500"/>
                </a:cubicBezTo>
                <a:lnTo>
                  <a:pt x="0" y="180975"/>
                </a:lnTo>
                <a:cubicBezTo>
                  <a:pt x="0" y="186253"/>
                  <a:pt x="4247" y="190500"/>
                  <a:pt x="9525" y="190500"/>
                </a:cubicBezTo>
                <a:cubicBezTo>
                  <a:pt x="14803" y="190500"/>
                  <a:pt x="19050" y="186253"/>
                  <a:pt x="19050" y="180975"/>
                </a:cubicBezTo>
                <a:lnTo>
                  <a:pt x="19050" y="77708"/>
                </a:lnTo>
                <a:close/>
                <a:moveTo>
                  <a:pt x="38100" y="106164"/>
                </a:moveTo>
                <a:lnTo>
                  <a:pt x="38100" y="152400"/>
                </a:lnTo>
                <a:cubicBezTo>
                  <a:pt x="38100" y="173434"/>
                  <a:pt x="72231" y="190500"/>
                  <a:pt x="114300" y="190500"/>
                </a:cubicBezTo>
                <a:cubicBezTo>
                  <a:pt x="156369" y="190500"/>
                  <a:pt x="190500" y="173434"/>
                  <a:pt x="190500" y="152400"/>
                </a:cubicBezTo>
                <a:lnTo>
                  <a:pt x="190500" y="106124"/>
                </a:lnTo>
                <a:lnTo>
                  <a:pt x="133787" y="129500"/>
                </a:lnTo>
                <a:cubicBezTo>
                  <a:pt x="127595" y="132040"/>
                  <a:pt x="121007" y="133350"/>
                  <a:pt x="114300" y="133350"/>
                </a:cubicBezTo>
                <a:cubicBezTo>
                  <a:pt x="107593" y="133350"/>
                  <a:pt x="101005" y="132040"/>
                  <a:pt x="94813" y="129500"/>
                </a:cubicBezTo>
                <a:lnTo>
                  <a:pt x="38100" y="10612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6661573" y="1327572"/>
            <a:ext cx="508000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Learnings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10960" y="1737251"/>
            <a:ext cx="5230707" cy="616373"/>
          </a:xfrm>
          <a:custGeom>
            <a:avLst/>
            <a:gdLst/>
            <a:ahLst/>
            <a:cxnLst/>
            <a:rect l="l" t="t" r="r" b="b"/>
            <a:pathLst>
              <a:path w="5230707" h="616373">
                <a:moveTo>
                  <a:pt x="67733" y="0"/>
                </a:moveTo>
                <a:lnTo>
                  <a:pt x="5162973" y="0"/>
                </a:lnTo>
                <a:cubicBezTo>
                  <a:pt x="5200381" y="0"/>
                  <a:pt x="5230707" y="30325"/>
                  <a:pt x="5230707" y="67733"/>
                </a:cubicBezTo>
                <a:lnTo>
                  <a:pt x="5230707" y="548640"/>
                </a:lnTo>
                <a:cubicBezTo>
                  <a:pt x="5230707" y="586048"/>
                  <a:pt x="5200381" y="616373"/>
                  <a:pt x="5162973" y="616373"/>
                </a:cubicBezTo>
                <a:lnTo>
                  <a:pt x="67733" y="616373"/>
                </a:lnTo>
                <a:cubicBezTo>
                  <a:pt x="30350" y="616373"/>
                  <a:pt x="0" y="586023"/>
                  <a:pt x="0" y="548640"/>
                </a:cubicBezTo>
                <a:lnTo>
                  <a:pt x="0" y="67733"/>
                </a:lnTo>
                <a:cubicBezTo>
                  <a:pt x="0" y="30350"/>
                  <a:pt x="30350" y="0"/>
                  <a:pt x="67733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5947" y="1842236"/>
            <a:ext cx="50884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Vision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15947" y="2079303"/>
            <a:ext cx="5080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OpenCV for face detection and image preprocessing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10960" y="2461994"/>
            <a:ext cx="5230707" cy="616373"/>
          </a:xfrm>
          <a:custGeom>
            <a:avLst/>
            <a:gdLst/>
            <a:ahLst/>
            <a:cxnLst/>
            <a:rect l="l" t="t" r="r" b="b"/>
            <a:pathLst>
              <a:path w="5230707" h="616373">
                <a:moveTo>
                  <a:pt x="67733" y="0"/>
                </a:moveTo>
                <a:lnTo>
                  <a:pt x="5162973" y="0"/>
                </a:lnTo>
                <a:cubicBezTo>
                  <a:pt x="5200381" y="0"/>
                  <a:pt x="5230707" y="30325"/>
                  <a:pt x="5230707" y="67733"/>
                </a:cubicBezTo>
                <a:lnTo>
                  <a:pt x="5230707" y="548640"/>
                </a:lnTo>
                <a:cubicBezTo>
                  <a:pt x="5230707" y="586048"/>
                  <a:pt x="5200381" y="616373"/>
                  <a:pt x="5162973" y="616373"/>
                </a:cubicBezTo>
                <a:lnTo>
                  <a:pt x="67733" y="616373"/>
                </a:lnTo>
                <a:cubicBezTo>
                  <a:pt x="30350" y="616373"/>
                  <a:pt x="0" y="586023"/>
                  <a:pt x="0" y="548640"/>
                </a:cubicBezTo>
                <a:lnTo>
                  <a:pt x="0" y="67733"/>
                </a:lnTo>
                <a:cubicBezTo>
                  <a:pt x="0" y="30350"/>
                  <a:pt x="30350" y="0"/>
                  <a:pt x="67733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5947" y="2566988"/>
            <a:ext cx="50884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15947" y="2804054"/>
            <a:ext cx="5080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extraction, model training, and evaluation</a:t>
            </a:r>
          </a:p>
        </p:txBody>
      </p:sp>
      <p:sp>
        <p:nvSpPr>
          <p:cNvPr id="33" name="Shape 31"/>
          <p:cNvSpPr/>
          <p:nvPr/>
        </p:nvSpPr>
        <p:spPr>
          <a:xfrm>
            <a:off x="6410960" y="3186746"/>
            <a:ext cx="5230707" cy="616373"/>
          </a:xfrm>
          <a:custGeom>
            <a:avLst/>
            <a:gdLst/>
            <a:ahLst/>
            <a:cxnLst/>
            <a:rect l="l" t="t" r="r" b="b"/>
            <a:pathLst>
              <a:path w="5230707" h="616373">
                <a:moveTo>
                  <a:pt x="67733" y="0"/>
                </a:moveTo>
                <a:lnTo>
                  <a:pt x="5162973" y="0"/>
                </a:lnTo>
                <a:cubicBezTo>
                  <a:pt x="5200381" y="0"/>
                  <a:pt x="5230707" y="30325"/>
                  <a:pt x="5230707" y="67733"/>
                </a:cubicBezTo>
                <a:lnTo>
                  <a:pt x="5230707" y="548640"/>
                </a:lnTo>
                <a:cubicBezTo>
                  <a:pt x="5230707" y="586048"/>
                  <a:pt x="5200381" y="616373"/>
                  <a:pt x="5162973" y="616373"/>
                </a:cubicBezTo>
                <a:lnTo>
                  <a:pt x="67733" y="616373"/>
                </a:lnTo>
                <a:cubicBezTo>
                  <a:pt x="30350" y="616373"/>
                  <a:pt x="0" y="586023"/>
                  <a:pt x="0" y="548640"/>
                </a:cubicBezTo>
                <a:lnTo>
                  <a:pt x="0" y="67733"/>
                </a:lnTo>
                <a:cubicBezTo>
                  <a:pt x="0" y="30350"/>
                  <a:pt x="30350" y="0"/>
                  <a:pt x="67733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5947" y="3291731"/>
            <a:ext cx="50884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Development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15947" y="3528798"/>
            <a:ext cx="5080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Flask backend with responsive JavaScript frontend</a:t>
            </a:r>
          </a:p>
        </p:txBody>
      </p:sp>
      <p:sp>
        <p:nvSpPr>
          <p:cNvPr id="36" name="Shape 34"/>
          <p:cNvSpPr/>
          <p:nvPr/>
        </p:nvSpPr>
        <p:spPr>
          <a:xfrm>
            <a:off x="6410960" y="3911489"/>
            <a:ext cx="5230707" cy="616373"/>
          </a:xfrm>
          <a:custGeom>
            <a:avLst/>
            <a:gdLst/>
            <a:ahLst/>
            <a:cxnLst/>
            <a:rect l="l" t="t" r="r" b="b"/>
            <a:pathLst>
              <a:path w="5230707" h="616373">
                <a:moveTo>
                  <a:pt x="67733" y="0"/>
                </a:moveTo>
                <a:lnTo>
                  <a:pt x="5162973" y="0"/>
                </a:lnTo>
                <a:cubicBezTo>
                  <a:pt x="5200381" y="0"/>
                  <a:pt x="5230707" y="30325"/>
                  <a:pt x="5230707" y="67733"/>
                </a:cubicBezTo>
                <a:lnTo>
                  <a:pt x="5230707" y="548640"/>
                </a:lnTo>
                <a:cubicBezTo>
                  <a:pt x="5230707" y="586048"/>
                  <a:pt x="5200381" y="616373"/>
                  <a:pt x="5162973" y="616373"/>
                </a:cubicBezTo>
                <a:lnTo>
                  <a:pt x="67733" y="616373"/>
                </a:lnTo>
                <a:cubicBezTo>
                  <a:pt x="30350" y="616373"/>
                  <a:pt x="0" y="586023"/>
                  <a:pt x="0" y="548640"/>
                </a:cubicBezTo>
                <a:lnTo>
                  <a:pt x="0" y="67733"/>
                </a:lnTo>
                <a:cubicBezTo>
                  <a:pt x="0" y="30350"/>
                  <a:pt x="30350" y="0"/>
                  <a:pt x="67733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5947" y="4016474"/>
            <a:ext cx="50884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Concurrency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15947" y="4253541"/>
            <a:ext cx="5080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threading for non-blocking operations</a:t>
            </a:r>
          </a:p>
        </p:txBody>
      </p:sp>
      <p:sp>
        <p:nvSpPr>
          <p:cNvPr id="39" name="Shape 37"/>
          <p:cNvSpPr/>
          <p:nvPr/>
        </p:nvSpPr>
        <p:spPr>
          <a:xfrm>
            <a:off x="6200987" y="4913946"/>
            <a:ext cx="5645573" cy="1810173"/>
          </a:xfrm>
          <a:custGeom>
            <a:avLst/>
            <a:gdLst/>
            <a:ahLst/>
            <a:cxnLst/>
            <a:rect l="l" t="t" r="r" b="b"/>
            <a:pathLst>
              <a:path w="5645573" h="1810173">
                <a:moveTo>
                  <a:pt x="101605" y="0"/>
                </a:moveTo>
                <a:lnTo>
                  <a:pt x="5543968" y="0"/>
                </a:lnTo>
                <a:cubicBezTo>
                  <a:pt x="5600083" y="0"/>
                  <a:pt x="5645573" y="45490"/>
                  <a:pt x="5645573" y="101605"/>
                </a:cubicBezTo>
                <a:lnTo>
                  <a:pt x="5645573" y="1708568"/>
                </a:lnTo>
                <a:cubicBezTo>
                  <a:pt x="5645573" y="1764683"/>
                  <a:pt x="5600083" y="1810173"/>
                  <a:pt x="5543968" y="1810173"/>
                </a:cubicBezTo>
                <a:lnTo>
                  <a:pt x="101605" y="1810173"/>
                </a:lnTo>
                <a:cubicBezTo>
                  <a:pt x="45490" y="1810173"/>
                  <a:pt x="0" y="1764683"/>
                  <a:pt x="0" y="1708568"/>
                </a:cubicBezTo>
                <a:lnTo>
                  <a:pt x="0" y="101605"/>
                </a:lnTo>
                <a:cubicBezTo>
                  <a:pt x="0" y="45490"/>
                  <a:pt x="45490" y="0"/>
                  <a:pt x="101605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32973" y="515429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0800" y="127000"/>
                </a:moveTo>
                <a:lnTo>
                  <a:pt x="9723" y="127000"/>
                </a:lnTo>
                <a:cubicBezTo>
                  <a:pt x="-159" y="127000"/>
                  <a:pt x="-6231" y="116245"/>
                  <a:pt x="-1151" y="107752"/>
                </a:cubicBezTo>
                <a:lnTo>
                  <a:pt x="19844" y="72747"/>
                </a:lnTo>
                <a:cubicBezTo>
                  <a:pt x="23297" y="66993"/>
                  <a:pt x="29488" y="63500"/>
                  <a:pt x="36195" y="63500"/>
                </a:cubicBezTo>
                <a:lnTo>
                  <a:pt x="73898" y="63500"/>
                </a:lnTo>
                <a:cubicBezTo>
                  <a:pt x="104100" y="12343"/>
                  <a:pt x="149146" y="9763"/>
                  <a:pt x="179268" y="14168"/>
                </a:cubicBezTo>
                <a:cubicBezTo>
                  <a:pt x="184348" y="14923"/>
                  <a:pt x="188317" y="18891"/>
                  <a:pt x="189032" y="23932"/>
                </a:cubicBezTo>
                <a:cubicBezTo>
                  <a:pt x="193437" y="54054"/>
                  <a:pt x="190857" y="99100"/>
                  <a:pt x="139700" y="129302"/>
                </a:cubicBezTo>
                <a:lnTo>
                  <a:pt x="139700" y="167005"/>
                </a:lnTo>
                <a:cubicBezTo>
                  <a:pt x="139700" y="173712"/>
                  <a:pt x="136208" y="179903"/>
                  <a:pt x="130453" y="183356"/>
                </a:cubicBezTo>
                <a:lnTo>
                  <a:pt x="95448" y="204351"/>
                </a:lnTo>
                <a:cubicBezTo>
                  <a:pt x="86995" y="209431"/>
                  <a:pt x="76200" y="203319"/>
                  <a:pt x="76200" y="193477"/>
                </a:cubicBezTo>
                <a:lnTo>
                  <a:pt x="76200" y="152400"/>
                </a:lnTo>
                <a:cubicBezTo>
                  <a:pt x="76200" y="138390"/>
                  <a:pt x="64810" y="127000"/>
                  <a:pt x="50800" y="127000"/>
                </a:cubicBezTo>
                <a:lnTo>
                  <a:pt x="50760" y="127000"/>
                </a:lnTo>
                <a:close/>
                <a:moveTo>
                  <a:pt x="158750" y="63500"/>
                </a:moveTo>
                <a:cubicBezTo>
                  <a:pt x="158750" y="52986"/>
                  <a:pt x="150214" y="44450"/>
                  <a:pt x="139700" y="44450"/>
                </a:cubicBezTo>
                <a:cubicBezTo>
                  <a:pt x="129186" y="44450"/>
                  <a:pt x="120650" y="52986"/>
                  <a:pt x="120650" y="63500"/>
                </a:cubicBezTo>
                <a:cubicBezTo>
                  <a:pt x="120650" y="74014"/>
                  <a:pt x="129186" y="82550"/>
                  <a:pt x="139700" y="82550"/>
                </a:cubicBezTo>
                <a:cubicBezTo>
                  <a:pt x="150214" y="82550"/>
                  <a:pt x="158750" y="74014"/>
                  <a:pt x="158750" y="6350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6661573" y="5120531"/>
            <a:ext cx="508000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Potential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07573" y="5526823"/>
            <a:ext cx="5308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system demonstrates practical application of AI/ML in educational institutions. With future enhancements like deep learning and cloud integration, it can be deployed at scale across universities and colleges worldwide.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42053" y="5692987"/>
            <a:ext cx="5540587" cy="819573"/>
          </a:xfrm>
          <a:custGeom>
            <a:avLst/>
            <a:gdLst/>
            <a:ahLst/>
            <a:cxnLst/>
            <a:rect l="l" t="t" r="r" b="b"/>
            <a:pathLst>
              <a:path w="11504507" h="819573">
                <a:moveTo>
                  <a:pt x="101603" y="0"/>
                </a:moveTo>
                <a:lnTo>
                  <a:pt x="11402904" y="0"/>
                </a:lnTo>
                <a:cubicBezTo>
                  <a:pt x="11459018" y="0"/>
                  <a:pt x="11504507" y="45489"/>
                  <a:pt x="11504507" y="101603"/>
                </a:cubicBezTo>
                <a:lnTo>
                  <a:pt x="11504507" y="717971"/>
                </a:lnTo>
                <a:cubicBezTo>
                  <a:pt x="11504507" y="774084"/>
                  <a:pt x="11459018" y="819573"/>
                  <a:pt x="11402904" y="819573"/>
                </a:cubicBezTo>
                <a:lnTo>
                  <a:pt x="101603" y="819573"/>
                </a:lnTo>
                <a:cubicBezTo>
                  <a:pt x="45489" y="819573"/>
                  <a:pt x="0" y="774084"/>
                  <a:pt x="0" y="717971"/>
                </a:cubicBezTo>
                <a:lnTo>
                  <a:pt x="0" y="101603"/>
                </a:lnTo>
                <a:cubicBezTo>
                  <a:pt x="0" y="45489"/>
                  <a:pt x="45489" y="0"/>
                  <a:pt x="101603" y="0"/>
                </a:cubicBezTo>
                <a:close/>
              </a:path>
            </a:pathLst>
          </a:custGeom>
          <a:solidFill>
            <a:srgbClr val="002060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2894" y="5831838"/>
            <a:ext cx="11599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95%+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29461" y="6204372"/>
            <a:ext cx="10668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Achieved</a:t>
            </a:r>
          </a:p>
        </p:txBody>
      </p:sp>
      <p:sp>
        <p:nvSpPr>
          <p:cNvPr id="46" name="Shape 44"/>
          <p:cNvSpPr/>
          <p:nvPr/>
        </p:nvSpPr>
        <p:spPr>
          <a:xfrm>
            <a:off x="1739254" y="5899572"/>
            <a:ext cx="8467" cy="406400"/>
          </a:xfrm>
          <a:custGeom>
            <a:avLst/>
            <a:gdLst/>
            <a:ahLst/>
            <a:cxnLst/>
            <a:rect l="l" t="t" r="r" b="b"/>
            <a:pathLst>
              <a:path w="8467" h="406400">
                <a:moveTo>
                  <a:pt x="0" y="0"/>
                </a:moveTo>
                <a:lnTo>
                  <a:pt x="8467" y="0"/>
                </a:lnTo>
                <a:lnTo>
                  <a:pt x="8467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47" name="Text 45"/>
          <p:cNvSpPr/>
          <p:nvPr/>
        </p:nvSpPr>
        <p:spPr>
          <a:xfrm>
            <a:off x="1942454" y="5831838"/>
            <a:ext cx="11345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&lt;2s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989021" y="6204372"/>
            <a:ext cx="10414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Recognition Speed</a:t>
            </a:r>
          </a:p>
        </p:txBody>
      </p:sp>
      <p:sp>
        <p:nvSpPr>
          <p:cNvPr id="49" name="Shape 47"/>
          <p:cNvSpPr/>
          <p:nvPr/>
        </p:nvSpPr>
        <p:spPr>
          <a:xfrm>
            <a:off x="3275742" y="5899572"/>
            <a:ext cx="8467" cy="406400"/>
          </a:xfrm>
          <a:custGeom>
            <a:avLst/>
            <a:gdLst/>
            <a:ahLst/>
            <a:cxnLst/>
            <a:rect l="l" t="t" r="r" b="b"/>
            <a:pathLst>
              <a:path w="8467" h="406400">
                <a:moveTo>
                  <a:pt x="0" y="0"/>
                </a:moveTo>
                <a:lnTo>
                  <a:pt x="8467" y="0"/>
                </a:lnTo>
                <a:lnTo>
                  <a:pt x="8467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50" name="Text 48"/>
          <p:cNvSpPr/>
          <p:nvPr/>
        </p:nvSpPr>
        <p:spPr>
          <a:xfrm>
            <a:off x="3478942" y="5831838"/>
            <a:ext cx="9059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525509" y="6204372"/>
            <a:ext cx="8128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</a:t>
            </a:r>
          </a:p>
        </p:txBody>
      </p:sp>
      <p:sp>
        <p:nvSpPr>
          <p:cNvPr id="52" name="Shape 50"/>
          <p:cNvSpPr/>
          <p:nvPr/>
        </p:nvSpPr>
        <p:spPr>
          <a:xfrm>
            <a:off x="4578656" y="5899572"/>
            <a:ext cx="8467" cy="406400"/>
          </a:xfrm>
          <a:custGeom>
            <a:avLst/>
            <a:gdLst/>
            <a:ahLst/>
            <a:cxnLst/>
            <a:rect l="l" t="t" r="r" b="b"/>
            <a:pathLst>
              <a:path w="8467" h="406400">
                <a:moveTo>
                  <a:pt x="0" y="0"/>
                </a:moveTo>
                <a:lnTo>
                  <a:pt x="8467" y="0"/>
                </a:lnTo>
                <a:lnTo>
                  <a:pt x="8467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53" name="Text 51"/>
          <p:cNvSpPr/>
          <p:nvPr/>
        </p:nvSpPr>
        <p:spPr>
          <a:xfrm>
            <a:off x="4781856" y="5831838"/>
            <a:ext cx="10837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0%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828423" y="6204372"/>
            <a:ext cx="9906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chemeClr val="bg1">
                    <a:lumMod val="8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Proxy Attendance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.sstatic.net/23430e7c4dd7db05857df1e896968b2cf346d0a1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12689" b="1268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0000">
                <a:srgbClr val="191919">
                  <a:alpha val="90000"/>
                </a:srgbClr>
              </a:gs>
              <a:gs pos="100000">
                <a:srgbClr val="6366F1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725464" y="2029186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50800">
            <a:solidFill>
              <a:srgbClr val="6366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35014" y="223873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7181" y="7144"/>
                </a:moveTo>
                <a:lnTo>
                  <a:pt x="307181" y="64294"/>
                </a:lnTo>
                <a:cubicBezTo>
                  <a:pt x="307181" y="76170"/>
                  <a:pt x="297626" y="85725"/>
                  <a:pt x="285750" y="85725"/>
                </a:cubicBezTo>
                <a:cubicBezTo>
                  <a:pt x="273874" y="85725"/>
                  <a:pt x="264319" y="76170"/>
                  <a:pt x="264319" y="64294"/>
                </a:cubicBezTo>
                <a:lnTo>
                  <a:pt x="264319" y="7144"/>
                </a:lnTo>
                <a:cubicBezTo>
                  <a:pt x="264319" y="-4733"/>
                  <a:pt x="273874" y="-14287"/>
                  <a:pt x="285750" y="-14287"/>
                </a:cubicBezTo>
                <a:cubicBezTo>
                  <a:pt x="297626" y="-14287"/>
                  <a:pt x="307181" y="-4733"/>
                  <a:pt x="307181" y="7144"/>
                </a:cubicBezTo>
                <a:close/>
                <a:moveTo>
                  <a:pt x="196453" y="9555"/>
                </a:moveTo>
                <a:lnTo>
                  <a:pt x="225028" y="52417"/>
                </a:lnTo>
                <a:cubicBezTo>
                  <a:pt x="231636" y="62240"/>
                  <a:pt x="228957" y="75545"/>
                  <a:pt x="219045" y="82153"/>
                </a:cubicBezTo>
                <a:cubicBezTo>
                  <a:pt x="209133" y="88761"/>
                  <a:pt x="195917" y="86082"/>
                  <a:pt x="189309" y="76170"/>
                </a:cubicBezTo>
                <a:lnTo>
                  <a:pt x="160734" y="33308"/>
                </a:lnTo>
                <a:cubicBezTo>
                  <a:pt x="154126" y="23485"/>
                  <a:pt x="156805" y="10180"/>
                  <a:pt x="166717" y="3572"/>
                </a:cubicBezTo>
                <a:cubicBezTo>
                  <a:pt x="176629" y="-3036"/>
                  <a:pt x="189845" y="-268"/>
                  <a:pt x="196453" y="9555"/>
                </a:cubicBezTo>
                <a:close/>
                <a:moveTo>
                  <a:pt x="120551" y="106263"/>
                </a:moveTo>
                <a:cubicBezTo>
                  <a:pt x="128945" y="97869"/>
                  <a:pt x="142518" y="97869"/>
                  <a:pt x="150822" y="106263"/>
                </a:cubicBezTo>
                <a:lnTo>
                  <a:pt x="261372" y="216724"/>
                </a:lnTo>
                <a:cubicBezTo>
                  <a:pt x="270391" y="225743"/>
                  <a:pt x="285750" y="219313"/>
                  <a:pt x="285750" y="206633"/>
                </a:cubicBezTo>
                <a:lnTo>
                  <a:pt x="285750" y="171450"/>
                </a:lnTo>
                <a:cubicBezTo>
                  <a:pt x="285750" y="155644"/>
                  <a:pt x="298519" y="142875"/>
                  <a:pt x="314325" y="142875"/>
                </a:cubicBezTo>
                <a:cubicBezTo>
                  <a:pt x="330131" y="142875"/>
                  <a:pt x="342900" y="155644"/>
                  <a:pt x="342900" y="171450"/>
                </a:cubicBezTo>
                <a:lnTo>
                  <a:pt x="342900" y="308610"/>
                </a:lnTo>
                <a:cubicBezTo>
                  <a:pt x="342900" y="359599"/>
                  <a:pt x="316111" y="406837"/>
                  <a:pt x="272445" y="433090"/>
                </a:cubicBezTo>
                <a:cubicBezTo>
                  <a:pt x="215295" y="467380"/>
                  <a:pt x="142250" y="458361"/>
                  <a:pt x="95190" y="411301"/>
                </a:cubicBezTo>
                <a:lnTo>
                  <a:pt x="6251" y="322362"/>
                </a:lnTo>
                <a:cubicBezTo>
                  <a:pt x="-2143" y="313968"/>
                  <a:pt x="-2143" y="300395"/>
                  <a:pt x="6251" y="292090"/>
                </a:cubicBezTo>
                <a:cubicBezTo>
                  <a:pt x="14645" y="283785"/>
                  <a:pt x="28218" y="283696"/>
                  <a:pt x="36522" y="292090"/>
                </a:cubicBezTo>
                <a:lnTo>
                  <a:pt x="83850" y="339417"/>
                </a:lnTo>
                <a:cubicBezTo>
                  <a:pt x="89297" y="344865"/>
                  <a:pt x="98137" y="344865"/>
                  <a:pt x="103584" y="339417"/>
                </a:cubicBezTo>
                <a:cubicBezTo>
                  <a:pt x="109031" y="333970"/>
                  <a:pt x="109031" y="325130"/>
                  <a:pt x="103584" y="319683"/>
                </a:cubicBezTo>
                <a:lnTo>
                  <a:pt x="20538" y="236637"/>
                </a:lnTo>
                <a:cubicBezTo>
                  <a:pt x="12144" y="228243"/>
                  <a:pt x="12144" y="214670"/>
                  <a:pt x="20538" y="206365"/>
                </a:cubicBezTo>
                <a:cubicBezTo>
                  <a:pt x="28932" y="198060"/>
                  <a:pt x="42505" y="197971"/>
                  <a:pt x="50810" y="206365"/>
                </a:cubicBezTo>
                <a:lnTo>
                  <a:pt x="133856" y="289411"/>
                </a:lnTo>
                <a:cubicBezTo>
                  <a:pt x="139303" y="294858"/>
                  <a:pt x="148144" y="294858"/>
                  <a:pt x="153591" y="289411"/>
                </a:cubicBezTo>
                <a:cubicBezTo>
                  <a:pt x="159038" y="283964"/>
                  <a:pt x="159038" y="275124"/>
                  <a:pt x="153591" y="269677"/>
                </a:cubicBezTo>
                <a:lnTo>
                  <a:pt x="49113" y="165199"/>
                </a:lnTo>
                <a:cubicBezTo>
                  <a:pt x="40719" y="156805"/>
                  <a:pt x="40719" y="143232"/>
                  <a:pt x="49113" y="134928"/>
                </a:cubicBezTo>
                <a:cubicBezTo>
                  <a:pt x="57507" y="126623"/>
                  <a:pt x="71080" y="126534"/>
                  <a:pt x="79385" y="134928"/>
                </a:cubicBezTo>
                <a:lnTo>
                  <a:pt x="183862" y="239405"/>
                </a:lnTo>
                <a:cubicBezTo>
                  <a:pt x="189309" y="244852"/>
                  <a:pt x="198150" y="244852"/>
                  <a:pt x="203597" y="239405"/>
                </a:cubicBezTo>
                <a:cubicBezTo>
                  <a:pt x="209044" y="233958"/>
                  <a:pt x="209044" y="225117"/>
                  <a:pt x="203597" y="219670"/>
                </a:cubicBezTo>
                <a:lnTo>
                  <a:pt x="120551" y="136624"/>
                </a:lnTo>
                <a:cubicBezTo>
                  <a:pt x="112157" y="128230"/>
                  <a:pt x="112157" y="114657"/>
                  <a:pt x="120551" y="106353"/>
                </a:cubicBezTo>
                <a:close/>
                <a:moveTo>
                  <a:pt x="386745" y="433001"/>
                </a:moveTo>
                <a:cubicBezTo>
                  <a:pt x="365135" y="445949"/>
                  <a:pt x="341293" y="452735"/>
                  <a:pt x="317361" y="453628"/>
                </a:cubicBezTo>
                <a:cubicBezTo>
                  <a:pt x="360313" y="418267"/>
                  <a:pt x="385763" y="365224"/>
                  <a:pt x="385763" y="308610"/>
                </a:cubicBezTo>
                <a:lnTo>
                  <a:pt x="385763" y="221010"/>
                </a:lnTo>
                <a:cubicBezTo>
                  <a:pt x="393085" y="220920"/>
                  <a:pt x="400050" y="215295"/>
                  <a:pt x="400050" y="206722"/>
                </a:cubicBezTo>
                <a:lnTo>
                  <a:pt x="400050" y="171539"/>
                </a:lnTo>
                <a:cubicBezTo>
                  <a:pt x="400050" y="155734"/>
                  <a:pt x="412819" y="142964"/>
                  <a:pt x="428625" y="142964"/>
                </a:cubicBezTo>
                <a:cubicBezTo>
                  <a:pt x="444431" y="142964"/>
                  <a:pt x="457200" y="155734"/>
                  <a:pt x="457200" y="171539"/>
                </a:cubicBezTo>
                <a:lnTo>
                  <a:pt x="457200" y="308699"/>
                </a:lnTo>
                <a:cubicBezTo>
                  <a:pt x="457200" y="359688"/>
                  <a:pt x="430411" y="406926"/>
                  <a:pt x="386745" y="433179"/>
                </a:cubicBezTo>
                <a:close/>
                <a:moveTo>
                  <a:pt x="404783" y="3572"/>
                </a:moveTo>
                <a:cubicBezTo>
                  <a:pt x="414605" y="10180"/>
                  <a:pt x="417284" y="23485"/>
                  <a:pt x="410766" y="33308"/>
                </a:cubicBezTo>
                <a:lnTo>
                  <a:pt x="382191" y="76170"/>
                </a:lnTo>
                <a:cubicBezTo>
                  <a:pt x="375583" y="85993"/>
                  <a:pt x="362277" y="88672"/>
                  <a:pt x="352455" y="82153"/>
                </a:cubicBezTo>
                <a:cubicBezTo>
                  <a:pt x="342632" y="75634"/>
                  <a:pt x="339953" y="62240"/>
                  <a:pt x="346472" y="52417"/>
                </a:cubicBezTo>
                <a:lnTo>
                  <a:pt x="375047" y="9555"/>
                </a:lnTo>
                <a:cubicBezTo>
                  <a:pt x="381655" y="-268"/>
                  <a:pt x="394960" y="-2947"/>
                  <a:pt x="404783" y="357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Text 3"/>
          <p:cNvSpPr/>
          <p:nvPr/>
        </p:nvSpPr>
        <p:spPr>
          <a:xfrm>
            <a:off x="4401846" y="3229336"/>
            <a:ext cx="3524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54014" y="4143736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117</TotalTime>
  <Words>1855</Words>
  <Application>Microsoft Office PowerPoint</Application>
  <PresentationFormat>Custom</PresentationFormat>
  <Paragraphs>499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MiSans</vt:lpstr>
      <vt:lpstr>Wingdings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Recognition Attendance System</dc:title>
  <dc:subject>Face Recognition Attendance System</dc:subject>
  <dc:creator>Kimi</dc:creator>
  <cp:lastModifiedBy>Windows User</cp:lastModifiedBy>
  <cp:revision>34</cp:revision>
  <dcterms:created xsi:type="dcterms:W3CDTF">2026-02-02T15:04:38Z</dcterms:created>
  <dcterms:modified xsi:type="dcterms:W3CDTF">2026-02-03T08:54:09Z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{"Label":"Face Recognition Attendance System","ContentProducer":"001191110108MACG2KBH8F10000","ProduceID":"19c1ed64-6b72-897a-8000-0000fcdf8b2d","ReservedCode1":"","ContentPropagator":"001191110108MACG2KBH8F20000","PropagateID":"19c1ed64-6b72-897a-8000-00</vt:lpwstr>
  </property>
</Properties>
</file>