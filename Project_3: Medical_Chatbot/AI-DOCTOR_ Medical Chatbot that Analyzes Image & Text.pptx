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3" r:id="rId4"/>
    <p:sldId id="257" r:id="rId5"/>
    <p:sldId id="258" r:id="rId6"/>
    <p:sldId id="272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8" r:id="rId15"/>
    <p:sldId id="269" r:id="rId16"/>
    <p:sldId id="270" r:id="rId17"/>
  </p:sldIdLst>
  <p:sldSz cx="12192000" cy="6858000"/>
  <p:notesSz cx="6858000" cy="12192000"/>
  <p:embeddedFontLst>
    <p:embeddedFont>
      <p:font typeface="Liter" charset="0"/>
      <p:regular r:id="rId19"/>
    </p:embeddedFont>
    <p:embeddedFont>
      <p:font typeface="Hedvig Letters Sans" charset="0"/>
      <p:regular r:id="rId20"/>
    </p:embeddedFon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Quattrocento Sans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754" y="-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9A197-28F6-4C8E-ADF3-39129A93776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32B31-40E1-4030-B08B-5BFB6D8A0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fb855deeb82d9afa9b4b571a551683237fb257b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8889" r="88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4C759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5856D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71467" y="1556560"/>
            <a:ext cx="2235712" cy="381000"/>
          </a:xfrm>
          <a:custGeom>
            <a:avLst/>
            <a:gdLst/>
            <a:ahLst/>
            <a:cxnLst/>
            <a:rect l="l" t="t" r="r" b="b"/>
            <a:pathLst>
              <a:path w="2047875" h="381000">
                <a:moveTo>
                  <a:pt x="190500" y="0"/>
                </a:moveTo>
                <a:lnTo>
                  <a:pt x="1857375" y="0"/>
                </a:lnTo>
                <a:cubicBezTo>
                  <a:pt x="1962515" y="0"/>
                  <a:pt x="2047875" y="85360"/>
                  <a:pt x="2047875" y="190500"/>
                </a:cubicBezTo>
                <a:lnTo>
                  <a:pt x="2047875" y="190500"/>
                </a:lnTo>
                <a:cubicBezTo>
                  <a:pt x="2047875" y="295640"/>
                  <a:pt x="1962515" y="381000"/>
                  <a:pt x="18573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>
              <a:alpha val="14902"/>
            </a:srgbClr>
          </a:solidFill>
          <a:ln>
            <a:solidFill>
              <a:schemeClr val="tx1"/>
            </a:solidFill>
          </a:ln>
        </p:spPr>
      </p:sp>
      <p:sp>
        <p:nvSpPr>
          <p:cNvPr id="5" name="Text 2"/>
          <p:cNvSpPr/>
          <p:nvPr/>
        </p:nvSpPr>
        <p:spPr>
          <a:xfrm>
            <a:off x="5223866" y="1632760"/>
            <a:ext cx="190684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SMIT MEMON SOCIETY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41348" y="2419296"/>
            <a:ext cx="583841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MEDICAL CHATBOT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348061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5856D6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341348" y="3721713"/>
            <a:ext cx="56959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Medical Chatbot that Analyzes Image &amp; Text</a:t>
            </a:r>
            <a:endParaRPr lang="en-US" sz="1600" b="1" dirty="0"/>
          </a:p>
        </p:txBody>
      </p:sp>
      <p:sp>
        <p:nvSpPr>
          <p:cNvPr id="12" name="Shape 6"/>
          <p:cNvSpPr/>
          <p:nvPr/>
        </p:nvSpPr>
        <p:spPr>
          <a:xfrm>
            <a:off x="434014" y="47885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chemeClr val="accent6">
              <a:lumMod val="75000"/>
              <a:alpha val="93000"/>
            </a:schemeClr>
          </a:solidFill>
          <a:ln/>
        </p:spPr>
      </p:sp>
      <p:sp>
        <p:nvSpPr>
          <p:cNvPr id="13" name="Shape 7"/>
          <p:cNvSpPr/>
          <p:nvPr/>
        </p:nvSpPr>
        <p:spPr>
          <a:xfrm>
            <a:off x="579270" y="49218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4" name="Text 8"/>
          <p:cNvSpPr/>
          <p:nvPr/>
        </p:nvSpPr>
        <p:spPr>
          <a:xfrm>
            <a:off x="1073936" y="4769488"/>
            <a:ext cx="1160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</a:t>
            </a:r>
            <a:r>
              <a:rPr lang="en-US" sz="1400" b="1" dirty="0" smtClean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891214" y="5331463"/>
            <a:ext cx="1557576" cy="102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Ayan</a:t>
            </a:r>
            <a:r>
              <a:rPr lang="en-US" sz="135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 Ali</a:t>
            </a: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Junaid</a:t>
            </a:r>
            <a:endParaRPr lang="en-US" sz="1350" b="1" dirty="0" smtClean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Abdul </a:t>
            </a: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Basit</a:t>
            </a:r>
            <a:endParaRPr lang="en-US" sz="1350" b="1" dirty="0" smtClean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Huzaifa</a:t>
            </a:r>
            <a:endParaRPr lang="en-US" sz="1350" b="1" dirty="0" smtClean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Umair</a:t>
            </a:r>
            <a:r>
              <a:rPr lang="en-US" sz="135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Qureshi</a:t>
            </a:r>
            <a:endParaRPr lang="en-US" sz="1350" b="1" dirty="0" smtClean="0"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35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60708" y="36941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chemeClr val="accent6">
              <a:lumMod val="75000"/>
              <a:alpha val="93000"/>
            </a:schemeClr>
          </a:solidFill>
          <a:ln/>
        </p:spPr>
      </p:sp>
      <p:sp>
        <p:nvSpPr>
          <p:cNvPr id="17" name="Shape 11"/>
          <p:cNvSpPr/>
          <p:nvPr/>
        </p:nvSpPr>
        <p:spPr>
          <a:xfrm>
            <a:off x="594058" y="38275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8" name="Text 12"/>
          <p:cNvSpPr/>
          <p:nvPr/>
        </p:nvSpPr>
        <p:spPr>
          <a:xfrm>
            <a:off x="1032208" y="367512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</a:t>
            </a:r>
          </a:p>
        </p:txBody>
      </p:sp>
      <p:sp>
        <p:nvSpPr>
          <p:cNvPr id="19" name="Text 13"/>
          <p:cNvSpPr/>
          <p:nvPr/>
        </p:nvSpPr>
        <p:spPr>
          <a:xfrm>
            <a:off x="832183" y="3970394"/>
            <a:ext cx="1969412" cy="59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20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SMIT, </a:t>
            </a:r>
            <a:r>
              <a:rPr lang="en-US" sz="1200" b="1" dirty="0" smtClean="0">
                <a:latin typeface="Liter" pitchFamily="34" charset="0"/>
              </a:rPr>
              <a:t>Memon Society Campus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60708" y="27526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chemeClr val="accent6">
              <a:lumMod val="75000"/>
              <a:alpha val="93000"/>
            </a:schemeClr>
          </a:solidFill>
          <a:ln/>
        </p:spPr>
      </p:sp>
      <p:sp>
        <p:nvSpPr>
          <p:cNvPr id="21" name="Shape 15"/>
          <p:cNvSpPr/>
          <p:nvPr/>
        </p:nvSpPr>
        <p:spPr>
          <a:xfrm>
            <a:off x="570245" y="288602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22" name="Text 16"/>
          <p:cNvSpPr/>
          <p:nvPr/>
        </p:nvSpPr>
        <p:spPr>
          <a:xfrm>
            <a:off x="1032208" y="2733621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</a:p>
        </p:txBody>
      </p:sp>
      <p:sp>
        <p:nvSpPr>
          <p:cNvPr id="23" name="Text 17"/>
          <p:cNvSpPr/>
          <p:nvPr/>
        </p:nvSpPr>
        <p:spPr>
          <a:xfrm>
            <a:off x="1032208" y="2962221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Sir </a:t>
            </a:r>
            <a:r>
              <a:rPr lang="en-US" sz="1350" b="1" dirty="0" err="1" smtClean="0">
                <a:latin typeface="Liter" pitchFamily="34" charset="0"/>
                <a:ea typeface="Liter" pitchFamily="34" charset="-122"/>
                <a:cs typeface="Liter" pitchFamily="34" charset="-120"/>
              </a:rPr>
              <a:t>Yasir</a:t>
            </a:r>
            <a:r>
              <a:rPr lang="en-US" sz="1350" b="1" dirty="0" smtClean="0">
                <a:latin typeface="Liter" pitchFamily="34" charset="0"/>
                <a:ea typeface="Liter" pitchFamily="34" charset="-122"/>
                <a:cs typeface="Liter" pitchFamily="34" charset="-120"/>
              </a:rPr>
              <a:t> Nawaz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150" y="31432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 smtClean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Introduction</a:t>
            </a:r>
          </a:p>
        </p:txBody>
      </p:sp>
      <p:sp>
        <p:nvSpPr>
          <p:cNvPr id="4" name="Shape 2"/>
          <p:cNvSpPr/>
          <p:nvPr/>
        </p:nvSpPr>
        <p:spPr>
          <a:xfrm>
            <a:off x="400050" y="1362075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391143" y="0"/>
                </a:lnTo>
                <a:cubicBezTo>
                  <a:pt x="5475315" y="0"/>
                  <a:pt x="5543550" y="68235"/>
                  <a:pt x="5543550" y="152407"/>
                </a:cubicBezTo>
                <a:lnTo>
                  <a:pt x="5543550" y="1390643"/>
                </a:lnTo>
                <a:cubicBezTo>
                  <a:pt x="5543550" y="1474815"/>
                  <a:pt x="5475315" y="1543050"/>
                  <a:pt x="5391143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362075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590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3425" y="17049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15906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Medical Chatbot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933575"/>
            <a:ext cx="4533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r>
              <a:rPr lang="en-US" sz="1200" dirty="0" smtClean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edical 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 application designed to analyze both </a:t>
            </a: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images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user-provided text symptoms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cutting-edge Artificial Intelligence technologies.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133725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391143" y="0"/>
                </a:lnTo>
                <a:cubicBezTo>
                  <a:pt x="5475315" y="0"/>
                  <a:pt x="5543550" y="68235"/>
                  <a:pt x="5543550" y="152407"/>
                </a:cubicBezTo>
                <a:lnTo>
                  <a:pt x="5543550" y="1390643"/>
                </a:lnTo>
                <a:cubicBezTo>
                  <a:pt x="5543550" y="1474815"/>
                  <a:pt x="5475315" y="1543050"/>
                  <a:pt x="5391143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3133725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" y="3362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476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33623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AI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3705225"/>
            <a:ext cx="4533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leverages a </a:t>
            </a:r>
            <a:r>
              <a:rPr lang="en-US" sz="1200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Language Model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(Meta Llama-4 Scout 17B Instruct) through the </a:t>
            </a:r>
            <a:r>
              <a:rPr lang="en-US" sz="1200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 API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combined with a </a:t>
            </a:r>
            <a:r>
              <a:rPr lang="en-US" sz="1200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backend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process multimodal inputs efficiently.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905375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391143" y="0"/>
                </a:lnTo>
                <a:cubicBezTo>
                  <a:pt x="5475315" y="0"/>
                  <a:pt x="5543550" y="68235"/>
                  <a:pt x="5543550" y="152407"/>
                </a:cubicBezTo>
                <a:lnTo>
                  <a:pt x="5543550" y="1390643"/>
                </a:lnTo>
                <a:cubicBezTo>
                  <a:pt x="5543550" y="1474815"/>
                  <a:pt x="5475315" y="1543050"/>
                  <a:pt x="5391143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4905375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5133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A9C4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248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51339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Mission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5476875"/>
            <a:ext cx="4533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</a:t>
            </a:r>
            <a:r>
              <a:rPr lang="en-US" sz="1200" b="1" dirty="0">
                <a:solidFill>
                  <a:srgbClr val="8DA9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quick, AI-based medical guidance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an intuitive web interface, demonstrating how modern AI can assist in early medical understanding.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400" y="1546384"/>
            <a:ext cx="5562600" cy="4714875"/>
          </a:xfrm>
          <a:custGeom>
            <a:avLst/>
            <a:gdLst/>
            <a:ahLst/>
            <a:cxnLst/>
            <a:rect l="l" t="t" r="r" b="b"/>
            <a:pathLst>
              <a:path w="5562600" h="4714875">
                <a:moveTo>
                  <a:pt x="228577" y="0"/>
                </a:moveTo>
                <a:lnTo>
                  <a:pt x="5334023" y="0"/>
                </a:lnTo>
                <a:cubicBezTo>
                  <a:pt x="5460178" y="0"/>
                  <a:pt x="5562600" y="102422"/>
                  <a:pt x="5562600" y="228577"/>
                </a:cubicBezTo>
                <a:lnTo>
                  <a:pt x="5562600" y="4486298"/>
                </a:lnTo>
                <a:cubicBezTo>
                  <a:pt x="5562600" y="4612538"/>
                  <a:pt x="5460263" y="4714875"/>
                  <a:pt x="5334023" y="4714875"/>
                </a:cubicBezTo>
                <a:lnTo>
                  <a:pt x="228577" y="4714875"/>
                </a:lnTo>
                <a:cubicBezTo>
                  <a:pt x="102422" y="4714875"/>
                  <a:pt x="0" y="4612453"/>
                  <a:pt x="0" y="4486298"/>
                </a:cubicBezTo>
                <a:lnTo>
                  <a:pt x="0" y="228577"/>
                </a:lnTo>
                <a:cubicBezTo>
                  <a:pt x="0" y="102337"/>
                  <a:pt x="102337" y="0"/>
                  <a:pt x="2285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0350" y="188916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6838950" y="1851184"/>
            <a:ext cx="4781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3200" y="2384465"/>
            <a:ext cx="5038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AI-Doctor demonstrates the practical application of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AI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healthcare by seamlessly combining: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53200" y="3170277"/>
            <a:ext cx="4953000" cy="838200"/>
          </a:xfrm>
          <a:custGeom>
            <a:avLst/>
            <a:gdLst/>
            <a:ahLst/>
            <a:cxnLst/>
            <a:rect l="l" t="t" r="r" b="b"/>
            <a:pathLst>
              <a:path w="4953000" h="838200">
                <a:moveTo>
                  <a:pt x="114297" y="0"/>
                </a:moveTo>
                <a:lnTo>
                  <a:pt x="4838703" y="0"/>
                </a:lnTo>
                <a:cubicBezTo>
                  <a:pt x="4901828" y="0"/>
                  <a:pt x="4953000" y="51172"/>
                  <a:pt x="4953000" y="114297"/>
                </a:cubicBezTo>
                <a:lnTo>
                  <a:pt x="4953000" y="723903"/>
                </a:lnTo>
                <a:cubicBezTo>
                  <a:pt x="4953000" y="787028"/>
                  <a:pt x="4901828" y="838200"/>
                  <a:pt x="4838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05600" y="332267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34750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91400" y="3360777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91400" y="3627477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pattern recognition for medical conditions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53200" y="4160877"/>
            <a:ext cx="4953000" cy="838200"/>
          </a:xfrm>
          <a:custGeom>
            <a:avLst/>
            <a:gdLst/>
            <a:ahLst/>
            <a:cxnLst/>
            <a:rect l="l" t="t" r="r" b="b"/>
            <a:pathLst>
              <a:path w="4953000" h="838200">
                <a:moveTo>
                  <a:pt x="114297" y="0"/>
                </a:moveTo>
                <a:lnTo>
                  <a:pt x="4838703" y="0"/>
                </a:lnTo>
                <a:cubicBezTo>
                  <a:pt x="4901828" y="0"/>
                  <a:pt x="4953000" y="51172"/>
                  <a:pt x="4953000" y="114297"/>
                </a:cubicBezTo>
                <a:lnTo>
                  <a:pt x="4953000" y="723903"/>
                </a:lnTo>
                <a:cubicBezTo>
                  <a:pt x="4953000" y="787028"/>
                  <a:pt x="4901828" y="838200"/>
                  <a:pt x="4838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05600" y="431327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44656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97155" y="68580"/>
                </a:moveTo>
                <a:cubicBezTo>
                  <a:pt x="97155" y="63847"/>
                  <a:pt x="100995" y="60008"/>
                  <a:pt x="105727" y="60008"/>
                </a:cubicBezTo>
                <a:lnTo>
                  <a:pt x="122873" y="60008"/>
                </a:lnTo>
                <a:cubicBezTo>
                  <a:pt x="127605" y="60008"/>
                  <a:pt x="131445" y="63847"/>
                  <a:pt x="131445" y="68580"/>
                </a:cubicBezTo>
                <a:lnTo>
                  <a:pt x="131445" y="90011"/>
                </a:lnTo>
                <a:lnTo>
                  <a:pt x="152876" y="90011"/>
                </a:lnTo>
                <a:cubicBezTo>
                  <a:pt x="157609" y="90011"/>
                  <a:pt x="161449" y="93851"/>
                  <a:pt x="161449" y="98584"/>
                </a:cubicBezTo>
                <a:lnTo>
                  <a:pt x="161449" y="115729"/>
                </a:lnTo>
                <a:cubicBezTo>
                  <a:pt x="161449" y="120461"/>
                  <a:pt x="157609" y="124301"/>
                  <a:pt x="152876" y="124301"/>
                </a:cubicBezTo>
                <a:lnTo>
                  <a:pt x="131445" y="124301"/>
                </a:lnTo>
                <a:lnTo>
                  <a:pt x="131445" y="145733"/>
                </a:lnTo>
                <a:cubicBezTo>
                  <a:pt x="131445" y="150465"/>
                  <a:pt x="127605" y="154305"/>
                  <a:pt x="122873" y="154305"/>
                </a:cubicBezTo>
                <a:lnTo>
                  <a:pt x="105727" y="154305"/>
                </a:lnTo>
                <a:cubicBezTo>
                  <a:pt x="100995" y="154305"/>
                  <a:pt x="97155" y="150465"/>
                  <a:pt x="97155" y="145733"/>
                </a:cubicBezTo>
                <a:lnTo>
                  <a:pt x="97155" y="124301"/>
                </a:lnTo>
                <a:lnTo>
                  <a:pt x="75724" y="124301"/>
                </a:lnTo>
                <a:cubicBezTo>
                  <a:pt x="70991" y="124301"/>
                  <a:pt x="67151" y="120461"/>
                  <a:pt x="67151" y="115729"/>
                </a:cubicBezTo>
                <a:lnTo>
                  <a:pt x="67151" y="98584"/>
                </a:lnTo>
                <a:cubicBezTo>
                  <a:pt x="67151" y="93851"/>
                  <a:pt x="70991" y="90011"/>
                  <a:pt x="75724" y="90011"/>
                </a:cubicBezTo>
                <a:lnTo>
                  <a:pt x="97155" y="90011"/>
                </a:lnTo>
                <a:lnTo>
                  <a:pt x="97155" y="685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91400" y="4351377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91400" y="4618077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symptom descriptions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53200" y="5231487"/>
            <a:ext cx="4953000" cy="7620"/>
          </a:xfrm>
          <a:custGeom>
            <a:avLst/>
            <a:gdLst/>
            <a:ahLst/>
            <a:cxnLst/>
            <a:rect l="l" t="t" r="r" b="b"/>
            <a:pathLst>
              <a:path w="4953000" h="7620">
                <a:moveTo>
                  <a:pt x="0" y="0"/>
                </a:moveTo>
                <a:lnTo>
                  <a:pt x="4953000" y="0"/>
                </a:lnTo>
                <a:lnTo>
                  <a:pt x="4953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7-Point Star 38"/>
          <p:cNvSpPr/>
          <p:nvPr/>
        </p:nvSpPr>
        <p:spPr>
          <a:xfrm>
            <a:off x="209550" y="295275"/>
            <a:ext cx="209550" cy="209550"/>
          </a:xfrm>
          <a:prstGeom prst="star7">
            <a:avLst/>
          </a:prstGeom>
          <a:solidFill>
            <a:srgbClr val="0070C0">
              <a:alpha val="89000"/>
            </a:srgbClr>
          </a:solidFill>
          <a:ln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1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001" y="373701"/>
            <a:ext cx="115099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&amp; 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11668818" cy="44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Objectives</a:t>
            </a:r>
          </a:p>
        </p:txBody>
      </p:sp>
      <p:sp>
        <p:nvSpPr>
          <p:cNvPr id="4" name="Shape 2"/>
          <p:cNvSpPr/>
          <p:nvPr/>
        </p:nvSpPr>
        <p:spPr>
          <a:xfrm>
            <a:off x="373701" y="1513891"/>
            <a:ext cx="6773333" cy="1438749"/>
          </a:xfrm>
          <a:custGeom>
            <a:avLst/>
            <a:gdLst/>
            <a:ahLst/>
            <a:cxnLst/>
            <a:rect l="l" t="t" r="r" b="b"/>
            <a:pathLst>
              <a:path w="6773333" h="1438749">
                <a:moveTo>
                  <a:pt x="149486" y="0"/>
                </a:moveTo>
                <a:lnTo>
                  <a:pt x="6623847" y="0"/>
                </a:lnTo>
                <a:cubicBezTo>
                  <a:pt x="6706406" y="0"/>
                  <a:pt x="6773333" y="66927"/>
                  <a:pt x="6773333" y="149486"/>
                </a:cubicBezTo>
                <a:lnTo>
                  <a:pt x="6773333" y="1289263"/>
                </a:lnTo>
                <a:cubicBezTo>
                  <a:pt x="6773333" y="1371822"/>
                  <a:pt x="6706406" y="1438749"/>
                  <a:pt x="6623847" y="1438749"/>
                </a:cubicBezTo>
                <a:lnTo>
                  <a:pt x="149486" y="1438749"/>
                </a:lnTo>
                <a:cubicBezTo>
                  <a:pt x="66927" y="1438749"/>
                  <a:pt x="0" y="1371822"/>
                  <a:pt x="0" y="1289263"/>
                </a:cubicBezTo>
                <a:lnTo>
                  <a:pt x="0" y="149486"/>
                </a:lnTo>
                <a:cubicBezTo>
                  <a:pt x="0" y="66927"/>
                  <a:pt x="66927" y="0"/>
                  <a:pt x="1494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0552" y="1700742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5E8B7E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714003" y="1831537"/>
            <a:ext cx="429756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5324" y="1700742"/>
            <a:ext cx="570828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Dual-Input Analysis Capability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5324" y="2037073"/>
            <a:ext cx="5689600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medical chatbot that can simultaneously analyze both </a:t>
            </a:r>
            <a:r>
              <a:rPr lang="en-US" sz="117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uploads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(skin conditions, wounds, rashes, medical reports) and </a:t>
            </a:r>
            <a:r>
              <a:rPr lang="en-US" sz="1177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text-based symptom descriptions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comprehensive assessment.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3701" y="3139491"/>
            <a:ext cx="6773333" cy="1195844"/>
          </a:xfrm>
          <a:custGeom>
            <a:avLst/>
            <a:gdLst/>
            <a:ahLst/>
            <a:cxnLst/>
            <a:rect l="l" t="t" r="r" b="b"/>
            <a:pathLst>
              <a:path w="6773333" h="1195844">
                <a:moveTo>
                  <a:pt x="149480" y="0"/>
                </a:moveTo>
                <a:lnTo>
                  <a:pt x="6623853" y="0"/>
                </a:lnTo>
                <a:cubicBezTo>
                  <a:pt x="6706409" y="0"/>
                  <a:pt x="6773333" y="66925"/>
                  <a:pt x="6773333" y="149480"/>
                </a:cubicBezTo>
                <a:lnTo>
                  <a:pt x="6773333" y="1046363"/>
                </a:lnTo>
                <a:cubicBezTo>
                  <a:pt x="6773333" y="1128919"/>
                  <a:pt x="6706409" y="1195844"/>
                  <a:pt x="6623853" y="1195844"/>
                </a:cubicBezTo>
                <a:lnTo>
                  <a:pt x="149480" y="1195844"/>
                </a:lnTo>
                <a:cubicBezTo>
                  <a:pt x="66980" y="1195844"/>
                  <a:pt x="0" y="1128864"/>
                  <a:pt x="0" y="1046363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0552" y="3326342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3A506B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688661" y="3457137"/>
            <a:ext cx="485811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5324" y="3326342"/>
            <a:ext cx="570828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FastAPI-LLM 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5324" y="3662673"/>
            <a:ext cx="5689600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integrate </a:t>
            </a:r>
            <a:r>
              <a:rPr lang="en-US" sz="1177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framework with a powerful </a:t>
            </a:r>
            <a:r>
              <a:rPr lang="en-US" sz="1177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Language Model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the </a:t>
            </a:r>
            <a:r>
              <a:rPr lang="en-US" sz="1177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 API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high-performance, real-time medical inference.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3701" y="4522185"/>
            <a:ext cx="6773333" cy="1195844"/>
          </a:xfrm>
          <a:custGeom>
            <a:avLst/>
            <a:gdLst/>
            <a:ahLst/>
            <a:cxnLst/>
            <a:rect l="l" t="t" r="r" b="b"/>
            <a:pathLst>
              <a:path w="6773333" h="1195844">
                <a:moveTo>
                  <a:pt x="149480" y="0"/>
                </a:moveTo>
                <a:lnTo>
                  <a:pt x="6623853" y="0"/>
                </a:lnTo>
                <a:cubicBezTo>
                  <a:pt x="6706409" y="0"/>
                  <a:pt x="6773333" y="66925"/>
                  <a:pt x="6773333" y="149480"/>
                </a:cubicBezTo>
                <a:lnTo>
                  <a:pt x="6773333" y="1046363"/>
                </a:lnTo>
                <a:cubicBezTo>
                  <a:pt x="6773333" y="1128919"/>
                  <a:pt x="6706409" y="1195844"/>
                  <a:pt x="6623853" y="1195844"/>
                </a:cubicBezTo>
                <a:lnTo>
                  <a:pt x="149480" y="1195844"/>
                </a:lnTo>
                <a:cubicBezTo>
                  <a:pt x="66980" y="1195844"/>
                  <a:pt x="0" y="1128864"/>
                  <a:pt x="0" y="1046363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0552" y="4709036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gradFill flip="none" rotWithShape="1">
            <a:gsLst>
              <a:gs pos="0">
                <a:srgbClr val="8DA9C4"/>
              </a:gs>
              <a:gs pos="100000">
                <a:srgbClr val="8DA9C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687377" y="4839831"/>
            <a:ext cx="485811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5324" y="4709036"/>
            <a:ext cx="570828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 Web Interface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5324" y="5045367"/>
            <a:ext cx="5689600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</a:t>
            </a:r>
            <a:r>
              <a:rPr lang="en-US" sz="1177" b="1" dirty="0">
                <a:solidFill>
                  <a:srgbClr val="8DA9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AI-based medical suggestions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 clean, intuitive web interface that requires no technical expertise to operate.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74292" y="993629"/>
            <a:ext cx="4447044" cy="1681655"/>
          </a:xfrm>
          <a:custGeom>
            <a:avLst/>
            <a:gdLst/>
            <a:ahLst/>
            <a:cxnLst/>
            <a:rect l="l" t="t" r="r" b="b"/>
            <a:pathLst>
              <a:path w="4447044" h="1681655">
                <a:moveTo>
                  <a:pt x="149482" y="0"/>
                </a:moveTo>
                <a:lnTo>
                  <a:pt x="4297561" y="0"/>
                </a:lnTo>
                <a:cubicBezTo>
                  <a:pt x="4380118" y="0"/>
                  <a:pt x="4447044" y="66926"/>
                  <a:pt x="4447044" y="149482"/>
                </a:cubicBezTo>
                <a:lnTo>
                  <a:pt x="4447044" y="1532173"/>
                </a:lnTo>
                <a:cubicBezTo>
                  <a:pt x="4447044" y="1614730"/>
                  <a:pt x="4380118" y="1681655"/>
                  <a:pt x="4297561" y="1681655"/>
                </a:cubicBezTo>
                <a:lnTo>
                  <a:pt x="149482" y="1681655"/>
                </a:lnTo>
                <a:cubicBezTo>
                  <a:pt x="66926" y="1681655"/>
                  <a:pt x="0" y="1614730"/>
                  <a:pt x="0" y="1532173"/>
                </a:cubicBezTo>
                <a:lnTo>
                  <a:pt x="0" y="149482"/>
                </a:lnTo>
                <a:cubicBezTo>
                  <a:pt x="0" y="66981"/>
                  <a:pt x="66981" y="0"/>
                  <a:pt x="1494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61142" y="1180480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3A506B"/>
              </a:gs>
            </a:gsLst>
            <a:lin ang="27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7688084" y="1311275"/>
            <a:ext cx="485811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5915" y="1180480"/>
            <a:ext cx="338199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AI Demonstration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45915" y="1516811"/>
            <a:ext cx="3363310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 the practical application of </a:t>
            </a:r>
            <a:r>
              <a:rPr lang="en-US" sz="1177" b="1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AI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healthcare assistance, showcasing how combined image and text understanding improves diagnostic accuracy.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74292" y="2862135"/>
            <a:ext cx="4447044" cy="1681655"/>
          </a:xfrm>
          <a:custGeom>
            <a:avLst/>
            <a:gdLst/>
            <a:ahLst/>
            <a:cxnLst/>
            <a:rect l="l" t="t" r="r" b="b"/>
            <a:pathLst>
              <a:path w="4447044" h="1681655">
                <a:moveTo>
                  <a:pt x="149482" y="0"/>
                </a:moveTo>
                <a:lnTo>
                  <a:pt x="4297561" y="0"/>
                </a:lnTo>
                <a:cubicBezTo>
                  <a:pt x="4380118" y="0"/>
                  <a:pt x="4447044" y="66926"/>
                  <a:pt x="4447044" y="149482"/>
                </a:cubicBezTo>
                <a:lnTo>
                  <a:pt x="4447044" y="1532173"/>
                </a:lnTo>
                <a:cubicBezTo>
                  <a:pt x="4447044" y="1614730"/>
                  <a:pt x="4380118" y="1681655"/>
                  <a:pt x="4297561" y="1681655"/>
                </a:cubicBezTo>
                <a:lnTo>
                  <a:pt x="149482" y="1681655"/>
                </a:lnTo>
                <a:cubicBezTo>
                  <a:pt x="66926" y="1681655"/>
                  <a:pt x="0" y="1614730"/>
                  <a:pt x="0" y="1532173"/>
                </a:cubicBezTo>
                <a:lnTo>
                  <a:pt x="0" y="149482"/>
                </a:lnTo>
                <a:cubicBezTo>
                  <a:pt x="0" y="66981"/>
                  <a:pt x="66981" y="0"/>
                  <a:pt x="1494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0138" dist="934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1142" y="3048985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7689952" y="3179781"/>
            <a:ext cx="476469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45915" y="3048985"/>
            <a:ext cx="338199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Accessibility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45915" y="3385316"/>
            <a:ext cx="3363310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</a:t>
            </a:r>
            <a:r>
              <a:rPr lang="en-US" sz="1177" b="1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preliminary medical guidance accessible</a:t>
            </a:r>
            <a:r>
              <a:rPr lang="en-US" sz="1177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users anytime, anywhere, reducing barriers to early health awareness and informed decision-making.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74292" y="4730641"/>
            <a:ext cx="4447044" cy="1812451"/>
          </a:xfrm>
          <a:custGeom>
            <a:avLst/>
            <a:gdLst/>
            <a:ahLst/>
            <a:cxnLst/>
            <a:rect l="l" t="t" r="r" b="b"/>
            <a:pathLst>
              <a:path w="4447044" h="1812451">
                <a:moveTo>
                  <a:pt x="149473" y="0"/>
                </a:moveTo>
                <a:lnTo>
                  <a:pt x="4297571" y="0"/>
                </a:lnTo>
                <a:cubicBezTo>
                  <a:pt x="4380122" y="0"/>
                  <a:pt x="4447044" y="66921"/>
                  <a:pt x="4447044" y="149473"/>
                </a:cubicBezTo>
                <a:lnTo>
                  <a:pt x="4447044" y="1662978"/>
                </a:lnTo>
                <a:cubicBezTo>
                  <a:pt x="4447044" y="1745529"/>
                  <a:pt x="4380122" y="1812451"/>
                  <a:pt x="4297571" y="1812451"/>
                </a:cubicBezTo>
                <a:lnTo>
                  <a:pt x="149473" y="1812451"/>
                </a:lnTo>
                <a:cubicBezTo>
                  <a:pt x="66921" y="1812451"/>
                  <a:pt x="0" y="1745529"/>
                  <a:pt x="0" y="1662978"/>
                </a:cubicBezTo>
                <a:lnTo>
                  <a:pt x="0" y="149473"/>
                </a:lnTo>
                <a:cubicBezTo>
                  <a:pt x="0" y="66977"/>
                  <a:pt x="66977" y="0"/>
                  <a:pt x="14947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7635882" y="4954861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35034" y="35034"/>
                </a:moveTo>
                <a:cubicBezTo>
                  <a:pt x="35034" y="25345"/>
                  <a:pt x="27206" y="17517"/>
                  <a:pt x="17517" y="17517"/>
                </a:cubicBezTo>
                <a:cubicBezTo>
                  <a:pt x="7828" y="17517"/>
                  <a:pt x="0" y="25345"/>
                  <a:pt x="0" y="35034"/>
                </a:cubicBezTo>
                <a:lnTo>
                  <a:pt x="0" y="218966"/>
                </a:lnTo>
                <a:cubicBezTo>
                  <a:pt x="0" y="243161"/>
                  <a:pt x="19597" y="262759"/>
                  <a:pt x="43793" y="262759"/>
                </a:cubicBezTo>
                <a:lnTo>
                  <a:pt x="262759" y="262759"/>
                </a:lnTo>
                <a:cubicBezTo>
                  <a:pt x="272448" y="262759"/>
                  <a:pt x="280276" y="254931"/>
                  <a:pt x="280276" y="245241"/>
                </a:cubicBezTo>
                <a:cubicBezTo>
                  <a:pt x="280276" y="235552"/>
                  <a:pt x="272448" y="227724"/>
                  <a:pt x="262759" y="227724"/>
                </a:cubicBezTo>
                <a:lnTo>
                  <a:pt x="43793" y="227724"/>
                </a:lnTo>
                <a:cubicBezTo>
                  <a:pt x="38976" y="227724"/>
                  <a:pt x="35034" y="223783"/>
                  <a:pt x="35034" y="218966"/>
                </a:cubicBezTo>
                <a:lnTo>
                  <a:pt x="35034" y="35034"/>
                </a:lnTo>
                <a:close/>
                <a:moveTo>
                  <a:pt x="257613" y="82441"/>
                </a:moveTo>
                <a:cubicBezTo>
                  <a:pt x="264456" y="75598"/>
                  <a:pt x="264456" y="64485"/>
                  <a:pt x="257613" y="57643"/>
                </a:cubicBezTo>
                <a:cubicBezTo>
                  <a:pt x="250770" y="50800"/>
                  <a:pt x="239658" y="50800"/>
                  <a:pt x="232815" y="57643"/>
                </a:cubicBezTo>
                <a:lnTo>
                  <a:pt x="175172" y="115340"/>
                </a:lnTo>
                <a:lnTo>
                  <a:pt x="143751" y="83973"/>
                </a:lnTo>
                <a:cubicBezTo>
                  <a:pt x="136908" y="77131"/>
                  <a:pt x="125796" y="77131"/>
                  <a:pt x="118953" y="83973"/>
                </a:cubicBezTo>
                <a:lnTo>
                  <a:pt x="66401" y="136525"/>
                </a:lnTo>
                <a:cubicBezTo>
                  <a:pt x="59559" y="143368"/>
                  <a:pt x="59559" y="154480"/>
                  <a:pt x="66401" y="161323"/>
                </a:cubicBezTo>
                <a:cubicBezTo>
                  <a:pt x="73244" y="168166"/>
                  <a:pt x="84356" y="168166"/>
                  <a:pt x="91199" y="161323"/>
                </a:cubicBezTo>
                <a:lnTo>
                  <a:pt x="131379" y="121143"/>
                </a:lnTo>
                <a:lnTo>
                  <a:pt x="162801" y="152564"/>
                </a:lnTo>
                <a:cubicBezTo>
                  <a:pt x="169644" y="159407"/>
                  <a:pt x="180756" y="159407"/>
                  <a:pt x="187599" y="152564"/>
                </a:cubicBezTo>
                <a:lnTo>
                  <a:pt x="257668" y="8249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8060967" y="4964204"/>
            <a:ext cx="121452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Vision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98512" y="5347247"/>
            <a:ext cx="4073343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achieving these objectives, AI-Doctor aims to bridge the gap between advanced AI technology and practical healthcare assistance, making intelligent medical guidance available to everyone.</a:t>
            </a:r>
            <a:endParaRPr lang="en-US" sz="1600" dirty="0"/>
          </a:p>
        </p:txBody>
      </p:sp>
      <p:sp>
        <p:nvSpPr>
          <p:cNvPr id="33" name="Cross 32"/>
          <p:cNvSpPr/>
          <p:nvPr/>
        </p:nvSpPr>
        <p:spPr>
          <a:xfrm>
            <a:off x="211776" y="331952"/>
            <a:ext cx="209550" cy="209550"/>
          </a:xfrm>
          <a:prstGeom prst="plus">
            <a:avLst/>
          </a:prstGeom>
          <a:solidFill>
            <a:srgbClr val="0070C0">
              <a:alpha val="89000"/>
            </a:srgbClr>
          </a:solidFill>
          <a:ln/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04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175" y="369175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110752" y="0"/>
                </a:moveTo>
                <a:lnTo>
                  <a:pt x="258422" y="0"/>
                </a:lnTo>
                <a:cubicBezTo>
                  <a:pt x="319589" y="0"/>
                  <a:pt x="369175" y="49586"/>
                  <a:pt x="369175" y="110752"/>
                </a:cubicBezTo>
                <a:lnTo>
                  <a:pt x="369175" y="258422"/>
                </a:lnTo>
                <a:cubicBezTo>
                  <a:pt x="369175" y="319589"/>
                  <a:pt x="319589" y="369175"/>
                  <a:pt x="258422" y="369175"/>
                </a:cubicBezTo>
                <a:lnTo>
                  <a:pt x="110752" y="369175"/>
                </a:lnTo>
                <a:cubicBezTo>
                  <a:pt x="49586" y="369175"/>
                  <a:pt x="0" y="319589"/>
                  <a:pt x="0" y="258422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FF9500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3005" y="470698"/>
            <a:ext cx="166129" cy="166129"/>
          </a:xfrm>
          <a:custGeom>
            <a:avLst/>
            <a:gdLst/>
            <a:ahLst/>
            <a:cxnLst/>
            <a:rect l="l" t="t" r="r" b="b"/>
            <a:pathLst>
              <a:path w="166129" h="166129">
                <a:moveTo>
                  <a:pt x="83064" y="0"/>
                </a:moveTo>
                <a:cubicBezTo>
                  <a:pt x="87834" y="0"/>
                  <a:pt x="92214" y="2628"/>
                  <a:pt x="94486" y="6814"/>
                </a:cubicBezTo>
                <a:lnTo>
                  <a:pt x="164571" y="136602"/>
                </a:lnTo>
                <a:cubicBezTo>
                  <a:pt x="166745" y="140625"/>
                  <a:pt x="166648" y="145492"/>
                  <a:pt x="164312" y="149418"/>
                </a:cubicBezTo>
                <a:cubicBezTo>
                  <a:pt x="161975" y="153345"/>
                  <a:pt x="157725" y="155746"/>
                  <a:pt x="153150" y="155746"/>
                </a:cubicBezTo>
                <a:lnTo>
                  <a:pt x="12979" y="155746"/>
                </a:lnTo>
                <a:cubicBezTo>
                  <a:pt x="8404" y="155746"/>
                  <a:pt x="4186" y="153345"/>
                  <a:pt x="1817" y="149418"/>
                </a:cubicBezTo>
                <a:cubicBezTo>
                  <a:pt x="-552" y="145492"/>
                  <a:pt x="-616" y="140625"/>
                  <a:pt x="1557" y="136602"/>
                </a:cubicBezTo>
                <a:lnTo>
                  <a:pt x="71643" y="6814"/>
                </a:lnTo>
                <a:cubicBezTo>
                  <a:pt x="73914" y="2628"/>
                  <a:pt x="78295" y="0"/>
                  <a:pt x="83064" y="0"/>
                </a:cubicBezTo>
                <a:close/>
                <a:moveTo>
                  <a:pt x="83064" y="54511"/>
                </a:moveTo>
                <a:cubicBezTo>
                  <a:pt x="78749" y="54511"/>
                  <a:pt x="75277" y="57983"/>
                  <a:pt x="75277" y="62298"/>
                </a:cubicBezTo>
                <a:lnTo>
                  <a:pt x="75277" y="98639"/>
                </a:lnTo>
                <a:cubicBezTo>
                  <a:pt x="75277" y="102954"/>
                  <a:pt x="78749" y="106426"/>
                  <a:pt x="83064" y="106426"/>
                </a:cubicBezTo>
                <a:cubicBezTo>
                  <a:pt x="87380" y="106426"/>
                  <a:pt x="90852" y="102954"/>
                  <a:pt x="90852" y="98639"/>
                </a:cubicBezTo>
                <a:lnTo>
                  <a:pt x="90852" y="62298"/>
                </a:lnTo>
                <a:cubicBezTo>
                  <a:pt x="90852" y="57983"/>
                  <a:pt x="87380" y="54511"/>
                  <a:pt x="83064" y="54511"/>
                </a:cubicBezTo>
                <a:close/>
                <a:moveTo>
                  <a:pt x="91728" y="124597"/>
                </a:moveTo>
                <a:cubicBezTo>
                  <a:pt x="91925" y="121381"/>
                  <a:pt x="90321" y="118321"/>
                  <a:pt x="87564" y="116654"/>
                </a:cubicBezTo>
                <a:cubicBezTo>
                  <a:pt x="84808" y="114986"/>
                  <a:pt x="81353" y="114986"/>
                  <a:pt x="78597" y="116654"/>
                </a:cubicBezTo>
                <a:cubicBezTo>
                  <a:pt x="75840" y="118321"/>
                  <a:pt x="74236" y="121381"/>
                  <a:pt x="74433" y="124597"/>
                </a:cubicBezTo>
                <a:cubicBezTo>
                  <a:pt x="74236" y="127812"/>
                  <a:pt x="75840" y="130872"/>
                  <a:pt x="78597" y="132539"/>
                </a:cubicBezTo>
                <a:cubicBezTo>
                  <a:pt x="81353" y="134207"/>
                  <a:pt x="84808" y="134207"/>
                  <a:pt x="87564" y="132539"/>
                </a:cubicBezTo>
                <a:cubicBezTo>
                  <a:pt x="90321" y="130872"/>
                  <a:pt x="91925" y="127812"/>
                  <a:pt x="91728" y="124597"/>
                </a:cubicBezTo>
                <a:close/>
              </a:path>
            </a:pathLst>
          </a:custGeom>
          <a:solidFill>
            <a:srgbClr val="0070C0">
              <a:alpha val="8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102" y="461469"/>
            <a:ext cx="1172130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9175" y="849102"/>
            <a:ext cx="11675155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8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867" y="1591144"/>
            <a:ext cx="5609612" cy="2517773"/>
          </a:xfrm>
          <a:custGeom>
            <a:avLst/>
            <a:gdLst/>
            <a:ahLst/>
            <a:cxnLst/>
            <a:rect l="l" t="t" r="r" b="b"/>
            <a:pathLst>
              <a:path w="5609612" h="2517773">
                <a:moveTo>
                  <a:pt x="221514" y="0"/>
                </a:moveTo>
                <a:lnTo>
                  <a:pt x="5388098" y="0"/>
                </a:lnTo>
                <a:cubicBezTo>
                  <a:pt x="5510437" y="0"/>
                  <a:pt x="5609612" y="99175"/>
                  <a:pt x="5609612" y="221514"/>
                </a:cubicBezTo>
                <a:lnTo>
                  <a:pt x="5609612" y="2296259"/>
                </a:lnTo>
                <a:cubicBezTo>
                  <a:pt x="5609612" y="2418598"/>
                  <a:pt x="5510437" y="2517773"/>
                  <a:pt x="5388098" y="2517773"/>
                </a:cubicBezTo>
                <a:lnTo>
                  <a:pt x="221514" y="2517773"/>
                </a:lnTo>
                <a:cubicBezTo>
                  <a:pt x="99175" y="2517773"/>
                  <a:pt x="0" y="2418598"/>
                  <a:pt x="0" y="2296259"/>
                </a:cubicBezTo>
                <a:lnTo>
                  <a:pt x="0" y="221514"/>
                </a:lnTo>
                <a:cubicBezTo>
                  <a:pt x="0" y="99175"/>
                  <a:pt x="99175" y="0"/>
                  <a:pt x="22151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1898" y="1890175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47668" y="0"/>
                </a:moveTo>
                <a:lnTo>
                  <a:pt x="369177" y="0"/>
                </a:lnTo>
                <a:cubicBezTo>
                  <a:pt x="450732" y="0"/>
                  <a:pt x="516845" y="66113"/>
                  <a:pt x="516845" y="147668"/>
                </a:cubicBezTo>
                <a:lnTo>
                  <a:pt x="516845" y="369177"/>
                </a:lnTo>
                <a:cubicBezTo>
                  <a:pt x="516845" y="450732"/>
                  <a:pt x="450732" y="516845"/>
                  <a:pt x="369177" y="516845"/>
                </a:cubicBezTo>
                <a:lnTo>
                  <a:pt x="147668" y="516845"/>
                </a:lnTo>
                <a:cubicBezTo>
                  <a:pt x="66113" y="516845"/>
                  <a:pt x="0" y="450732"/>
                  <a:pt x="0" y="369177"/>
                </a:cubicBezTo>
                <a:lnTo>
                  <a:pt x="0" y="147668"/>
                </a:lnTo>
                <a:cubicBezTo>
                  <a:pt x="0" y="66168"/>
                  <a:pt x="66168" y="0"/>
                  <a:pt x="147668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5724" y="2037845"/>
            <a:ext cx="249193" cy="221505"/>
          </a:xfrm>
          <a:custGeom>
            <a:avLst/>
            <a:gdLst/>
            <a:ahLst/>
            <a:cxnLst/>
            <a:rect l="l" t="t" r="r" b="b"/>
            <a:pathLst>
              <a:path w="249193" h="221505">
                <a:moveTo>
                  <a:pt x="166129" y="62298"/>
                </a:moveTo>
                <a:cubicBezTo>
                  <a:pt x="166129" y="104350"/>
                  <a:pt x="128923" y="138441"/>
                  <a:pt x="83064" y="138441"/>
                </a:cubicBezTo>
                <a:cubicBezTo>
                  <a:pt x="71513" y="138441"/>
                  <a:pt x="60524" y="136277"/>
                  <a:pt x="50531" y="132384"/>
                </a:cubicBezTo>
                <a:lnTo>
                  <a:pt x="15228" y="151073"/>
                </a:lnTo>
                <a:cubicBezTo>
                  <a:pt x="11205" y="153193"/>
                  <a:pt x="6273" y="152458"/>
                  <a:pt x="3028" y="149256"/>
                </a:cubicBezTo>
                <a:cubicBezTo>
                  <a:pt x="-216" y="146055"/>
                  <a:pt x="-952" y="141080"/>
                  <a:pt x="1211" y="137056"/>
                </a:cubicBezTo>
                <a:lnTo>
                  <a:pt x="16613" y="107984"/>
                </a:lnTo>
                <a:cubicBezTo>
                  <a:pt x="6187" y="95264"/>
                  <a:pt x="0" y="79430"/>
                  <a:pt x="0" y="62298"/>
                </a:cubicBezTo>
                <a:cubicBezTo>
                  <a:pt x="0" y="20247"/>
                  <a:pt x="37206" y="-13844"/>
                  <a:pt x="83064" y="-13844"/>
                </a:cubicBezTo>
                <a:cubicBezTo>
                  <a:pt x="128923" y="-13844"/>
                  <a:pt x="166129" y="20247"/>
                  <a:pt x="166129" y="62298"/>
                </a:cubicBezTo>
                <a:close/>
                <a:moveTo>
                  <a:pt x="166129" y="221505"/>
                </a:moveTo>
                <a:cubicBezTo>
                  <a:pt x="125419" y="221505"/>
                  <a:pt x="91544" y="194639"/>
                  <a:pt x="84449" y="159207"/>
                </a:cubicBezTo>
                <a:cubicBezTo>
                  <a:pt x="136364" y="158558"/>
                  <a:pt x="181487" y="121611"/>
                  <a:pt x="186462" y="71513"/>
                </a:cubicBezTo>
                <a:cubicBezTo>
                  <a:pt x="222500" y="79820"/>
                  <a:pt x="249193" y="109714"/>
                  <a:pt x="249193" y="145363"/>
                </a:cubicBezTo>
                <a:cubicBezTo>
                  <a:pt x="249193" y="162495"/>
                  <a:pt x="243006" y="178329"/>
                  <a:pt x="232580" y="191048"/>
                </a:cubicBezTo>
                <a:lnTo>
                  <a:pt x="247982" y="220121"/>
                </a:lnTo>
                <a:cubicBezTo>
                  <a:pt x="250102" y="224144"/>
                  <a:pt x="249366" y="229076"/>
                  <a:pt x="246165" y="232321"/>
                </a:cubicBezTo>
                <a:cubicBezTo>
                  <a:pt x="242963" y="235565"/>
                  <a:pt x="237988" y="236301"/>
                  <a:pt x="233965" y="234138"/>
                </a:cubicBezTo>
                <a:lnTo>
                  <a:pt x="198662" y="215448"/>
                </a:lnTo>
                <a:cubicBezTo>
                  <a:pt x="188669" y="219342"/>
                  <a:pt x="177680" y="221505"/>
                  <a:pt x="166129" y="221505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9" name="Text 7"/>
          <p:cNvSpPr/>
          <p:nvPr/>
        </p:nvSpPr>
        <p:spPr>
          <a:xfrm>
            <a:off x="671898" y="2591608"/>
            <a:ext cx="5122301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Barrier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1898" y="2997584"/>
            <a:ext cx="5094613" cy="812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8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people struggle to clearly describe their medical problems, leading to incomplete information and potential miscommunication with healthcare providers.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9867" y="1591144"/>
            <a:ext cx="5609612" cy="2517773"/>
          </a:xfrm>
          <a:custGeom>
            <a:avLst/>
            <a:gdLst/>
            <a:ahLst/>
            <a:cxnLst/>
            <a:rect l="l" t="t" r="r" b="b"/>
            <a:pathLst>
              <a:path w="5609612" h="2517773">
                <a:moveTo>
                  <a:pt x="221514" y="0"/>
                </a:moveTo>
                <a:lnTo>
                  <a:pt x="5388098" y="0"/>
                </a:lnTo>
                <a:cubicBezTo>
                  <a:pt x="5510437" y="0"/>
                  <a:pt x="5609612" y="99175"/>
                  <a:pt x="5609612" y="221514"/>
                </a:cubicBezTo>
                <a:lnTo>
                  <a:pt x="5609612" y="2296259"/>
                </a:lnTo>
                <a:cubicBezTo>
                  <a:pt x="5609612" y="2418598"/>
                  <a:pt x="5510437" y="2517773"/>
                  <a:pt x="5388098" y="2517773"/>
                </a:cubicBezTo>
                <a:lnTo>
                  <a:pt x="221514" y="2517773"/>
                </a:lnTo>
                <a:cubicBezTo>
                  <a:pt x="99175" y="2517773"/>
                  <a:pt x="0" y="2418598"/>
                  <a:pt x="0" y="2296259"/>
                </a:cubicBezTo>
                <a:lnTo>
                  <a:pt x="0" y="221514"/>
                </a:lnTo>
                <a:cubicBezTo>
                  <a:pt x="0" y="99175"/>
                  <a:pt x="99175" y="0"/>
                  <a:pt x="22151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08899" y="1890175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47668" y="0"/>
                </a:moveTo>
                <a:lnTo>
                  <a:pt x="369177" y="0"/>
                </a:lnTo>
                <a:cubicBezTo>
                  <a:pt x="450732" y="0"/>
                  <a:pt x="516845" y="66113"/>
                  <a:pt x="516845" y="147668"/>
                </a:cubicBezTo>
                <a:lnTo>
                  <a:pt x="516845" y="369177"/>
                </a:lnTo>
                <a:cubicBezTo>
                  <a:pt x="516845" y="450732"/>
                  <a:pt x="450732" y="516845"/>
                  <a:pt x="369177" y="516845"/>
                </a:cubicBezTo>
                <a:lnTo>
                  <a:pt x="147668" y="516845"/>
                </a:lnTo>
                <a:cubicBezTo>
                  <a:pt x="66113" y="516845"/>
                  <a:pt x="0" y="450732"/>
                  <a:pt x="0" y="369177"/>
                </a:cubicBezTo>
                <a:lnTo>
                  <a:pt x="0" y="147668"/>
                </a:lnTo>
                <a:cubicBezTo>
                  <a:pt x="0" y="66168"/>
                  <a:pt x="66168" y="0"/>
                  <a:pt x="147668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28881" y="2037845"/>
            <a:ext cx="276881" cy="221505"/>
          </a:xfrm>
          <a:custGeom>
            <a:avLst/>
            <a:gdLst/>
            <a:ahLst/>
            <a:cxnLst/>
            <a:rect l="l" t="t" r="r" b="b"/>
            <a:pathLst>
              <a:path w="276881" h="221505">
                <a:moveTo>
                  <a:pt x="27688" y="27688"/>
                </a:moveTo>
                <a:cubicBezTo>
                  <a:pt x="27688" y="12416"/>
                  <a:pt x="40105" y="0"/>
                  <a:pt x="55376" y="0"/>
                </a:cubicBezTo>
                <a:lnTo>
                  <a:pt x="166129" y="0"/>
                </a:lnTo>
                <a:cubicBezTo>
                  <a:pt x="181400" y="0"/>
                  <a:pt x="193817" y="12416"/>
                  <a:pt x="193817" y="27688"/>
                </a:cubicBezTo>
                <a:lnTo>
                  <a:pt x="193817" y="80166"/>
                </a:lnTo>
                <a:cubicBezTo>
                  <a:pt x="173527" y="88386"/>
                  <a:pt x="159207" y="108286"/>
                  <a:pt x="159207" y="131519"/>
                </a:cubicBezTo>
                <a:cubicBezTo>
                  <a:pt x="159207" y="143502"/>
                  <a:pt x="163014" y="154621"/>
                  <a:pt x="169503" y="163706"/>
                </a:cubicBezTo>
                <a:cubicBezTo>
                  <a:pt x="147223" y="172791"/>
                  <a:pt x="131519" y="194682"/>
                  <a:pt x="131519" y="220250"/>
                </a:cubicBezTo>
                <a:cubicBezTo>
                  <a:pt x="131519" y="220683"/>
                  <a:pt x="131519" y="221072"/>
                  <a:pt x="131519" y="221505"/>
                </a:cubicBezTo>
                <a:lnTo>
                  <a:pt x="55376" y="221505"/>
                </a:lnTo>
                <a:cubicBezTo>
                  <a:pt x="40105" y="221505"/>
                  <a:pt x="27688" y="209089"/>
                  <a:pt x="27688" y="193817"/>
                </a:cubicBezTo>
                <a:lnTo>
                  <a:pt x="27688" y="27688"/>
                </a:lnTo>
                <a:close/>
                <a:moveTo>
                  <a:pt x="89986" y="173051"/>
                </a:moveTo>
                <a:lnTo>
                  <a:pt x="89986" y="200739"/>
                </a:lnTo>
                <a:lnTo>
                  <a:pt x="113089" y="200739"/>
                </a:lnTo>
                <a:cubicBezTo>
                  <a:pt x="116204" y="188020"/>
                  <a:pt x="122304" y="176468"/>
                  <a:pt x="130567" y="166864"/>
                </a:cubicBezTo>
                <a:cubicBezTo>
                  <a:pt x="127928" y="158428"/>
                  <a:pt x="120054" y="152285"/>
                  <a:pt x="110752" y="152285"/>
                </a:cubicBezTo>
                <a:cubicBezTo>
                  <a:pt x="99288" y="152285"/>
                  <a:pt x="89986" y="161586"/>
                  <a:pt x="89986" y="173051"/>
                </a:cubicBezTo>
                <a:close/>
                <a:moveTo>
                  <a:pt x="107291" y="38071"/>
                </a:moveTo>
                <a:cubicBezTo>
                  <a:pt x="103484" y="38071"/>
                  <a:pt x="100369" y="41186"/>
                  <a:pt x="100369" y="44993"/>
                </a:cubicBezTo>
                <a:lnTo>
                  <a:pt x="100369" y="58837"/>
                </a:lnTo>
                <a:lnTo>
                  <a:pt x="86525" y="58837"/>
                </a:lnTo>
                <a:cubicBezTo>
                  <a:pt x="82718" y="58837"/>
                  <a:pt x="79603" y="61952"/>
                  <a:pt x="79603" y="65759"/>
                </a:cubicBezTo>
                <a:lnTo>
                  <a:pt x="79603" y="72681"/>
                </a:lnTo>
                <a:cubicBezTo>
                  <a:pt x="79603" y="76488"/>
                  <a:pt x="82718" y="79603"/>
                  <a:pt x="86525" y="79603"/>
                </a:cubicBezTo>
                <a:lnTo>
                  <a:pt x="100369" y="79603"/>
                </a:lnTo>
                <a:lnTo>
                  <a:pt x="100369" y="93447"/>
                </a:lnTo>
                <a:cubicBezTo>
                  <a:pt x="100369" y="97255"/>
                  <a:pt x="103484" y="100369"/>
                  <a:pt x="107291" y="100369"/>
                </a:cubicBezTo>
                <a:lnTo>
                  <a:pt x="114213" y="100369"/>
                </a:lnTo>
                <a:cubicBezTo>
                  <a:pt x="118021" y="100369"/>
                  <a:pt x="121136" y="97255"/>
                  <a:pt x="121136" y="93447"/>
                </a:cubicBezTo>
                <a:lnTo>
                  <a:pt x="121136" y="79603"/>
                </a:lnTo>
                <a:lnTo>
                  <a:pt x="134980" y="79603"/>
                </a:lnTo>
                <a:cubicBezTo>
                  <a:pt x="138787" y="79603"/>
                  <a:pt x="141902" y="76488"/>
                  <a:pt x="141902" y="72681"/>
                </a:cubicBezTo>
                <a:lnTo>
                  <a:pt x="141902" y="65759"/>
                </a:lnTo>
                <a:cubicBezTo>
                  <a:pt x="141902" y="61952"/>
                  <a:pt x="138787" y="58837"/>
                  <a:pt x="134980" y="58837"/>
                </a:cubicBezTo>
                <a:lnTo>
                  <a:pt x="121136" y="58837"/>
                </a:lnTo>
                <a:lnTo>
                  <a:pt x="121136" y="44993"/>
                </a:lnTo>
                <a:cubicBezTo>
                  <a:pt x="121136" y="41186"/>
                  <a:pt x="118021" y="38071"/>
                  <a:pt x="114213" y="38071"/>
                </a:cubicBezTo>
                <a:lnTo>
                  <a:pt x="107291" y="38071"/>
                </a:lnTo>
                <a:close/>
                <a:moveTo>
                  <a:pt x="179973" y="131519"/>
                </a:moveTo>
                <a:cubicBezTo>
                  <a:pt x="179973" y="112417"/>
                  <a:pt x="195481" y="96908"/>
                  <a:pt x="214583" y="96908"/>
                </a:cubicBezTo>
                <a:cubicBezTo>
                  <a:pt x="233685" y="96908"/>
                  <a:pt x="249193" y="112417"/>
                  <a:pt x="249193" y="131519"/>
                </a:cubicBezTo>
                <a:cubicBezTo>
                  <a:pt x="249193" y="150620"/>
                  <a:pt x="233685" y="166129"/>
                  <a:pt x="214583" y="166129"/>
                </a:cubicBezTo>
                <a:cubicBezTo>
                  <a:pt x="195481" y="166129"/>
                  <a:pt x="179973" y="150620"/>
                  <a:pt x="179973" y="131519"/>
                </a:cubicBezTo>
                <a:close/>
                <a:moveTo>
                  <a:pt x="152285" y="221505"/>
                </a:moveTo>
                <a:cubicBezTo>
                  <a:pt x="152285" y="198576"/>
                  <a:pt x="170888" y="179973"/>
                  <a:pt x="193817" y="179973"/>
                </a:cubicBezTo>
                <a:lnTo>
                  <a:pt x="235349" y="179973"/>
                </a:lnTo>
                <a:cubicBezTo>
                  <a:pt x="258278" y="179973"/>
                  <a:pt x="276881" y="198576"/>
                  <a:pt x="276881" y="221505"/>
                </a:cubicBezTo>
                <a:cubicBezTo>
                  <a:pt x="276881" y="229162"/>
                  <a:pt x="270695" y="235349"/>
                  <a:pt x="263037" y="235349"/>
                </a:cubicBezTo>
                <a:lnTo>
                  <a:pt x="166129" y="235349"/>
                </a:lnTo>
                <a:cubicBezTo>
                  <a:pt x="158471" y="235349"/>
                  <a:pt x="152285" y="229162"/>
                  <a:pt x="152285" y="221505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4" name="Text 12"/>
          <p:cNvSpPr/>
          <p:nvPr/>
        </p:nvSpPr>
        <p:spPr>
          <a:xfrm>
            <a:off x="6508899" y="2591608"/>
            <a:ext cx="5122301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8899" y="2997584"/>
            <a:ext cx="5094613" cy="812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8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 are not always available, especially in remote or underserved areas, creating significant healthcare access gaps.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2867" y="4239130"/>
            <a:ext cx="5609612" cy="2517773"/>
          </a:xfrm>
          <a:custGeom>
            <a:avLst/>
            <a:gdLst/>
            <a:ahLst/>
            <a:cxnLst/>
            <a:rect l="l" t="t" r="r" b="b"/>
            <a:pathLst>
              <a:path w="5609612" h="2517773">
                <a:moveTo>
                  <a:pt x="221514" y="0"/>
                </a:moveTo>
                <a:lnTo>
                  <a:pt x="5388098" y="0"/>
                </a:lnTo>
                <a:cubicBezTo>
                  <a:pt x="5510437" y="0"/>
                  <a:pt x="5609612" y="99175"/>
                  <a:pt x="5609612" y="221514"/>
                </a:cubicBezTo>
                <a:lnTo>
                  <a:pt x="5609612" y="2296259"/>
                </a:lnTo>
                <a:cubicBezTo>
                  <a:pt x="5609612" y="2418598"/>
                  <a:pt x="5510437" y="2517773"/>
                  <a:pt x="5388098" y="2517773"/>
                </a:cubicBezTo>
                <a:lnTo>
                  <a:pt x="221514" y="2517773"/>
                </a:lnTo>
                <a:cubicBezTo>
                  <a:pt x="99175" y="2517773"/>
                  <a:pt x="0" y="2418598"/>
                  <a:pt x="0" y="2296259"/>
                </a:cubicBezTo>
                <a:lnTo>
                  <a:pt x="0" y="221514"/>
                </a:lnTo>
                <a:cubicBezTo>
                  <a:pt x="0" y="99175"/>
                  <a:pt x="99175" y="0"/>
                  <a:pt x="22151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898" y="4538162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47668" y="0"/>
                </a:moveTo>
                <a:lnTo>
                  <a:pt x="369177" y="0"/>
                </a:lnTo>
                <a:cubicBezTo>
                  <a:pt x="450732" y="0"/>
                  <a:pt x="516845" y="66113"/>
                  <a:pt x="516845" y="147668"/>
                </a:cubicBezTo>
                <a:lnTo>
                  <a:pt x="516845" y="369177"/>
                </a:lnTo>
                <a:cubicBezTo>
                  <a:pt x="516845" y="450732"/>
                  <a:pt x="450732" y="516845"/>
                  <a:pt x="369177" y="516845"/>
                </a:cubicBezTo>
                <a:lnTo>
                  <a:pt x="147668" y="516845"/>
                </a:lnTo>
                <a:cubicBezTo>
                  <a:pt x="66113" y="516845"/>
                  <a:pt x="0" y="450732"/>
                  <a:pt x="0" y="369177"/>
                </a:cubicBezTo>
                <a:lnTo>
                  <a:pt x="0" y="147668"/>
                </a:lnTo>
                <a:cubicBezTo>
                  <a:pt x="0" y="66168"/>
                  <a:pt x="66168" y="0"/>
                  <a:pt x="147668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1880" y="4685832"/>
            <a:ext cx="276881" cy="221505"/>
          </a:xfrm>
          <a:custGeom>
            <a:avLst/>
            <a:gdLst/>
            <a:ahLst/>
            <a:cxnLst/>
            <a:rect l="l" t="t" r="r" b="b"/>
            <a:pathLst>
              <a:path w="276881" h="221505">
                <a:moveTo>
                  <a:pt x="166129" y="13844"/>
                </a:moveTo>
                <a:lnTo>
                  <a:pt x="221505" y="13844"/>
                </a:lnTo>
                <a:cubicBezTo>
                  <a:pt x="229162" y="13844"/>
                  <a:pt x="235349" y="20031"/>
                  <a:pt x="235349" y="27688"/>
                </a:cubicBezTo>
                <a:cubicBezTo>
                  <a:pt x="235349" y="35346"/>
                  <a:pt x="229162" y="41532"/>
                  <a:pt x="221505" y="41532"/>
                </a:cubicBezTo>
                <a:lnTo>
                  <a:pt x="172359" y="41532"/>
                </a:lnTo>
                <a:cubicBezTo>
                  <a:pt x="170109" y="52694"/>
                  <a:pt x="162451" y="61909"/>
                  <a:pt x="152285" y="66322"/>
                </a:cubicBezTo>
                <a:lnTo>
                  <a:pt x="152285" y="193817"/>
                </a:lnTo>
                <a:lnTo>
                  <a:pt x="221505" y="193817"/>
                </a:lnTo>
                <a:cubicBezTo>
                  <a:pt x="229162" y="193817"/>
                  <a:pt x="235349" y="200003"/>
                  <a:pt x="235349" y="207661"/>
                </a:cubicBezTo>
                <a:cubicBezTo>
                  <a:pt x="235349" y="215318"/>
                  <a:pt x="229162" y="221505"/>
                  <a:pt x="221505" y="221505"/>
                </a:cubicBezTo>
                <a:lnTo>
                  <a:pt x="55376" y="221505"/>
                </a:lnTo>
                <a:cubicBezTo>
                  <a:pt x="47719" y="221505"/>
                  <a:pt x="41532" y="215318"/>
                  <a:pt x="41532" y="207661"/>
                </a:cubicBezTo>
                <a:cubicBezTo>
                  <a:pt x="41532" y="200003"/>
                  <a:pt x="47719" y="193817"/>
                  <a:pt x="55376" y="193817"/>
                </a:cubicBezTo>
                <a:lnTo>
                  <a:pt x="124597" y="193817"/>
                </a:lnTo>
                <a:lnTo>
                  <a:pt x="124597" y="66322"/>
                </a:lnTo>
                <a:cubicBezTo>
                  <a:pt x="114430" y="61866"/>
                  <a:pt x="106772" y="52651"/>
                  <a:pt x="104523" y="41532"/>
                </a:cubicBezTo>
                <a:lnTo>
                  <a:pt x="55376" y="41532"/>
                </a:lnTo>
                <a:cubicBezTo>
                  <a:pt x="47719" y="41532"/>
                  <a:pt x="41532" y="35346"/>
                  <a:pt x="41532" y="27688"/>
                </a:cubicBezTo>
                <a:cubicBezTo>
                  <a:pt x="41532" y="20031"/>
                  <a:pt x="47719" y="13844"/>
                  <a:pt x="55376" y="13844"/>
                </a:cubicBezTo>
                <a:lnTo>
                  <a:pt x="110752" y="13844"/>
                </a:lnTo>
                <a:cubicBezTo>
                  <a:pt x="117069" y="5451"/>
                  <a:pt x="127106" y="0"/>
                  <a:pt x="138441" y="0"/>
                </a:cubicBezTo>
                <a:cubicBezTo>
                  <a:pt x="149775" y="0"/>
                  <a:pt x="159812" y="5451"/>
                  <a:pt x="166129" y="13844"/>
                </a:cubicBezTo>
                <a:close/>
                <a:moveTo>
                  <a:pt x="190183" y="138441"/>
                </a:moveTo>
                <a:lnTo>
                  <a:pt x="252827" y="138441"/>
                </a:lnTo>
                <a:lnTo>
                  <a:pt x="221505" y="84708"/>
                </a:lnTo>
                <a:lnTo>
                  <a:pt x="190183" y="138441"/>
                </a:lnTo>
                <a:close/>
                <a:moveTo>
                  <a:pt x="221505" y="179973"/>
                </a:moveTo>
                <a:cubicBezTo>
                  <a:pt x="194293" y="179973"/>
                  <a:pt x="171666" y="165263"/>
                  <a:pt x="166994" y="145838"/>
                </a:cubicBezTo>
                <a:cubicBezTo>
                  <a:pt x="165869" y="141080"/>
                  <a:pt x="167427" y="136191"/>
                  <a:pt x="169893" y="131951"/>
                </a:cubicBezTo>
                <a:lnTo>
                  <a:pt x="211079" y="61346"/>
                </a:lnTo>
                <a:cubicBezTo>
                  <a:pt x="213242" y="57626"/>
                  <a:pt x="217222" y="55376"/>
                  <a:pt x="221505" y="55376"/>
                </a:cubicBezTo>
                <a:cubicBezTo>
                  <a:pt x="225788" y="55376"/>
                  <a:pt x="229768" y="57669"/>
                  <a:pt x="231931" y="61346"/>
                </a:cubicBezTo>
                <a:lnTo>
                  <a:pt x="273117" y="131951"/>
                </a:lnTo>
                <a:cubicBezTo>
                  <a:pt x="275583" y="136191"/>
                  <a:pt x="277141" y="141080"/>
                  <a:pt x="276016" y="145838"/>
                </a:cubicBezTo>
                <a:cubicBezTo>
                  <a:pt x="271344" y="165220"/>
                  <a:pt x="248717" y="179973"/>
                  <a:pt x="221505" y="179973"/>
                </a:cubicBezTo>
                <a:close/>
                <a:moveTo>
                  <a:pt x="54857" y="84708"/>
                </a:moveTo>
                <a:lnTo>
                  <a:pt x="23535" y="138441"/>
                </a:lnTo>
                <a:lnTo>
                  <a:pt x="86223" y="138441"/>
                </a:lnTo>
                <a:lnTo>
                  <a:pt x="54857" y="84708"/>
                </a:lnTo>
                <a:close/>
                <a:moveTo>
                  <a:pt x="389" y="145838"/>
                </a:moveTo>
                <a:cubicBezTo>
                  <a:pt x="-735" y="141080"/>
                  <a:pt x="822" y="136191"/>
                  <a:pt x="3288" y="131951"/>
                </a:cubicBezTo>
                <a:lnTo>
                  <a:pt x="44474" y="61346"/>
                </a:lnTo>
                <a:cubicBezTo>
                  <a:pt x="46637" y="57626"/>
                  <a:pt x="50617" y="55376"/>
                  <a:pt x="54900" y="55376"/>
                </a:cubicBezTo>
                <a:cubicBezTo>
                  <a:pt x="59183" y="55376"/>
                  <a:pt x="63164" y="57669"/>
                  <a:pt x="65327" y="61346"/>
                </a:cubicBezTo>
                <a:lnTo>
                  <a:pt x="106513" y="131951"/>
                </a:lnTo>
                <a:cubicBezTo>
                  <a:pt x="108979" y="136191"/>
                  <a:pt x="110536" y="141080"/>
                  <a:pt x="109411" y="145838"/>
                </a:cubicBezTo>
                <a:cubicBezTo>
                  <a:pt x="104739" y="165220"/>
                  <a:pt x="82113" y="179973"/>
                  <a:pt x="54900" y="179973"/>
                </a:cubicBezTo>
                <a:cubicBezTo>
                  <a:pt x="27688" y="179973"/>
                  <a:pt x="5062" y="165263"/>
                  <a:pt x="389" y="14583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9" name="Text 17"/>
          <p:cNvSpPr/>
          <p:nvPr/>
        </p:nvSpPr>
        <p:spPr>
          <a:xfrm>
            <a:off x="671898" y="5239595"/>
            <a:ext cx="5122301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Single-Modality Limitations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1898" y="5645571"/>
            <a:ext cx="5094613" cy="812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8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Diagnosis based on only image or only text is often inaccurate. A comprehensive understanding requires both visual and textual context.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09867" y="4239130"/>
            <a:ext cx="5609612" cy="2517773"/>
          </a:xfrm>
          <a:custGeom>
            <a:avLst/>
            <a:gdLst/>
            <a:ahLst/>
            <a:cxnLst/>
            <a:rect l="l" t="t" r="r" b="b"/>
            <a:pathLst>
              <a:path w="5609612" h="2517773">
                <a:moveTo>
                  <a:pt x="221514" y="0"/>
                </a:moveTo>
                <a:lnTo>
                  <a:pt x="5388098" y="0"/>
                </a:lnTo>
                <a:cubicBezTo>
                  <a:pt x="5510437" y="0"/>
                  <a:pt x="5609612" y="99175"/>
                  <a:pt x="5609612" y="221514"/>
                </a:cubicBezTo>
                <a:lnTo>
                  <a:pt x="5609612" y="2296259"/>
                </a:lnTo>
                <a:cubicBezTo>
                  <a:pt x="5609612" y="2418598"/>
                  <a:pt x="5510437" y="2517773"/>
                  <a:pt x="5388098" y="2517773"/>
                </a:cubicBezTo>
                <a:lnTo>
                  <a:pt x="221514" y="2517773"/>
                </a:lnTo>
                <a:cubicBezTo>
                  <a:pt x="99175" y="2517773"/>
                  <a:pt x="0" y="2418598"/>
                  <a:pt x="0" y="2296259"/>
                </a:cubicBezTo>
                <a:lnTo>
                  <a:pt x="0" y="221514"/>
                </a:lnTo>
                <a:cubicBezTo>
                  <a:pt x="0" y="99175"/>
                  <a:pt x="99175" y="0"/>
                  <a:pt x="22151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08899" y="4538162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47668" y="0"/>
                </a:moveTo>
                <a:lnTo>
                  <a:pt x="369177" y="0"/>
                </a:lnTo>
                <a:cubicBezTo>
                  <a:pt x="450732" y="0"/>
                  <a:pt x="516845" y="66113"/>
                  <a:pt x="516845" y="147668"/>
                </a:cubicBezTo>
                <a:lnTo>
                  <a:pt x="516845" y="369177"/>
                </a:lnTo>
                <a:cubicBezTo>
                  <a:pt x="516845" y="450732"/>
                  <a:pt x="450732" y="516845"/>
                  <a:pt x="369177" y="516845"/>
                </a:cubicBezTo>
                <a:lnTo>
                  <a:pt x="147668" y="516845"/>
                </a:lnTo>
                <a:cubicBezTo>
                  <a:pt x="66113" y="516845"/>
                  <a:pt x="0" y="450732"/>
                  <a:pt x="0" y="369177"/>
                </a:cubicBezTo>
                <a:lnTo>
                  <a:pt x="0" y="147668"/>
                </a:lnTo>
                <a:cubicBezTo>
                  <a:pt x="0" y="66168"/>
                  <a:pt x="66168" y="0"/>
                  <a:pt x="147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84257" y="4685832"/>
            <a:ext cx="166129" cy="221505"/>
          </a:xfrm>
          <a:custGeom>
            <a:avLst/>
            <a:gdLst/>
            <a:ahLst/>
            <a:cxnLst/>
            <a:rect l="l" t="t" r="r" b="b"/>
            <a:pathLst>
              <a:path w="166129" h="221505">
                <a:moveTo>
                  <a:pt x="126716" y="166129"/>
                </a:moveTo>
                <a:cubicBezTo>
                  <a:pt x="129875" y="156481"/>
                  <a:pt x="136191" y="147742"/>
                  <a:pt x="143329" y="140214"/>
                </a:cubicBezTo>
                <a:cubicBezTo>
                  <a:pt x="157476" y="125332"/>
                  <a:pt x="166129" y="105215"/>
                  <a:pt x="166129" y="83064"/>
                </a:cubicBezTo>
                <a:cubicBezTo>
                  <a:pt x="166129" y="37206"/>
                  <a:pt x="128923" y="0"/>
                  <a:pt x="83064" y="0"/>
                </a:cubicBezTo>
                <a:cubicBezTo>
                  <a:pt x="37206" y="0"/>
                  <a:pt x="0" y="37206"/>
                  <a:pt x="0" y="83064"/>
                </a:cubicBezTo>
                <a:cubicBezTo>
                  <a:pt x="0" y="105215"/>
                  <a:pt x="8653" y="125332"/>
                  <a:pt x="22799" y="140214"/>
                </a:cubicBezTo>
                <a:cubicBezTo>
                  <a:pt x="29938" y="147742"/>
                  <a:pt x="36297" y="156481"/>
                  <a:pt x="39412" y="166129"/>
                </a:cubicBezTo>
                <a:lnTo>
                  <a:pt x="126673" y="166129"/>
                </a:lnTo>
                <a:close/>
                <a:moveTo>
                  <a:pt x="124597" y="186895"/>
                </a:moveTo>
                <a:lnTo>
                  <a:pt x="41532" y="186895"/>
                </a:lnTo>
                <a:lnTo>
                  <a:pt x="41532" y="193817"/>
                </a:lnTo>
                <a:cubicBezTo>
                  <a:pt x="41532" y="212939"/>
                  <a:pt x="57020" y="228427"/>
                  <a:pt x="76142" y="228427"/>
                </a:cubicBezTo>
                <a:lnTo>
                  <a:pt x="89986" y="228427"/>
                </a:lnTo>
                <a:cubicBezTo>
                  <a:pt x="109108" y="228427"/>
                  <a:pt x="124597" y="212939"/>
                  <a:pt x="124597" y="193817"/>
                </a:cubicBezTo>
                <a:lnTo>
                  <a:pt x="124597" y="186895"/>
                </a:lnTo>
                <a:close/>
                <a:moveTo>
                  <a:pt x="79603" y="48454"/>
                </a:moveTo>
                <a:cubicBezTo>
                  <a:pt x="62385" y="48454"/>
                  <a:pt x="48454" y="62385"/>
                  <a:pt x="48454" y="79603"/>
                </a:cubicBezTo>
                <a:cubicBezTo>
                  <a:pt x="48454" y="85357"/>
                  <a:pt x="43825" y="89986"/>
                  <a:pt x="38071" y="89986"/>
                </a:cubicBezTo>
                <a:cubicBezTo>
                  <a:pt x="32317" y="89986"/>
                  <a:pt x="27688" y="85357"/>
                  <a:pt x="27688" y="79603"/>
                </a:cubicBezTo>
                <a:cubicBezTo>
                  <a:pt x="27688" y="50920"/>
                  <a:pt x="50920" y="27688"/>
                  <a:pt x="79603" y="27688"/>
                </a:cubicBezTo>
                <a:cubicBezTo>
                  <a:pt x="85357" y="27688"/>
                  <a:pt x="89986" y="32317"/>
                  <a:pt x="89986" y="38071"/>
                </a:cubicBezTo>
                <a:cubicBezTo>
                  <a:pt x="89986" y="43825"/>
                  <a:pt x="85357" y="48454"/>
                  <a:pt x="79603" y="48454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08899" y="5239595"/>
            <a:ext cx="5122301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899" y="5645571"/>
            <a:ext cx="5094613" cy="812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8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a critical need for an AI system that can understand both medical images and symptoms text together for better preliminary guidance.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70C0">
              <a:alpha val="8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4097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AI-Doctor: Intelligent Multimodal Medical Chatbot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908810"/>
            <a:ext cx="6436995" cy="4560570"/>
          </a:xfrm>
          <a:custGeom>
            <a:avLst/>
            <a:gdLst/>
            <a:ahLst/>
            <a:cxnLst/>
            <a:rect l="l" t="t" r="r" b="b"/>
            <a:pathLst>
              <a:path w="6436995" h="4560570">
                <a:moveTo>
                  <a:pt x="228621" y="0"/>
                </a:moveTo>
                <a:lnTo>
                  <a:pt x="6208374" y="0"/>
                </a:lnTo>
                <a:cubicBezTo>
                  <a:pt x="6334638" y="0"/>
                  <a:pt x="6436995" y="102357"/>
                  <a:pt x="6436995" y="228621"/>
                </a:cubicBezTo>
                <a:lnTo>
                  <a:pt x="6436995" y="4331949"/>
                </a:lnTo>
                <a:cubicBezTo>
                  <a:pt x="6436995" y="4458213"/>
                  <a:pt x="6334638" y="4560570"/>
                  <a:pt x="6208374" y="4560570"/>
                </a:cubicBezTo>
                <a:lnTo>
                  <a:pt x="228621" y="4560570"/>
                </a:lnTo>
                <a:cubicBezTo>
                  <a:pt x="102357" y="4560570"/>
                  <a:pt x="0" y="4458213"/>
                  <a:pt x="0" y="4331949"/>
                </a:cubicBezTo>
                <a:lnTo>
                  <a:pt x="0" y="228621"/>
                </a:lnTo>
                <a:cubicBezTo>
                  <a:pt x="0" y="102442"/>
                  <a:pt x="102442" y="0"/>
                  <a:pt x="22862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3420" y="225397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0108" y="24063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253973"/>
            <a:ext cx="521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34853"/>
            <a:ext cx="5181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uploaded medical images including skin conditions, wounds, rashes, and medical reports using advanced computer vision.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3420" y="3661172"/>
            <a:ext cx="5819775" cy="9525"/>
          </a:xfrm>
          <a:custGeom>
            <a:avLst/>
            <a:gdLst/>
            <a:ahLst/>
            <a:cxnLst/>
            <a:rect l="l" t="t" r="r" b="b"/>
            <a:pathLst>
              <a:path w="5819775" h="9525">
                <a:moveTo>
                  <a:pt x="0" y="0"/>
                </a:moveTo>
                <a:lnTo>
                  <a:pt x="5819775" y="0"/>
                </a:lnTo>
                <a:lnTo>
                  <a:pt x="58197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3420" y="386119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4395" y="401359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861197"/>
            <a:ext cx="521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Understanding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242078"/>
            <a:ext cx="5181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and understands symptoms provided in text form, extracting key medical information and contextual details.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3420" y="4989792"/>
            <a:ext cx="5819775" cy="9525"/>
          </a:xfrm>
          <a:custGeom>
            <a:avLst/>
            <a:gdLst/>
            <a:ahLst/>
            <a:cxnLst/>
            <a:rect l="l" t="t" r="r" b="b"/>
            <a:pathLst>
              <a:path w="5819775" h="9525">
                <a:moveTo>
                  <a:pt x="0" y="0"/>
                </a:moveTo>
                <a:lnTo>
                  <a:pt x="5819775" y="0"/>
                </a:lnTo>
                <a:lnTo>
                  <a:pt x="58197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3420" y="518981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5820" y="534221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5189817"/>
            <a:ext cx="521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Intelligence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570696"/>
            <a:ext cx="5181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both image and text inputs to generate smart AI-based medical suggestions with comprehensive context.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51596" y="1905000"/>
            <a:ext cx="4762500" cy="3409950"/>
          </a:xfrm>
          <a:custGeom>
            <a:avLst/>
            <a:gdLst/>
            <a:ahLst/>
            <a:cxnLst/>
            <a:rect l="l" t="t" r="r" b="b"/>
            <a:pathLst>
              <a:path w="4762500" h="3409950">
                <a:moveTo>
                  <a:pt x="228603" y="0"/>
                </a:moveTo>
                <a:lnTo>
                  <a:pt x="4533897" y="0"/>
                </a:lnTo>
                <a:cubicBezTo>
                  <a:pt x="4660151" y="0"/>
                  <a:pt x="4762500" y="102349"/>
                  <a:pt x="4762500" y="228603"/>
                </a:cubicBezTo>
                <a:lnTo>
                  <a:pt x="4762500" y="3181347"/>
                </a:lnTo>
                <a:cubicBezTo>
                  <a:pt x="4762500" y="3307601"/>
                  <a:pt x="4660151" y="3409950"/>
                  <a:pt x="4533897" y="3409950"/>
                </a:cubicBezTo>
                <a:lnTo>
                  <a:pt x="228603" y="3409950"/>
                </a:lnTo>
                <a:cubicBezTo>
                  <a:pt x="102349" y="3409950"/>
                  <a:pt x="0" y="3307601"/>
                  <a:pt x="0" y="3181347"/>
                </a:cubicBezTo>
                <a:lnTo>
                  <a:pt x="0" y="228603"/>
                </a:lnTo>
                <a:cubicBezTo>
                  <a:pt x="0" y="102434"/>
                  <a:pt x="102434" y="0"/>
                  <a:pt x="2286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7356396" y="251888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20702" y="268081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56396" y="3318987"/>
            <a:ext cx="429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&amp; Accessible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56396" y="3776187"/>
            <a:ext cx="42481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instant medical guidance through an intuitive web application, making healthcare information accessible anytime, anywhere.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55406" y="5513070"/>
            <a:ext cx="4751070" cy="960120"/>
          </a:xfrm>
          <a:custGeom>
            <a:avLst/>
            <a:gdLst/>
            <a:ahLst/>
            <a:cxnLst/>
            <a:rect l="l" t="t" r="r" b="b"/>
            <a:pathLst>
              <a:path w="4751070" h="960120">
                <a:moveTo>
                  <a:pt x="228605" y="0"/>
                </a:moveTo>
                <a:lnTo>
                  <a:pt x="4522465" y="0"/>
                </a:lnTo>
                <a:cubicBezTo>
                  <a:pt x="4648636" y="0"/>
                  <a:pt x="4751070" y="102434"/>
                  <a:pt x="4751070" y="228605"/>
                </a:cubicBezTo>
                <a:lnTo>
                  <a:pt x="4751070" y="731515"/>
                </a:lnTo>
                <a:cubicBezTo>
                  <a:pt x="4751070" y="857686"/>
                  <a:pt x="4648636" y="960120"/>
                  <a:pt x="4522465" y="960120"/>
                </a:cubicBezTo>
                <a:lnTo>
                  <a:pt x="228605" y="960120"/>
                </a:lnTo>
                <a:cubicBezTo>
                  <a:pt x="102434" y="960120"/>
                  <a:pt x="0" y="857686"/>
                  <a:pt x="0" y="73151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87816" y="57645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21166" y="58978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Text 28"/>
          <p:cNvSpPr/>
          <p:nvPr/>
        </p:nvSpPr>
        <p:spPr>
          <a:xfrm>
            <a:off x="7897416" y="5745481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97416" y="6012181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data handling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405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 smtClean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</a:t>
            </a: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8550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Supporting Literature</a:t>
            </a:r>
          </a:p>
        </p:txBody>
      </p:sp>
      <p:sp>
        <p:nvSpPr>
          <p:cNvPr id="4" name="Shape 2"/>
          <p:cNvSpPr/>
          <p:nvPr/>
        </p:nvSpPr>
        <p:spPr>
          <a:xfrm>
            <a:off x="361780" y="1248142"/>
            <a:ext cx="5643774" cy="1682279"/>
          </a:xfrm>
          <a:custGeom>
            <a:avLst/>
            <a:gdLst/>
            <a:ahLst/>
            <a:cxnLst/>
            <a:rect l="l" t="t" r="r" b="b"/>
            <a:pathLst>
              <a:path w="5643774" h="1682279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1537569"/>
                </a:lnTo>
                <a:cubicBezTo>
                  <a:pt x="5643774" y="1617490"/>
                  <a:pt x="5578986" y="1682279"/>
                  <a:pt x="5499065" y="1682279"/>
                </a:cubicBezTo>
                <a:lnTo>
                  <a:pt x="144710" y="1682279"/>
                </a:lnTo>
                <a:cubicBezTo>
                  <a:pt x="64789" y="1682279"/>
                  <a:pt x="0" y="1617490"/>
                  <a:pt x="0" y="153756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1780" y="1248142"/>
            <a:ext cx="5643774" cy="36178"/>
          </a:xfrm>
          <a:custGeom>
            <a:avLst/>
            <a:gdLst/>
            <a:ahLst/>
            <a:cxnLst/>
            <a:rect l="l" t="t" r="r" b="b"/>
            <a:pathLst>
              <a:path w="5643774" h="36178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Shape 4"/>
          <p:cNvSpPr/>
          <p:nvPr/>
        </p:nvSpPr>
        <p:spPr>
          <a:xfrm>
            <a:off x="542671" y="1447122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9294" y="1573745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0" y="22611"/>
                </a:moveTo>
                <a:cubicBezTo>
                  <a:pt x="0" y="16358"/>
                  <a:pt x="5052" y="11306"/>
                  <a:pt x="11306" y="11306"/>
                </a:cubicBezTo>
                <a:lnTo>
                  <a:pt x="169585" y="11306"/>
                </a:lnTo>
                <a:cubicBezTo>
                  <a:pt x="175838" y="11306"/>
                  <a:pt x="180890" y="16358"/>
                  <a:pt x="180890" y="22611"/>
                </a:cubicBezTo>
                <a:cubicBezTo>
                  <a:pt x="180890" y="28865"/>
                  <a:pt x="175838" y="33917"/>
                  <a:pt x="169585" y="33917"/>
                </a:cubicBezTo>
                <a:lnTo>
                  <a:pt x="169585" y="146973"/>
                </a:lnTo>
                <a:cubicBezTo>
                  <a:pt x="175838" y="146973"/>
                  <a:pt x="180890" y="152026"/>
                  <a:pt x="180890" y="158279"/>
                </a:cubicBezTo>
                <a:cubicBezTo>
                  <a:pt x="180890" y="164532"/>
                  <a:pt x="175838" y="169585"/>
                  <a:pt x="169585" y="169585"/>
                </a:cubicBezTo>
                <a:lnTo>
                  <a:pt x="11306" y="169585"/>
                </a:lnTo>
                <a:cubicBezTo>
                  <a:pt x="5052" y="169585"/>
                  <a:pt x="0" y="164532"/>
                  <a:pt x="0" y="158279"/>
                </a:cubicBezTo>
                <a:cubicBezTo>
                  <a:pt x="0" y="152026"/>
                  <a:pt x="5052" y="146973"/>
                  <a:pt x="11306" y="146973"/>
                </a:cubicBezTo>
                <a:lnTo>
                  <a:pt x="11306" y="33917"/>
                </a:lnTo>
                <a:cubicBezTo>
                  <a:pt x="5052" y="33917"/>
                  <a:pt x="0" y="28865"/>
                  <a:pt x="0" y="22611"/>
                </a:cubicBezTo>
                <a:close/>
                <a:moveTo>
                  <a:pt x="98924" y="42396"/>
                </a:moveTo>
                <a:cubicBezTo>
                  <a:pt x="98924" y="37697"/>
                  <a:pt x="95144" y="33917"/>
                  <a:pt x="90445" y="33917"/>
                </a:cubicBezTo>
                <a:cubicBezTo>
                  <a:pt x="85746" y="33917"/>
                  <a:pt x="81966" y="37697"/>
                  <a:pt x="81966" y="42396"/>
                </a:cubicBezTo>
                <a:lnTo>
                  <a:pt x="81966" y="48049"/>
                </a:lnTo>
                <a:lnTo>
                  <a:pt x="59355" y="48049"/>
                </a:lnTo>
                <a:cubicBezTo>
                  <a:pt x="54656" y="48049"/>
                  <a:pt x="50875" y="51829"/>
                  <a:pt x="50875" y="56528"/>
                </a:cubicBezTo>
                <a:cubicBezTo>
                  <a:pt x="50875" y="61227"/>
                  <a:pt x="54656" y="65007"/>
                  <a:pt x="59355" y="65007"/>
                </a:cubicBezTo>
                <a:lnTo>
                  <a:pt x="81966" y="65007"/>
                </a:lnTo>
                <a:lnTo>
                  <a:pt x="81966" y="81966"/>
                </a:lnTo>
                <a:lnTo>
                  <a:pt x="53702" y="81966"/>
                </a:lnTo>
                <a:cubicBezTo>
                  <a:pt x="49003" y="81966"/>
                  <a:pt x="45223" y="85746"/>
                  <a:pt x="45223" y="90445"/>
                </a:cubicBezTo>
                <a:cubicBezTo>
                  <a:pt x="45223" y="95144"/>
                  <a:pt x="49003" y="98924"/>
                  <a:pt x="53702" y="98924"/>
                </a:cubicBezTo>
                <a:lnTo>
                  <a:pt x="81966" y="98924"/>
                </a:lnTo>
                <a:lnTo>
                  <a:pt x="81966" y="115883"/>
                </a:lnTo>
                <a:lnTo>
                  <a:pt x="59355" y="115883"/>
                </a:lnTo>
                <a:cubicBezTo>
                  <a:pt x="54656" y="115883"/>
                  <a:pt x="50875" y="119663"/>
                  <a:pt x="50875" y="124362"/>
                </a:cubicBezTo>
                <a:cubicBezTo>
                  <a:pt x="50875" y="129061"/>
                  <a:pt x="54656" y="132841"/>
                  <a:pt x="59355" y="132841"/>
                </a:cubicBezTo>
                <a:lnTo>
                  <a:pt x="81966" y="132841"/>
                </a:lnTo>
                <a:lnTo>
                  <a:pt x="81966" y="138494"/>
                </a:lnTo>
                <a:cubicBezTo>
                  <a:pt x="81966" y="143193"/>
                  <a:pt x="85746" y="146973"/>
                  <a:pt x="90445" y="146973"/>
                </a:cubicBezTo>
                <a:cubicBezTo>
                  <a:pt x="95144" y="146973"/>
                  <a:pt x="98924" y="143193"/>
                  <a:pt x="98924" y="138494"/>
                </a:cubicBezTo>
                <a:lnTo>
                  <a:pt x="98924" y="132841"/>
                </a:lnTo>
                <a:lnTo>
                  <a:pt x="121536" y="132841"/>
                </a:lnTo>
                <a:cubicBezTo>
                  <a:pt x="126235" y="132841"/>
                  <a:pt x="130015" y="129061"/>
                  <a:pt x="130015" y="124362"/>
                </a:cubicBezTo>
                <a:cubicBezTo>
                  <a:pt x="130015" y="119663"/>
                  <a:pt x="126235" y="115883"/>
                  <a:pt x="121536" y="115883"/>
                </a:cubicBezTo>
                <a:lnTo>
                  <a:pt x="98924" y="115883"/>
                </a:lnTo>
                <a:lnTo>
                  <a:pt x="98924" y="98924"/>
                </a:lnTo>
                <a:lnTo>
                  <a:pt x="127188" y="98924"/>
                </a:lnTo>
                <a:cubicBezTo>
                  <a:pt x="131887" y="98924"/>
                  <a:pt x="135668" y="95144"/>
                  <a:pt x="135668" y="90445"/>
                </a:cubicBezTo>
                <a:cubicBezTo>
                  <a:pt x="135668" y="85746"/>
                  <a:pt x="131887" y="81966"/>
                  <a:pt x="127188" y="81966"/>
                </a:cubicBezTo>
                <a:lnTo>
                  <a:pt x="98924" y="81966"/>
                </a:lnTo>
                <a:lnTo>
                  <a:pt x="98924" y="65007"/>
                </a:lnTo>
                <a:lnTo>
                  <a:pt x="121536" y="65007"/>
                </a:lnTo>
                <a:cubicBezTo>
                  <a:pt x="126235" y="65007"/>
                  <a:pt x="130015" y="61227"/>
                  <a:pt x="130015" y="56528"/>
                </a:cubicBezTo>
                <a:cubicBezTo>
                  <a:pt x="130015" y="51829"/>
                  <a:pt x="126235" y="48049"/>
                  <a:pt x="121536" y="48049"/>
                </a:cubicBezTo>
                <a:lnTo>
                  <a:pt x="98924" y="48049"/>
                </a:lnTo>
                <a:lnTo>
                  <a:pt x="98924" y="4239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085341" y="1537567"/>
            <a:ext cx="176368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Image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9294" y="2062147"/>
            <a:ext cx="4896104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Extensive research demonstrates that </a:t>
            </a: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models can accurately interpret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skin conditions, wounds, rashes, and medical reports from images with high precision.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1780" y="3093223"/>
            <a:ext cx="5643774" cy="1682279"/>
          </a:xfrm>
          <a:custGeom>
            <a:avLst/>
            <a:gdLst/>
            <a:ahLst/>
            <a:cxnLst/>
            <a:rect l="l" t="t" r="r" b="b"/>
            <a:pathLst>
              <a:path w="5643774" h="1682279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1537569"/>
                </a:lnTo>
                <a:cubicBezTo>
                  <a:pt x="5643774" y="1617490"/>
                  <a:pt x="5578986" y="1682279"/>
                  <a:pt x="5499065" y="1682279"/>
                </a:cubicBezTo>
                <a:lnTo>
                  <a:pt x="144710" y="1682279"/>
                </a:lnTo>
                <a:cubicBezTo>
                  <a:pt x="64789" y="1682279"/>
                  <a:pt x="0" y="1617490"/>
                  <a:pt x="0" y="153756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780" y="3093223"/>
            <a:ext cx="5643774" cy="36178"/>
          </a:xfrm>
          <a:custGeom>
            <a:avLst/>
            <a:gdLst/>
            <a:ahLst/>
            <a:cxnLst/>
            <a:rect l="l" t="t" r="r" b="b"/>
            <a:pathLst>
              <a:path w="5643774" h="36178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2671" y="3292202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9294" y="3418825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42396" y="19785"/>
                </a:moveTo>
                <a:cubicBezTo>
                  <a:pt x="42396" y="8868"/>
                  <a:pt x="51264" y="0"/>
                  <a:pt x="62181" y="0"/>
                </a:cubicBezTo>
                <a:lnTo>
                  <a:pt x="70660" y="0"/>
                </a:lnTo>
                <a:cubicBezTo>
                  <a:pt x="76914" y="0"/>
                  <a:pt x="81966" y="5052"/>
                  <a:pt x="81966" y="11306"/>
                </a:cubicBezTo>
                <a:lnTo>
                  <a:pt x="81966" y="169585"/>
                </a:lnTo>
                <a:cubicBezTo>
                  <a:pt x="81966" y="175838"/>
                  <a:pt x="76914" y="180890"/>
                  <a:pt x="70660" y="180890"/>
                </a:cubicBezTo>
                <a:lnTo>
                  <a:pt x="59355" y="180890"/>
                </a:lnTo>
                <a:cubicBezTo>
                  <a:pt x="48826" y="180890"/>
                  <a:pt x="39958" y="173683"/>
                  <a:pt x="37450" y="163932"/>
                </a:cubicBezTo>
                <a:cubicBezTo>
                  <a:pt x="37203" y="163932"/>
                  <a:pt x="36991" y="163932"/>
                  <a:pt x="36743" y="163932"/>
                </a:cubicBezTo>
                <a:cubicBezTo>
                  <a:pt x="21127" y="163932"/>
                  <a:pt x="8479" y="151284"/>
                  <a:pt x="8479" y="135668"/>
                </a:cubicBezTo>
                <a:cubicBezTo>
                  <a:pt x="8479" y="129308"/>
                  <a:pt x="10599" y="123443"/>
                  <a:pt x="14132" y="118709"/>
                </a:cubicBezTo>
                <a:cubicBezTo>
                  <a:pt x="7278" y="113551"/>
                  <a:pt x="2826" y="105354"/>
                  <a:pt x="2826" y="96098"/>
                </a:cubicBezTo>
                <a:cubicBezTo>
                  <a:pt x="2826" y="85181"/>
                  <a:pt x="9045" y="75677"/>
                  <a:pt x="18089" y="70978"/>
                </a:cubicBezTo>
                <a:cubicBezTo>
                  <a:pt x="15581" y="66739"/>
                  <a:pt x="14132" y="61792"/>
                  <a:pt x="14132" y="56528"/>
                </a:cubicBezTo>
                <a:cubicBezTo>
                  <a:pt x="14132" y="40912"/>
                  <a:pt x="26780" y="28264"/>
                  <a:pt x="42396" y="28264"/>
                </a:cubicBezTo>
                <a:lnTo>
                  <a:pt x="42396" y="19785"/>
                </a:lnTo>
                <a:close/>
                <a:moveTo>
                  <a:pt x="138494" y="19785"/>
                </a:moveTo>
                <a:lnTo>
                  <a:pt x="138494" y="28264"/>
                </a:lnTo>
                <a:cubicBezTo>
                  <a:pt x="154110" y="28264"/>
                  <a:pt x="166758" y="40912"/>
                  <a:pt x="166758" y="56528"/>
                </a:cubicBezTo>
                <a:cubicBezTo>
                  <a:pt x="166758" y="61828"/>
                  <a:pt x="165310" y="66774"/>
                  <a:pt x="162801" y="70978"/>
                </a:cubicBezTo>
                <a:cubicBezTo>
                  <a:pt x="171881" y="75677"/>
                  <a:pt x="178064" y="85146"/>
                  <a:pt x="178064" y="96098"/>
                </a:cubicBezTo>
                <a:cubicBezTo>
                  <a:pt x="178064" y="105354"/>
                  <a:pt x="173612" y="113551"/>
                  <a:pt x="166758" y="118709"/>
                </a:cubicBezTo>
                <a:cubicBezTo>
                  <a:pt x="170291" y="123443"/>
                  <a:pt x="172411" y="129308"/>
                  <a:pt x="172411" y="135668"/>
                </a:cubicBezTo>
                <a:cubicBezTo>
                  <a:pt x="172411" y="151284"/>
                  <a:pt x="159763" y="163932"/>
                  <a:pt x="144147" y="163932"/>
                </a:cubicBezTo>
                <a:cubicBezTo>
                  <a:pt x="143900" y="163932"/>
                  <a:pt x="143688" y="163932"/>
                  <a:pt x="143440" y="163932"/>
                </a:cubicBezTo>
                <a:cubicBezTo>
                  <a:pt x="140932" y="173683"/>
                  <a:pt x="132064" y="180890"/>
                  <a:pt x="121536" y="180890"/>
                </a:cubicBezTo>
                <a:lnTo>
                  <a:pt x="110230" y="180890"/>
                </a:lnTo>
                <a:cubicBezTo>
                  <a:pt x="103977" y="180890"/>
                  <a:pt x="98924" y="175838"/>
                  <a:pt x="98924" y="169585"/>
                </a:cubicBezTo>
                <a:lnTo>
                  <a:pt x="98924" y="11306"/>
                </a:lnTo>
                <a:cubicBezTo>
                  <a:pt x="98924" y="5052"/>
                  <a:pt x="103977" y="0"/>
                  <a:pt x="110230" y="0"/>
                </a:cubicBezTo>
                <a:lnTo>
                  <a:pt x="118709" y="0"/>
                </a:lnTo>
                <a:cubicBezTo>
                  <a:pt x="129626" y="0"/>
                  <a:pt x="138494" y="8868"/>
                  <a:pt x="138494" y="19785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341" y="3382647"/>
            <a:ext cx="179985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581" y="3888065"/>
            <a:ext cx="4867529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on </a:t>
            </a:r>
            <a:r>
              <a:rPr lang="en-US" sz="1200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demonstrate their ability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understand and generate human-like medical guidance from text symptoms and patient descriptions.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61780" y="4938303"/>
            <a:ext cx="5643774" cy="1682279"/>
          </a:xfrm>
          <a:custGeom>
            <a:avLst/>
            <a:gdLst/>
            <a:ahLst/>
            <a:cxnLst/>
            <a:rect l="l" t="t" r="r" b="b"/>
            <a:pathLst>
              <a:path w="5643774" h="1682279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1537569"/>
                </a:lnTo>
                <a:cubicBezTo>
                  <a:pt x="5643774" y="1617490"/>
                  <a:pt x="5578986" y="1682279"/>
                  <a:pt x="5499065" y="1682279"/>
                </a:cubicBezTo>
                <a:lnTo>
                  <a:pt x="144710" y="1682279"/>
                </a:lnTo>
                <a:cubicBezTo>
                  <a:pt x="64789" y="1682279"/>
                  <a:pt x="0" y="1617490"/>
                  <a:pt x="0" y="153756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1780" y="4938303"/>
            <a:ext cx="5643774" cy="36178"/>
          </a:xfrm>
          <a:custGeom>
            <a:avLst/>
            <a:gdLst/>
            <a:ahLst/>
            <a:cxnLst/>
            <a:rect l="l" t="t" r="r" b="b"/>
            <a:pathLst>
              <a:path w="5643774" h="36178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2671" y="5137282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8DA9C4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9294" y="5263905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82143" y="1837"/>
                </a:moveTo>
                <a:cubicBezTo>
                  <a:pt x="87407" y="-601"/>
                  <a:pt x="93483" y="-601"/>
                  <a:pt x="98748" y="1837"/>
                </a:cubicBezTo>
                <a:lnTo>
                  <a:pt x="175979" y="37521"/>
                </a:lnTo>
                <a:cubicBezTo>
                  <a:pt x="178982" y="38898"/>
                  <a:pt x="180890" y="41902"/>
                  <a:pt x="180890" y="45223"/>
                </a:cubicBezTo>
                <a:cubicBezTo>
                  <a:pt x="180890" y="48544"/>
                  <a:pt x="178982" y="51547"/>
                  <a:pt x="175979" y="52925"/>
                </a:cubicBezTo>
                <a:lnTo>
                  <a:pt x="98748" y="88608"/>
                </a:lnTo>
                <a:cubicBezTo>
                  <a:pt x="93483" y="91046"/>
                  <a:pt x="87407" y="91046"/>
                  <a:pt x="82143" y="88608"/>
                </a:cubicBezTo>
                <a:lnTo>
                  <a:pt x="4911" y="52925"/>
                </a:lnTo>
                <a:cubicBezTo>
                  <a:pt x="1908" y="51511"/>
                  <a:pt x="0" y="48508"/>
                  <a:pt x="0" y="45223"/>
                </a:cubicBezTo>
                <a:cubicBezTo>
                  <a:pt x="0" y="41937"/>
                  <a:pt x="1908" y="38898"/>
                  <a:pt x="4911" y="37521"/>
                </a:cubicBezTo>
                <a:lnTo>
                  <a:pt x="82143" y="1837"/>
                </a:lnTo>
                <a:close/>
                <a:moveTo>
                  <a:pt x="16994" y="77161"/>
                </a:moveTo>
                <a:lnTo>
                  <a:pt x="75041" y="103977"/>
                </a:lnTo>
                <a:cubicBezTo>
                  <a:pt x="84828" y="108499"/>
                  <a:pt x="96098" y="108499"/>
                  <a:pt x="105884" y="103977"/>
                </a:cubicBezTo>
                <a:lnTo>
                  <a:pt x="163932" y="77161"/>
                </a:lnTo>
                <a:lnTo>
                  <a:pt x="175979" y="82743"/>
                </a:lnTo>
                <a:cubicBezTo>
                  <a:pt x="178982" y="84121"/>
                  <a:pt x="180890" y="87124"/>
                  <a:pt x="180890" y="90445"/>
                </a:cubicBezTo>
                <a:cubicBezTo>
                  <a:pt x="180890" y="93766"/>
                  <a:pt x="178982" y="96769"/>
                  <a:pt x="175979" y="98147"/>
                </a:cubicBezTo>
                <a:lnTo>
                  <a:pt x="98748" y="133830"/>
                </a:lnTo>
                <a:cubicBezTo>
                  <a:pt x="93483" y="136268"/>
                  <a:pt x="87407" y="136268"/>
                  <a:pt x="82143" y="133830"/>
                </a:cubicBezTo>
                <a:lnTo>
                  <a:pt x="4911" y="98147"/>
                </a:lnTo>
                <a:cubicBezTo>
                  <a:pt x="1908" y="96734"/>
                  <a:pt x="0" y="93731"/>
                  <a:pt x="0" y="90445"/>
                </a:cubicBezTo>
                <a:cubicBezTo>
                  <a:pt x="0" y="87159"/>
                  <a:pt x="1908" y="84121"/>
                  <a:pt x="4911" y="82743"/>
                </a:cubicBezTo>
                <a:lnTo>
                  <a:pt x="16958" y="77161"/>
                </a:lnTo>
                <a:close/>
                <a:moveTo>
                  <a:pt x="4911" y="127966"/>
                </a:moveTo>
                <a:lnTo>
                  <a:pt x="16958" y="122384"/>
                </a:lnTo>
                <a:lnTo>
                  <a:pt x="75006" y="149199"/>
                </a:lnTo>
                <a:cubicBezTo>
                  <a:pt x="84792" y="153721"/>
                  <a:pt x="96063" y="153721"/>
                  <a:pt x="105849" y="149199"/>
                </a:cubicBezTo>
                <a:lnTo>
                  <a:pt x="163896" y="122384"/>
                </a:lnTo>
                <a:lnTo>
                  <a:pt x="175944" y="127966"/>
                </a:lnTo>
                <a:cubicBezTo>
                  <a:pt x="178947" y="129344"/>
                  <a:pt x="180855" y="132347"/>
                  <a:pt x="180855" y="135668"/>
                </a:cubicBezTo>
                <a:cubicBezTo>
                  <a:pt x="180855" y="138989"/>
                  <a:pt x="178947" y="141992"/>
                  <a:pt x="175944" y="143370"/>
                </a:cubicBezTo>
                <a:lnTo>
                  <a:pt x="98712" y="179053"/>
                </a:lnTo>
                <a:cubicBezTo>
                  <a:pt x="93448" y="181491"/>
                  <a:pt x="87371" y="181491"/>
                  <a:pt x="82107" y="179053"/>
                </a:cubicBezTo>
                <a:lnTo>
                  <a:pt x="4911" y="143370"/>
                </a:lnTo>
                <a:cubicBezTo>
                  <a:pt x="1908" y="141956"/>
                  <a:pt x="0" y="138953"/>
                  <a:pt x="0" y="135668"/>
                </a:cubicBezTo>
                <a:cubicBezTo>
                  <a:pt x="0" y="132382"/>
                  <a:pt x="1908" y="129344"/>
                  <a:pt x="4911" y="127966"/>
                </a:cubicBezTo>
                <a:close/>
              </a:path>
            </a:pathLst>
          </a:custGeom>
          <a:solidFill>
            <a:srgbClr val="8DA9C4"/>
          </a:solidFill>
          <a:ln/>
        </p:spPr>
      </p:sp>
      <p:sp>
        <p:nvSpPr>
          <p:cNvPr id="24" name="Text 22"/>
          <p:cNvSpPr/>
          <p:nvPr/>
        </p:nvSpPr>
        <p:spPr>
          <a:xfrm>
            <a:off x="1085341" y="5227727"/>
            <a:ext cx="178176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AI Research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2671" y="5679953"/>
            <a:ext cx="535435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proves that </a:t>
            </a:r>
            <a:r>
              <a:rPr lang="en-US" sz="1200" b="1" dirty="0">
                <a:solidFill>
                  <a:srgbClr val="8DA9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image and text understanding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significantly improves decision-making accuracy compared to single-modal approaches.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184410" y="1320499"/>
            <a:ext cx="5643774" cy="1682279"/>
          </a:xfrm>
          <a:custGeom>
            <a:avLst/>
            <a:gdLst/>
            <a:ahLst/>
            <a:cxnLst/>
            <a:rect l="l" t="t" r="r" b="b"/>
            <a:pathLst>
              <a:path w="5643774" h="1682279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1537569"/>
                </a:lnTo>
                <a:cubicBezTo>
                  <a:pt x="5643774" y="1617490"/>
                  <a:pt x="5578986" y="1682279"/>
                  <a:pt x="5499065" y="1682279"/>
                </a:cubicBezTo>
                <a:lnTo>
                  <a:pt x="144710" y="1682279"/>
                </a:lnTo>
                <a:cubicBezTo>
                  <a:pt x="64789" y="1682279"/>
                  <a:pt x="0" y="1617490"/>
                  <a:pt x="0" y="153756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4410" y="1320499"/>
            <a:ext cx="5643774" cy="36178"/>
          </a:xfrm>
          <a:custGeom>
            <a:avLst/>
            <a:gdLst/>
            <a:ahLst/>
            <a:cxnLst/>
            <a:rect l="l" t="t" r="r" b="b"/>
            <a:pathLst>
              <a:path w="5643774" h="36178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5301" y="1519478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69312" y="1646101"/>
            <a:ext cx="226113" cy="180890"/>
          </a:xfrm>
          <a:custGeom>
            <a:avLst/>
            <a:gdLst/>
            <a:ahLst/>
            <a:cxnLst/>
            <a:rect l="l" t="t" r="r" b="b"/>
            <a:pathLst>
              <a:path w="226113" h="180890">
                <a:moveTo>
                  <a:pt x="124362" y="0"/>
                </a:moveTo>
                <a:cubicBezTo>
                  <a:pt x="124362" y="-6253"/>
                  <a:pt x="119310" y="-11306"/>
                  <a:pt x="113056" y="-11306"/>
                </a:cubicBezTo>
                <a:cubicBezTo>
                  <a:pt x="106803" y="-11306"/>
                  <a:pt x="101751" y="-6253"/>
                  <a:pt x="101751" y="0"/>
                </a:cubicBezTo>
                <a:lnTo>
                  <a:pt x="101751" y="22611"/>
                </a:lnTo>
                <a:lnTo>
                  <a:pt x="67834" y="22611"/>
                </a:lnTo>
                <a:cubicBezTo>
                  <a:pt x="49109" y="22611"/>
                  <a:pt x="33917" y="37803"/>
                  <a:pt x="33917" y="56528"/>
                </a:cubicBezTo>
                <a:lnTo>
                  <a:pt x="33917" y="135668"/>
                </a:lnTo>
                <a:cubicBezTo>
                  <a:pt x="33917" y="154393"/>
                  <a:pt x="49109" y="169585"/>
                  <a:pt x="67834" y="169585"/>
                </a:cubicBezTo>
                <a:lnTo>
                  <a:pt x="158279" y="169585"/>
                </a:lnTo>
                <a:cubicBezTo>
                  <a:pt x="177004" y="169585"/>
                  <a:pt x="192196" y="154393"/>
                  <a:pt x="192196" y="135668"/>
                </a:cubicBezTo>
                <a:lnTo>
                  <a:pt x="192196" y="56528"/>
                </a:lnTo>
                <a:cubicBezTo>
                  <a:pt x="192196" y="37803"/>
                  <a:pt x="177004" y="22611"/>
                  <a:pt x="158279" y="22611"/>
                </a:cubicBezTo>
                <a:lnTo>
                  <a:pt x="124362" y="22611"/>
                </a:lnTo>
                <a:lnTo>
                  <a:pt x="124362" y="0"/>
                </a:lnTo>
                <a:close/>
                <a:moveTo>
                  <a:pt x="56528" y="130015"/>
                </a:moveTo>
                <a:cubicBezTo>
                  <a:pt x="56528" y="125316"/>
                  <a:pt x="60309" y="121536"/>
                  <a:pt x="65007" y="121536"/>
                </a:cubicBezTo>
                <a:lnTo>
                  <a:pt x="76313" y="121536"/>
                </a:lnTo>
                <a:cubicBezTo>
                  <a:pt x="81012" y="121536"/>
                  <a:pt x="84792" y="125316"/>
                  <a:pt x="84792" y="130015"/>
                </a:cubicBezTo>
                <a:cubicBezTo>
                  <a:pt x="84792" y="134714"/>
                  <a:pt x="81012" y="138494"/>
                  <a:pt x="76313" y="138494"/>
                </a:cubicBezTo>
                <a:lnTo>
                  <a:pt x="65007" y="138494"/>
                </a:lnTo>
                <a:cubicBezTo>
                  <a:pt x="60309" y="138494"/>
                  <a:pt x="56528" y="134714"/>
                  <a:pt x="56528" y="130015"/>
                </a:cubicBezTo>
                <a:close/>
                <a:moveTo>
                  <a:pt x="98924" y="130015"/>
                </a:moveTo>
                <a:cubicBezTo>
                  <a:pt x="98924" y="125316"/>
                  <a:pt x="102705" y="121536"/>
                  <a:pt x="107404" y="121536"/>
                </a:cubicBezTo>
                <a:lnTo>
                  <a:pt x="118709" y="121536"/>
                </a:lnTo>
                <a:cubicBezTo>
                  <a:pt x="123408" y="121536"/>
                  <a:pt x="127188" y="125316"/>
                  <a:pt x="127188" y="130015"/>
                </a:cubicBezTo>
                <a:cubicBezTo>
                  <a:pt x="127188" y="134714"/>
                  <a:pt x="123408" y="138494"/>
                  <a:pt x="118709" y="138494"/>
                </a:cubicBezTo>
                <a:lnTo>
                  <a:pt x="107404" y="138494"/>
                </a:lnTo>
                <a:cubicBezTo>
                  <a:pt x="102705" y="138494"/>
                  <a:pt x="98924" y="134714"/>
                  <a:pt x="98924" y="130015"/>
                </a:cubicBezTo>
                <a:close/>
                <a:moveTo>
                  <a:pt x="141320" y="130015"/>
                </a:moveTo>
                <a:cubicBezTo>
                  <a:pt x="141320" y="125316"/>
                  <a:pt x="145101" y="121536"/>
                  <a:pt x="149800" y="121536"/>
                </a:cubicBezTo>
                <a:lnTo>
                  <a:pt x="161105" y="121536"/>
                </a:lnTo>
                <a:cubicBezTo>
                  <a:pt x="165804" y="121536"/>
                  <a:pt x="169585" y="125316"/>
                  <a:pt x="169585" y="130015"/>
                </a:cubicBezTo>
                <a:cubicBezTo>
                  <a:pt x="169585" y="134714"/>
                  <a:pt x="165804" y="138494"/>
                  <a:pt x="161105" y="138494"/>
                </a:cubicBezTo>
                <a:lnTo>
                  <a:pt x="149800" y="138494"/>
                </a:lnTo>
                <a:cubicBezTo>
                  <a:pt x="145101" y="138494"/>
                  <a:pt x="141320" y="134714"/>
                  <a:pt x="141320" y="130015"/>
                </a:cubicBezTo>
                <a:close/>
                <a:moveTo>
                  <a:pt x="79139" y="62181"/>
                </a:moveTo>
                <a:cubicBezTo>
                  <a:pt x="88499" y="62181"/>
                  <a:pt x="96098" y="69780"/>
                  <a:pt x="96098" y="79139"/>
                </a:cubicBezTo>
                <a:cubicBezTo>
                  <a:pt x="96098" y="88499"/>
                  <a:pt x="88499" y="96098"/>
                  <a:pt x="79139" y="96098"/>
                </a:cubicBezTo>
                <a:cubicBezTo>
                  <a:pt x="69780" y="96098"/>
                  <a:pt x="62181" y="88499"/>
                  <a:pt x="62181" y="79139"/>
                </a:cubicBezTo>
                <a:cubicBezTo>
                  <a:pt x="62181" y="69780"/>
                  <a:pt x="69780" y="62181"/>
                  <a:pt x="79139" y="62181"/>
                </a:cubicBezTo>
                <a:close/>
                <a:moveTo>
                  <a:pt x="130015" y="79139"/>
                </a:moveTo>
                <a:cubicBezTo>
                  <a:pt x="130015" y="69780"/>
                  <a:pt x="137614" y="62181"/>
                  <a:pt x="146973" y="62181"/>
                </a:cubicBezTo>
                <a:cubicBezTo>
                  <a:pt x="156333" y="62181"/>
                  <a:pt x="163932" y="69780"/>
                  <a:pt x="163932" y="79139"/>
                </a:cubicBezTo>
                <a:cubicBezTo>
                  <a:pt x="163932" y="88499"/>
                  <a:pt x="156333" y="96098"/>
                  <a:pt x="146973" y="96098"/>
                </a:cubicBezTo>
                <a:cubicBezTo>
                  <a:pt x="137614" y="96098"/>
                  <a:pt x="130015" y="88499"/>
                  <a:pt x="130015" y="79139"/>
                </a:cubicBezTo>
                <a:close/>
                <a:moveTo>
                  <a:pt x="22611" y="79139"/>
                </a:moveTo>
                <a:cubicBezTo>
                  <a:pt x="22611" y="72886"/>
                  <a:pt x="17559" y="67834"/>
                  <a:pt x="11306" y="67834"/>
                </a:cubicBezTo>
                <a:cubicBezTo>
                  <a:pt x="5052" y="67834"/>
                  <a:pt x="0" y="72886"/>
                  <a:pt x="0" y="79139"/>
                </a:cubicBezTo>
                <a:lnTo>
                  <a:pt x="0" y="113056"/>
                </a:lnTo>
                <a:cubicBezTo>
                  <a:pt x="0" y="119310"/>
                  <a:pt x="5052" y="124362"/>
                  <a:pt x="11306" y="124362"/>
                </a:cubicBezTo>
                <a:cubicBezTo>
                  <a:pt x="17559" y="124362"/>
                  <a:pt x="22611" y="119310"/>
                  <a:pt x="22611" y="113056"/>
                </a:cubicBezTo>
                <a:lnTo>
                  <a:pt x="22611" y="79139"/>
                </a:lnTo>
                <a:close/>
                <a:moveTo>
                  <a:pt x="214807" y="67834"/>
                </a:moveTo>
                <a:cubicBezTo>
                  <a:pt x="208554" y="67834"/>
                  <a:pt x="203501" y="72886"/>
                  <a:pt x="203501" y="79139"/>
                </a:cubicBezTo>
                <a:lnTo>
                  <a:pt x="203501" y="113056"/>
                </a:lnTo>
                <a:cubicBezTo>
                  <a:pt x="203501" y="119310"/>
                  <a:pt x="208554" y="124362"/>
                  <a:pt x="214807" y="124362"/>
                </a:cubicBezTo>
                <a:cubicBezTo>
                  <a:pt x="221061" y="124362"/>
                  <a:pt x="226113" y="119310"/>
                  <a:pt x="226113" y="113056"/>
                </a:cubicBezTo>
                <a:lnTo>
                  <a:pt x="226113" y="79139"/>
                </a:lnTo>
                <a:cubicBezTo>
                  <a:pt x="226113" y="72886"/>
                  <a:pt x="221061" y="67834"/>
                  <a:pt x="214807" y="6783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6907971" y="1609923"/>
            <a:ext cx="1555656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Chatbots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1924" y="2134503"/>
            <a:ext cx="4896104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of </a:t>
            </a:r>
            <a:r>
              <a:rPr lang="en-US" sz="12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chatbots in healthcare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shown effectiveness in providing preliminary medical assistance, triage support, and patient education.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184410" y="3165579"/>
            <a:ext cx="5643774" cy="1682279"/>
          </a:xfrm>
          <a:custGeom>
            <a:avLst/>
            <a:gdLst/>
            <a:ahLst/>
            <a:cxnLst/>
            <a:rect l="l" t="t" r="r" b="b"/>
            <a:pathLst>
              <a:path w="5643774" h="1682279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1537569"/>
                </a:lnTo>
                <a:cubicBezTo>
                  <a:pt x="5643774" y="1617490"/>
                  <a:pt x="5578986" y="1682279"/>
                  <a:pt x="5499065" y="1682279"/>
                </a:cubicBezTo>
                <a:lnTo>
                  <a:pt x="144710" y="1682279"/>
                </a:lnTo>
                <a:cubicBezTo>
                  <a:pt x="64789" y="1682279"/>
                  <a:pt x="0" y="1617490"/>
                  <a:pt x="0" y="153756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668" dist="9044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4410" y="3165579"/>
            <a:ext cx="5643774" cy="36178"/>
          </a:xfrm>
          <a:custGeom>
            <a:avLst/>
            <a:gdLst/>
            <a:ahLst/>
            <a:cxnLst/>
            <a:rect l="l" t="t" r="r" b="b"/>
            <a:pathLst>
              <a:path w="5643774" h="36178">
                <a:moveTo>
                  <a:pt x="36178" y="0"/>
                </a:moveTo>
                <a:lnTo>
                  <a:pt x="5607596" y="0"/>
                </a:lnTo>
                <a:cubicBezTo>
                  <a:pt x="5627577" y="0"/>
                  <a:pt x="5643774" y="16197"/>
                  <a:pt x="5643774" y="36178"/>
                </a:cubicBezTo>
                <a:lnTo>
                  <a:pt x="5643774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38" name="Shape 36"/>
          <p:cNvSpPr/>
          <p:nvPr/>
        </p:nvSpPr>
        <p:spPr>
          <a:xfrm>
            <a:off x="6365301" y="3364558"/>
            <a:ext cx="434136" cy="434136"/>
          </a:xfrm>
          <a:custGeom>
            <a:avLst/>
            <a:gdLst/>
            <a:ahLst/>
            <a:cxnLst/>
            <a:rect l="l" t="t" r="r" b="b"/>
            <a:pathLst>
              <a:path w="434136" h="434136">
                <a:moveTo>
                  <a:pt x="108534" y="0"/>
                </a:moveTo>
                <a:lnTo>
                  <a:pt x="325602" y="0"/>
                </a:lnTo>
                <a:cubicBezTo>
                  <a:pt x="385504" y="0"/>
                  <a:pt x="434136" y="48633"/>
                  <a:pt x="434136" y="108534"/>
                </a:cubicBezTo>
                <a:lnTo>
                  <a:pt x="434136" y="325602"/>
                </a:lnTo>
                <a:cubicBezTo>
                  <a:pt x="434136" y="385504"/>
                  <a:pt x="385504" y="434136"/>
                  <a:pt x="325602" y="434136"/>
                </a:cubicBezTo>
                <a:lnTo>
                  <a:pt x="108534" y="434136"/>
                </a:lnTo>
                <a:cubicBezTo>
                  <a:pt x="48633" y="434136"/>
                  <a:pt x="0" y="385504"/>
                  <a:pt x="0" y="325602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03229" y="3491181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45223" y="-11306"/>
                </a:moveTo>
                <a:cubicBezTo>
                  <a:pt x="51476" y="-11306"/>
                  <a:pt x="56528" y="-6253"/>
                  <a:pt x="56528" y="0"/>
                </a:cubicBezTo>
                <a:lnTo>
                  <a:pt x="56528" y="33917"/>
                </a:lnTo>
                <a:lnTo>
                  <a:pt x="101751" y="33917"/>
                </a:lnTo>
                <a:lnTo>
                  <a:pt x="101751" y="0"/>
                </a:lnTo>
                <a:cubicBezTo>
                  <a:pt x="101751" y="-6253"/>
                  <a:pt x="106803" y="-11306"/>
                  <a:pt x="113056" y="-11306"/>
                </a:cubicBezTo>
                <a:cubicBezTo>
                  <a:pt x="119310" y="-11306"/>
                  <a:pt x="124362" y="-6253"/>
                  <a:pt x="124362" y="0"/>
                </a:cubicBezTo>
                <a:lnTo>
                  <a:pt x="124362" y="33917"/>
                </a:lnTo>
                <a:lnTo>
                  <a:pt x="146973" y="33917"/>
                </a:lnTo>
                <a:cubicBezTo>
                  <a:pt x="153227" y="33917"/>
                  <a:pt x="158279" y="38969"/>
                  <a:pt x="158279" y="45223"/>
                </a:cubicBezTo>
                <a:cubicBezTo>
                  <a:pt x="158279" y="51476"/>
                  <a:pt x="153227" y="56528"/>
                  <a:pt x="146973" y="56528"/>
                </a:cubicBezTo>
                <a:lnTo>
                  <a:pt x="146973" y="79139"/>
                </a:lnTo>
                <a:cubicBezTo>
                  <a:pt x="146973" y="112738"/>
                  <a:pt x="122525" y="140649"/>
                  <a:pt x="90445" y="146019"/>
                </a:cubicBezTo>
                <a:lnTo>
                  <a:pt x="90445" y="169585"/>
                </a:lnTo>
                <a:cubicBezTo>
                  <a:pt x="90445" y="175838"/>
                  <a:pt x="85393" y="180890"/>
                  <a:pt x="79139" y="180890"/>
                </a:cubicBezTo>
                <a:cubicBezTo>
                  <a:pt x="72886" y="180890"/>
                  <a:pt x="67834" y="175838"/>
                  <a:pt x="67834" y="169585"/>
                </a:cubicBezTo>
                <a:lnTo>
                  <a:pt x="67834" y="146019"/>
                </a:lnTo>
                <a:cubicBezTo>
                  <a:pt x="35754" y="140649"/>
                  <a:pt x="11306" y="112738"/>
                  <a:pt x="11306" y="79139"/>
                </a:cubicBezTo>
                <a:lnTo>
                  <a:pt x="11306" y="56528"/>
                </a:lnTo>
                <a:cubicBezTo>
                  <a:pt x="5052" y="56528"/>
                  <a:pt x="0" y="51476"/>
                  <a:pt x="0" y="45223"/>
                </a:cubicBezTo>
                <a:cubicBezTo>
                  <a:pt x="0" y="38969"/>
                  <a:pt x="5052" y="33917"/>
                  <a:pt x="11306" y="33917"/>
                </a:cubicBezTo>
                <a:lnTo>
                  <a:pt x="33917" y="33917"/>
                </a:lnTo>
                <a:lnTo>
                  <a:pt x="33917" y="0"/>
                </a:lnTo>
                <a:cubicBezTo>
                  <a:pt x="33917" y="-6253"/>
                  <a:pt x="38969" y="-11306"/>
                  <a:pt x="45223" y="-11306"/>
                </a:cubicBezTo>
                <a:close/>
              </a:path>
            </a:pathLst>
          </a:custGeom>
          <a:solidFill>
            <a:srgbClr val="3A506B"/>
          </a:solidFill>
          <a:ln/>
        </p:spPr>
      </p:sp>
      <p:sp>
        <p:nvSpPr>
          <p:cNvPr id="40" name="Text 38"/>
          <p:cNvSpPr/>
          <p:nvPr/>
        </p:nvSpPr>
        <p:spPr>
          <a:xfrm>
            <a:off x="6907971" y="3455003"/>
            <a:ext cx="1365721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3A50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API-AI Integration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6211" y="3960421"/>
            <a:ext cx="4867529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of APIs with AI models </a:t>
            </a:r>
            <a:r>
              <a:rPr lang="en-US" sz="1200" b="1" dirty="0">
                <a:solidFill>
                  <a:srgbClr val="3A50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(like GROQ with Llama models)</a:t>
            </a:r>
            <a:r>
              <a:rPr lang="en-US" sz="1200" dirty="0">
                <a:solidFill>
                  <a:srgbClr val="1C254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real-time intelligent responses in web applications with low latency.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184410" y="4992570"/>
            <a:ext cx="5643774" cy="1555656"/>
          </a:xfrm>
          <a:custGeom>
            <a:avLst/>
            <a:gdLst/>
            <a:ahLst/>
            <a:cxnLst/>
            <a:rect l="l" t="t" r="r" b="b"/>
            <a:pathLst>
              <a:path w="5643774" h="1555656">
                <a:moveTo>
                  <a:pt x="144707" y="0"/>
                </a:moveTo>
                <a:lnTo>
                  <a:pt x="5499067" y="0"/>
                </a:lnTo>
                <a:cubicBezTo>
                  <a:pt x="5578987" y="0"/>
                  <a:pt x="5643774" y="64788"/>
                  <a:pt x="5643774" y="144707"/>
                </a:cubicBezTo>
                <a:lnTo>
                  <a:pt x="5643774" y="1410949"/>
                </a:lnTo>
                <a:cubicBezTo>
                  <a:pt x="5643774" y="1490868"/>
                  <a:pt x="5578987" y="1555656"/>
                  <a:pt x="5499067" y="1555656"/>
                </a:cubicBezTo>
                <a:lnTo>
                  <a:pt x="144707" y="1555656"/>
                </a:lnTo>
                <a:cubicBezTo>
                  <a:pt x="64788" y="1555656"/>
                  <a:pt x="0" y="1490868"/>
                  <a:pt x="0" y="1410949"/>
                </a:cubicBezTo>
                <a:lnTo>
                  <a:pt x="0" y="144707"/>
                </a:lnTo>
                <a:cubicBezTo>
                  <a:pt x="0" y="64841"/>
                  <a:pt x="64841" y="0"/>
                  <a:pt x="144707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471574" y="5123913"/>
            <a:ext cx="203501" cy="271335"/>
          </a:xfrm>
          <a:custGeom>
            <a:avLst/>
            <a:gdLst/>
            <a:ahLst/>
            <a:cxnLst/>
            <a:rect l="l" t="t" r="r" b="b"/>
            <a:pathLst>
              <a:path w="203501" h="271335">
                <a:moveTo>
                  <a:pt x="155223" y="203501"/>
                </a:moveTo>
                <a:cubicBezTo>
                  <a:pt x="159092" y="191684"/>
                  <a:pt x="166829" y="180979"/>
                  <a:pt x="175573" y="171757"/>
                </a:cubicBezTo>
                <a:cubicBezTo>
                  <a:pt x="192902" y="153527"/>
                  <a:pt x="203501" y="128884"/>
                  <a:pt x="203501" y="101751"/>
                </a:cubicBezTo>
                <a:cubicBezTo>
                  <a:pt x="203501" y="45576"/>
                  <a:pt x="157926" y="0"/>
                  <a:pt x="101751" y="0"/>
                </a:cubicBezTo>
                <a:cubicBezTo>
                  <a:pt x="45576" y="0"/>
                  <a:pt x="0" y="45576"/>
                  <a:pt x="0" y="101751"/>
                </a:cubicBezTo>
                <a:cubicBezTo>
                  <a:pt x="0" y="128884"/>
                  <a:pt x="10599" y="153527"/>
                  <a:pt x="27928" y="171757"/>
                </a:cubicBezTo>
                <a:cubicBezTo>
                  <a:pt x="36673" y="180979"/>
                  <a:pt x="44463" y="191684"/>
                  <a:pt x="48279" y="203501"/>
                </a:cubicBezTo>
                <a:lnTo>
                  <a:pt x="155170" y="203501"/>
                </a:lnTo>
                <a:close/>
                <a:moveTo>
                  <a:pt x="152626" y="228939"/>
                </a:moveTo>
                <a:lnTo>
                  <a:pt x="50875" y="228939"/>
                </a:lnTo>
                <a:lnTo>
                  <a:pt x="50875" y="237418"/>
                </a:lnTo>
                <a:cubicBezTo>
                  <a:pt x="50875" y="260842"/>
                  <a:pt x="69848" y="279815"/>
                  <a:pt x="93272" y="279815"/>
                </a:cubicBezTo>
                <a:lnTo>
                  <a:pt x="110230" y="279815"/>
                </a:lnTo>
                <a:cubicBezTo>
                  <a:pt x="133654" y="279815"/>
                  <a:pt x="152626" y="260842"/>
                  <a:pt x="152626" y="237418"/>
                </a:cubicBezTo>
                <a:lnTo>
                  <a:pt x="152626" y="228939"/>
                </a:lnTo>
                <a:close/>
                <a:moveTo>
                  <a:pt x="97511" y="59355"/>
                </a:moveTo>
                <a:cubicBezTo>
                  <a:pt x="76419" y="59355"/>
                  <a:pt x="59355" y="76419"/>
                  <a:pt x="59355" y="97511"/>
                </a:cubicBezTo>
                <a:cubicBezTo>
                  <a:pt x="59355" y="104559"/>
                  <a:pt x="53684" y="110230"/>
                  <a:pt x="46636" y="110230"/>
                </a:cubicBezTo>
                <a:cubicBezTo>
                  <a:pt x="39587" y="110230"/>
                  <a:pt x="33917" y="104559"/>
                  <a:pt x="33917" y="97511"/>
                </a:cubicBezTo>
                <a:cubicBezTo>
                  <a:pt x="33917" y="62375"/>
                  <a:pt x="62375" y="33917"/>
                  <a:pt x="97511" y="33917"/>
                </a:cubicBezTo>
                <a:cubicBezTo>
                  <a:pt x="104559" y="33917"/>
                  <a:pt x="110230" y="39587"/>
                  <a:pt x="110230" y="46636"/>
                </a:cubicBezTo>
                <a:cubicBezTo>
                  <a:pt x="110230" y="53684"/>
                  <a:pt x="104559" y="59355"/>
                  <a:pt x="97511" y="5935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6849182" y="5132957"/>
            <a:ext cx="152852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Inspiration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1479" y="5625685"/>
            <a:ext cx="5066622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is inspired by recent developments in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healthcare assistants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learning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LLM-based medical chat systems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demonstrate the transformative potential of AI in democratizing healthcare access.</a:t>
            </a:r>
            <a:endParaRPr lang="en-US" dirty="0"/>
          </a:p>
        </p:txBody>
      </p:sp>
      <p:sp>
        <p:nvSpPr>
          <p:cNvPr id="48" name="Vertical Scroll 47"/>
          <p:cNvSpPr/>
          <p:nvPr/>
        </p:nvSpPr>
        <p:spPr>
          <a:xfrm>
            <a:off x="209635" y="359241"/>
            <a:ext cx="133180" cy="147323"/>
          </a:xfrm>
          <a:prstGeom prst="verticalScroll">
            <a:avLst/>
          </a:prstGeom>
          <a:solidFill>
            <a:srgbClr val="0070C0">
              <a:alpha val="89000"/>
            </a:srgbClr>
          </a:solidFill>
          <a:ln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4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856" y="346856"/>
            <a:ext cx="346856" cy="346856"/>
          </a:xfrm>
          <a:custGeom>
            <a:avLst/>
            <a:gdLst/>
            <a:ahLst/>
            <a:cxnLst/>
            <a:rect l="l" t="t" r="r" b="b"/>
            <a:pathLst>
              <a:path w="346856" h="346856">
                <a:moveTo>
                  <a:pt x="104057" y="0"/>
                </a:moveTo>
                <a:lnTo>
                  <a:pt x="242799" y="0"/>
                </a:lnTo>
                <a:cubicBezTo>
                  <a:pt x="300268" y="0"/>
                  <a:pt x="346856" y="46588"/>
                  <a:pt x="346856" y="104057"/>
                </a:cubicBezTo>
                <a:lnTo>
                  <a:pt x="346856" y="242799"/>
                </a:lnTo>
                <a:cubicBezTo>
                  <a:pt x="346856" y="300268"/>
                  <a:pt x="300268" y="346856"/>
                  <a:pt x="242799" y="346856"/>
                </a:cubicBezTo>
                <a:lnTo>
                  <a:pt x="104057" y="346856"/>
                </a:lnTo>
                <a:cubicBezTo>
                  <a:pt x="46588" y="346856"/>
                  <a:pt x="0" y="300268"/>
                  <a:pt x="0" y="242799"/>
                </a:cubicBezTo>
                <a:lnTo>
                  <a:pt x="0" y="104057"/>
                </a:lnTo>
                <a:cubicBezTo>
                  <a:pt x="0" y="46626"/>
                  <a:pt x="46626" y="0"/>
                  <a:pt x="104057" y="0"/>
                </a:cubicBezTo>
                <a:close/>
              </a:path>
            </a:pathLst>
          </a:custGeom>
          <a:solidFill>
            <a:srgbClr val="5856D6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4654" y="442242"/>
            <a:ext cx="175596" cy="156085"/>
          </a:xfrm>
          <a:custGeom>
            <a:avLst/>
            <a:gdLst/>
            <a:ahLst/>
            <a:cxnLst/>
            <a:rect l="l" t="t" r="r" b="b"/>
            <a:pathLst>
              <a:path w="175596" h="156085">
                <a:moveTo>
                  <a:pt x="94352" y="-5762"/>
                </a:moveTo>
                <a:cubicBezTo>
                  <a:pt x="93102" y="-8201"/>
                  <a:pt x="90572" y="-9755"/>
                  <a:pt x="87828" y="-9755"/>
                </a:cubicBezTo>
                <a:cubicBezTo>
                  <a:pt x="85085" y="-9755"/>
                  <a:pt x="82555" y="-8201"/>
                  <a:pt x="81305" y="-5762"/>
                </a:cubicBezTo>
                <a:lnTo>
                  <a:pt x="58867" y="38198"/>
                </a:lnTo>
                <a:lnTo>
                  <a:pt x="10121" y="45942"/>
                </a:lnTo>
                <a:cubicBezTo>
                  <a:pt x="7408" y="46368"/>
                  <a:pt x="5152" y="48289"/>
                  <a:pt x="4298" y="50911"/>
                </a:cubicBezTo>
                <a:cubicBezTo>
                  <a:pt x="3445" y="53532"/>
                  <a:pt x="4146" y="56398"/>
                  <a:pt x="6067" y="58349"/>
                </a:cubicBezTo>
                <a:lnTo>
                  <a:pt x="40942" y="93255"/>
                </a:lnTo>
                <a:lnTo>
                  <a:pt x="33260" y="142001"/>
                </a:lnTo>
                <a:cubicBezTo>
                  <a:pt x="32833" y="144714"/>
                  <a:pt x="33961" y="147458"/>
                  <a:pt x="36186" y="149074"/>
                </a:cubicBezTo>
                <a:cubicBezTo>
                  <a:pt x="38412" y="150689"/>
                  <a:pt x="41338" y="150933"/>
                  <a:pt x="43808" y="149683"/>
                </a:cubicBezTo>
                <a:lnTo>
                  <a:pt x="87828" y="127307"/>
                </a:lnTo>
                <a:lnTo>
                  <a:pt x="131819" y="149683"/>
                </a:lnTo>
                <a:cubicBezTo>
                  <a:pt x="134258" y="150933"/>
                  <a:pt x="137215" y="150689"/>
                  <a:pt x="139440" y="149074"/>
                </a:cubicBezTo>
                <a:cubicBezTo>
                  <a:pt x="141666" y="147458"/>
                  <a:pt x="142794" y="144745"/>
                  <a:pt x="142367" y="142001"/>
                </a:cubicBezTo>
                <a:lnTo>
                  <a:pt x="134654" y="93255"/>
                </a:lnTo>
                <a:lnTo>
                  <a:pt x="169529" y="58349"/>
                </a:lnTo>
                <a:cubicBezTo>
                  <a:pt x="171480" y="56398"/>
                  <a:pt x="172151" y="53532"/>
                  <a:pt x="171298" y="50911"/>
                </a:cubicBezTo>
                <a:cubicBezTo>
                  <a:pt x="170444" y="48289"/>
                  <a:pt x="168219" y="46368"/>
                  <a:pt x="165475" y="45942"/>
                </a:cubicBezTo>
                <a:lnTo>
                  <a:pt x="116759" y="38198"/>
                </a:lnTo>
                <a:lnTo>
                  <a:pt x="94352" y="-5762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4" name="Text 2"/>
          <p:cNvSpPr/>
          <p:nvPr/>
        </p:nvSpPr>
        <p:spPr>
          <a:xfrm>
            <a:off x="797770" y="433570"/>
            <a:ext cx="910498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</a:t>
            </a:r>
          </a:p>
        </p:txBody>
      </p:sp>
      <p:sp>
        <p:nvSpPr>
          <p:cNvPr id="5" name="Text 3"/>
          <p:cNvSpPr/>
          <p:nvPr/>
        </p:nvSpPr>
        <p:spPr>
          <a:xfrm>
            <a:off x="346856" y="797770"/>
            <a:ext cx="11706401" cy="416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325" y="1494951"/>
            <a:ext cx="3441682" cy="2542373"/>
          </a:xfrm>
          <a:custGeom>
            <a:avLst/>
            <a:gdLst/>
            <a:ahLst/>
            <a:cxnLst/>
            <a:rect l="l" t="t" r="r" b="b"/>
            <a:pathLst>
              <a:path w="3683614" h="2721088">
                <a:moveTo>
                  <a:pt x="208109" y="0"/>
                </a:moveTo>
                <a:lnTo>
                  <a:pt x="3475505" y="0"/>
                </a:lnTo>
                <a:cubicBezTo>
                  <a:pt x="3590441" y="0"/>
                  <a:pt x="3683614" y="93173"/>
                  <a:pt x="3683614" y="208109"/>
                </a:cubicBezTo>
                <a:lnTo>
                  <a:pt x="3683614" y="2512979"/>
                </a:lnTo>
                <a:cubicBezTo>
                  <a:pt x="3683614" y="2627837"/>
                  <a:pt x="3590364" y="2721088"/>
                  <a:pt x="3475505" y="2721088"/>
                </a:cubicBezTo>
                <a:lnTo>
                  <a:pt x="208109" y="2721088"/>
                </a:lnTo>
                <a:cubicBezTo>
                  <a:pt x="93173" y="2721088"/>
                  <a:pt x="0" y="2627914"/>
                  <a:pt x="0" y="2512979"/>
                </a:cubicBezTo>
                <a:lnTo>
                  <a:pt x="0" y="208109"/>
                </a:lnTo>
                <a:cubicBezTo>
                  <a:pt x="0" y="93250"/>
                  <a:pt x="93250" y="0"/>
                  <a:pt x="20810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04352" y="1671130"/>
            <a:ext cx="693713" cy="693713"/>
          </a:xfrm>
          <a:custGeom>
            <a:avLst/>
            <a:gdLst/>
            <a:ahLst/>
            <a:cxnLst/>
            <a:rect l="l" t="t" r="r" b="b"/>
            <a:pathLst>
              <a:path w="693713" h="693713">
                <a:moveTo>
                  <a:pt x="208114" y="0"/>
                </a:moveTo>
                <a:lnTo>
                  <a:pt x="485599" y="0"/>
                </a:lnTo>
                <a:cubicBezTo>
                  <a:pt x="600537" y="0"/>
                  <a:pt x="693713" y="93176"/>
                  <a:pt x="693713" y="208114"/>
                </a:cubicBezTo>
                <a:lnTo>
                  <a:pt x="693713" y="485599"/>
                </a:lnTo>
                <a:cubicBezTo>
                  <a:pt x="693713" y="600537"/>
                  <a:pt x="600537" y="693713"/>
                  <a:pt x="485599" y="693713"/>
                </a:cubicBezTo>
                <a:lnTo>
                  <a:pt x="208114" y="693713"/>
                </a:lnTo>
                <a:cubicBezTo>
                  <a:pt x="93176" y="693713"/>
                  <a:pt x="0" y="600537"/>
                  <a:pt x="0" y="485599"/>
                </a:cubicBezTo>
                <a:lnTo>
                  <a:pt x="0" y="208114"/>
                </a:lnTo>
                <a:cubicBezTo>
                  <a:pt x="0" y="93253"/>
                  <a:pt x="93253" y="0"/>
                  <a:pt x="208114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923305" y="1887915"/>
            <a:ext cx="260142" cy="260142"/>
          </a:xfrm>
          <a:custGeom>
            <a:avLst/>
            <a:gdLst/>
            <a:ahLst/>
            <a:cxnLst/>
            <a:rect l="l" t="t" r="r" b="b"/>
            <a:pathLst>
              <a:path w="260142" h="260142">
                <a:moveTo>
                  <a:pt x="75756" y="32924"/>
                </a:moveTo>
                <a:lnTo>
                  <a:pt x="70472" y="48777"/>
                </a:lnTo>
                <a:lnTo>
                  <a:pt x="32518" y="48777"/>
                </a:lnTo>
                <a:cubicBezTo>
                  <a:pt x="14582" y="48777"/>
                  <a:pt x="0" y="63359"/>
                  <a:pt x="0" y="81294"/>
                </a:cubicBezTo>
                <a:lnTo>
                  <a:pt x="0" y="211366"/>
                </a:lnTo>
                <a:cubicBezTo>
                  <a:pt x="0" y="229301"/>
                  <a:pt x="14582" y="243883"/>
                  <a:pt x="32518" y="243883"/>
                </a:cubicBezTo>
                <a:lnTo>
                  <a:pt x="227624" y="243883"/>
                </a:lnTo>
                <a:cubicBezTo>
                  <a:pt x="245560" y="243883"/>
                  <a:pt x="260142" y="229301"/>
                  <a:pt x="260142" y="211366"/>
                </a:cubicBezTo>
                <a:lnTo>
                  <a:pt x="260142" y="81294"/>
                </a:lnTo>
                <a:cubicBezTo>
                  <a:pt x="260142" y="63359"/>
                  <a:pt x="245560" y="48777"/>
                  <a:pt x="227624" y="48777"/>
                </a:cubicBezTo>
                <a:lnTo>
                  <a:pt x="189670" y="48777"/>
                </a:lnTo>
                <a:lnTo>
                  <a:pt x="184386" y="32924"/>
                </a:lnTo>
                <a:cubicBezTo>
                  <a:pt x="181083" y="22966"/>
                  <a:pt x="171785" y="16259"/>
                  <a:pt x="161268" y="16259"/>
                </a:cubicBezTo>
                <a:lnTo>
                  <a:pt x="98874" y="16259"/>
                </a:lnTo>
                <a:cubicBezTo>
                  <a:pt x="88357" y="16259"/>
                  <a:pt x="79059" y="22966"/>
                  <a:pt x="75756" y="32924"/>
                </a:cubicBezTo>
                <a:close/>
                <a:moveTo>
                  <a:pt x="130071" y="97553"/>
                </a:moveTo>
                <a:cubicBezTo>
                  <a:pt x="156992" y="97553"/>
                  <a:pt x="178848" y="119409"/>
                  <a:pt x="178848" y="146330"/>
                </a:cubicBezTo>
                <a:cubicBezTo>
                  <a:pt x="178848" y="173251"/>
                  <a:pt x="156992" y="195107"/>
                  <a:pt x="130071" y="195107"/>
                </a:cubicBezTo>
                <a:cubicBezTo>
                  <a:pt x="103151" y="195107"/>
                  <a:pt x="81294" y="173251"/>
                  <a:pt x="81294" y="146330"/>
                </a:cubicBezTo>
                <a:cubicBezTo>
                  <a:pt x="81294" y="119409"/>
                  <a:pt x="103151" y="97553"/>
                  <a:pt x="130071" y="9755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1364758" y="2538271"/>
            <a:ext cx="1370083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382" y="2919703"/>
            <a:ext cx="3199750" cy="91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29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medical images including skin issues, wounds, rashes, and medical reports for AI analysis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3001" y="1494951"/>
            <a:ext cx="3441682" cy="2542373"/>
          </a:xfrm>
          <a:custGeom>
            <a:avLst/>
            <a:gdLst/>
            <a:ahLst/>
            <a:cxnLst/>
            <a:rect l="l" t="t" r="r" b="b"/>
            <a:pathLst>
              <a:path w="3683614" h="2721088">
                <a:moveTo>
                  <a:pt x="208109" y="0"/>
                </a:moveTo>
                <a:lnTo>
                  <a:pt x="3475505" y="0"/>
                </a:lnTo>
                <a:cubicBezTo>
                  <a:pt x="3590441" y="0"/>
                  <a:pt x="3683614" y="93173"/>
                  <a:pt x="3683614" y="208109"/>
                </a:cubicBezTo>
                <a:lnTo>
                  <a:pt x="3683614" y="2512979"/>
                </a:lnTo>
                <a:cubicBezTo>
                  <a:pt x="3683614" y="2627837"/>
                  <a:pt x="3590364" y="2721088"/>
                  <a:pt x="3475505" y="2721088"/>
                </a:cubicBezTo>
                <a:lnTo>
                  <a:pt x="208109" y="2721088"/>
                </a:lnTo>
                <a:cubicBezTo>
                  <a:pt x="93173" y="2721088"/>
                  <a:pt x="0" y="2627914"/>
                  <a:pt x="0" y="2512979"/>
                </a:cubicBezTo>
                <a:lnTo>
                  <a:pt x="0" y="208109"/>
                </a:lnTo>
                <a:cubicBezTo>
                  <a:pt x="0" y="93250"/>
                  <a:pt x="93250" y="0"/>
                  <a:pt x="20810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07136" y="1671130"/>
            <a:ext cx="693713" cy="693713"/>
          </a:xfrm>
          <a:custGeom>
            <a:avLst/>
            <a:gdLst/>
            <a:ahLst/>
            <a:cxnLst/>
            <a:rect l="l" t="t" r="r" b="b"/>
            <a:pathLst>
              <a:path w="693713" h="693713">
                <a:moveTo>
                  <a:pt x="208114" y="0"/>
                </a:moveTo>
                <a:lnTo>
                  <a:pt x="485599" y="0"/>
                </a:lnTo>
                <a:cubicBezTo>
                  <a:pt x="600537" y="0"/>
                  <a:pt x="693713" y="93176"/>
                  <a:pt x="693713" y="208114"/>
                </a:cubicBezTo>
                <a:lnTo>
                  <a:pt x="693713" y="485599"/>
                </a:lnTo>
                <a:cubicBezTo>
                  <a:pt x="693713" y="600537"/>
                  <a:pt x="600537" y="693713"/>
                  <a:pt x="485599" y="693713"/>
                </a:cubicBezTo>
                <a:lnTo>
                  <a:pt x="208114" y="693713"/>
                </a:lnTo>
                <a:cubicBezTo>
                  <a:pt x="93176" y="693713"/>
                  <a:pt x="0" y="600537"/>
                  <a:pt x="0" y="485599"/>
                </a:cubicBezTo>
                <a:lnTo>
                  <a:pt x="0" y="208114"/>
                </a:lnTo>
                <a:cubicBezTo>
                  <a:pt x="0" y="93253"/>
                  <a:pt x="93253" y="0"/>
                  <a:pt x="208114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09830" y="1887915"/>
            <a:ext cx="292660" cy="260142"/>
          </a:xfrm>
          <a:custGeom>
            <a:avLst/>
            <a:gdLst/>
            <a:ahLst/>
            <a:cxnLst/>
            <a:rect l="l" t="t" r="r" b="b"/>
            <a:pathLst>
              <a:path w="292660" h="260142">
                <a:moveTo>
                  <a:pt x="32518" y="32518"/>
                </a:moveTo>
                <a:cubicBezTo>
                  <a:pt x="14582" y="32518"/>
                  <a:pt x="0" y="47100"/>
                  <a:pt x="0" y="65036"/>
                </a:cubicBezTo>
                <a:lnTo>
                  <a:pt x="0" y="195107"/>
                </a:lnTo>
                <a:cubicBezTo>
                  <a:pt x="0" y="213042"/>
                  <a:pt x="14582" y="227624"/>
                  <a:pt x="32518" y="227624"/>
                </a:cubicBezTo>
                <a:lnTo>
                  <a:pt x="260142" y="227624"/>
                </a:lnTo>
                <a:cubicBezTo>
                  <a:pt x="278078" y="227624"/>
                  <a:pt x="292660" y="213042"/>
                  <a:pt x="292660" y="195107"/>
                </a:cubicBezTo>
                <a:lnTo>
                  <a:pt x="292660" y="65036"/>
                </a:lnTo>
                <a:cubicBezTo>
                  <a:pt x="292660" y="47100"/>
                  <a:pt x="278078" y="32518"/>
                  <a:pt x="260142" y="32518"/>
                </a:cubicBezTo>
                <a:lnTo>
                  <a:pt x="32518" y="32518"/>
                </a:lnTo>
                <a:close/>
                <a:moveTo>
                  <a:pt x="40647" y="65036"/>
                </a:moveTo>
                <a:lnTo>
                  <a:pt x="56906" y="65036"/>
                </a:lnTo>
                <a:cubicBezTo>
                  <a:pt x="61377" y="65036"/>
                  <a:pt x="65036" y="68694"/>
                  <a:pt x="65036" y="73165"/>
                </a:cubicBezTo>
                <a:lnTo>
                  <a:pt x="65036" y="89424"/>
                </a:lnTo>
                <a:cubicBezTo>
                  <a:pt x="65036" y="93895"/>
                  <a:pt x="61377" y="97553"/>
                  <a:pt x="56906" y="97553"/>
                </a:cubicBezTo>
                <a:lnTo>
                  <a:pt x="40647" y="97553"/>
                </a:lnTo>
                <a:cubicBezTo>
                  <a:pt x="36176" y="97553"/>
                  <a:pt x="32518" y="93895"/>
                  <a:pt x="32518" y="89424"/>
                </a:cubicBezTo>
                <a:lnTo>
                  <a:pt x="32518" y="73165"/>
                </a:lnTo>
                <a:cubicBezTo>
                  <a:pt x="32518" y="68694"/>
                  <a:pt x="36176" y="65036"/>
                  <a:pt x="40647" y="65036"/>
                </a:cubicBezTo>
                <a:close/>
                <a:moveTo>
                  <a:pt x="32518" y="121942"/>
                </a:moveTo>
                <a:cubicBezTo>
                  <a:pt x="32518" y="117470"/>
                  <a:pt x="36176" y="113812"/>
                  <a:pt x="40647" y="113812"/>
                </a:cubicBezTo>
                <a:lnTo>
                  <a:pt x="56906" y="113812"/>
                </a:lnTo>
                <a:cubicBezTo>
                  <a:pt x="61377" y="113812"/>
                  <a:pt x="65036" y="117470"/>
                  <a:pt x="65036" y="121942"/>
                </a:cubicBezTo>
                <a:lnTo>
                  <a:pt x="65036" y="138201"/>
                </a:lnTo>
                <a:cubicBezTo>
                  <a:pt x="65036" y="142672"/>
                  <a:pt x="61377" y="146330"/>
                  <a:pt x="56906" y="146330"/>
                </a:cubicBezTo>
                <a:lnTo>
                  <a:pt x="40647" y="146330"/>
                </a:lnTo>
                <a:cubicBezTo>
                  <a:pt x="36176" y="146330"/>
                  <a:pt x="32518" y="142672"/>
                  <a:pt x="32518" y="138201"/>
                </a:cubicBezTo>
                <a:lnTo>
                  <a:pt x="32518" y="121942"/>
                </a:lnTo>
                <a:close/>
                <a:moveTo>
                  <a:pt x="89424" y="65036"/>
                </a:moveTo>
                <a:lnTo>
                  <a:pt x="105683" y="65036"/>
                </a:lnTo>
                <a:cubicBezTo>
                  <a:pt x="110154" y="65036"/>
                  <a:pt x="113812" y="68694"/>
                  <a:pt x="113812" y="73165"/>
                </a:cubicBezTo>
                <a:lnTo>
                  <a:pt x="113812" y="89424"/>
                </a:lnTo>
                <a:cubicBezTo>
                  <a:pt x="113812" y="93895"/>
                  <a:pt x="110154" y="97553"/>
                  <a:pt x="105683" y="97553"/>
                </a:cubicBezTo>
                <a:lnTo>
                  <a:pt x="89424" y="97553"/>
                </a:lnTo>
                <a:cubicBezTo>
                  <a:pt x="84953" y="97553"/>
                  <a:pt x="81294" y="93895"/>
                  <a:pt x="81294" y="89424"/>
                </a:cubicBezTo>
                <a:lnTo>
                  <a:pt x="81294" y="73165"/>
                </a:lnTo>
                <a:cubicBezTo>
                  <a:pt x="81294" y="68694"/>
                  <a:pt x="84953" y="65036"/>
                  <a:pt x="89424" y="65036"/>
                </a:cubicBezTo>
                <a:close/>
                <a:moveTo>
                  <a:pt x="81294" y="121942"/>
                </a:moveTo>
                <a:cubicBezTo>
                  <a:pt x="81294" y="117470"/>
                  <a:pt x="84953" y="113812"/>
                  <a:pt x="89424" y="113812"/>
                </a:cubicBezTo>
                <a:lnTo>
                  <a:pt x="105683" y="113812"/>
                </a:lnTo>
                <a:cubicBezTo>
                  <a:pt x="110154" y="113812"/>
                  <a:pt x="113812" y="117470"/>
                  <a:pt x="113812" y="121942"/>
                </a:cubicBezTo>
                <a:lnTo>
                  <a:pt x="113812" y="138201"/>
                </a:lnTo>
                <a:cubicBezTo>
                  <a:pt x="113812" y="142672"/>
                  <a:pt x="110154" y="146330"/>
                  <a:pt x="105683" y="146330"/>
                </a:cubicBezTo>
                <a:lnTo>
                  <a:pt x="89424" y="146330"/>
                </a:lnTo>
                <a:cubicBezTo>
                  <a:pt x="84953" y="146330"/>
                  <a:pt x="81294" y="142672"/>
                  <a:pt x="81294" y="138201"/>
                </a:cubicBezTo>
                <a:lnTo>
                  <a:pt x="81294" y="121942"/>
                </a:lnTo>
                <a:close/>
                <a:moveTo>
                  <a:pt x="89424" y="162589"/>
                </a:moveTo>
                <a:lnTo>
                  <a:pt x="203236" y="162589"/>
                </a:lnTo>
                <a:cubicBezTo>
                  <a:pt x="207707" y="162589"/>
                  <a:pt x="211366" y="166247"/>
                  <a:pt x="211366" y="170718"/>
                </a:cubicBezTo>
                <a:lnTo>
                  <a:pt x="211366" y="186977"/>
                </a:lnTo>
                <a:cubicBezTo>
                  <a:pt x="211366" y="191448"/>
                  <a:pt x="207707" y="195107"/>
                  <a:pt x="203236" y="195107"/>
                </a:cubicBezTo>
                <a:lnTo>
                  <a:pt x="89424" y="195107"/>
                </a:lnTo>
                <a:cubicBezTo>
                  <a:pt x="84953" y="195107"/>
                  <a:pt x="81294" y="191448"/>
                  <a:pt x="81294" y="186977"/>
                </a:cubicBezTo>
                <a:lnTo>
                  <a:pt x="81294" y="170718"/>
                </a:lnTo>
                <a:cubicBezTo>
                  <a:pt x="81294" y="166247"/>
                  <a:pt x="84953" y="162589"/>
                  <a:pt x="89424" y="162589"/>
                </a:cubicBezTo>
                <a:close/>
                <a:moveTo>
                  <a:pt x="130071" y="73165"/>
                </a:moveTo>
                <a:cubicBezTo>
                  <a:pt x="130071" y="68694"/>
                  <a:pt x="133729" y="65036"/>
                  <a:pt x="138201" y="65036"/>
                </a:cubicBezTo>
                <a:lnTo>
                  <a:pt x="154459" y="65036"/>
                </a:lnTo>
                <a:cubicBezTo>
                  <a:pt x="158931" y="65036"/>
                  <a:pt x="162589" y="68694"/>
                  <a:pt x="162589" y="73165"/>
                </a:cubicBezTo>
                <a:lnTo>
                  <a:pt x="162589" y="89424"/>
                </a:lnTo>
                <a:cubicBezTo>
                  <a:pt x="162589" y="93895"/>
                  <a:pt x="158931" y="97553"/>
                  <a:pt x="154459" y="97553"/>
                </a:cubicBezTo>
                <a:lnTo>
                  <a:pt x="138201" y="97553"/>
                </a:lnTo>
                <a:cubicBezTo>
                  <a:pt x="133729" y="97553"/>
                  <a:pt x="130071" y="93895"/>
                  <a:pt x="130071" y="89424"/>
                </a:cubicBezTo>
                <a:lnTo>
                  <a:pt x="130071" y="73165"/>
                </a:lnTo>
                <a:close/>
                <a:moveTo>
                  <a:pt x="138201" y="113812"/>
                </a:moveTo>
                <a:lnTo>
                  <a:pt x="154459" y="113812"/>
                </a:lnTo>
                <a:cubicBezTo>
                  <a:pt x="158931" y="113812"/>
                  <a:pt x="162589" y="117470"/>
                  <a:pt x="162589" y="121942"/>
                </a:cubicBezTo>
                <a:lnTo>
                  <a:pt x="162589" y="138201"/>
                </a:lnTo>
                <a:cubicBezTo>
                  <a:pt x="162589" y="142672"/>
                  <a:pt x="158931" y="146330"/>
                  <a:pt x="154459" y="146330"/>
                </a:cubicBezTo>
                <a:lnTo>
                  <a:pt x="138201" y="146330"/>
                </a:lnTo>
                <a:cubicBezTo>
                  <a:pt x="133729" y="146330"/>
                  <a:pt x="130071" y="142672"/>
                  <a:pt x="130071" y="138201"/>
                </a:cubicBezTo>
                <a:lnTo>
                  <a:pt x="130071" y="121942"/>
                </a:lnTo>
                <a:cubicBezTo>
                  <a:pt x="130071" y="117470"/>
                  <a:pt x="133729" y="113812"/>
                  <a:pt x="138201" y="113812"/>
                </a:cubicBezTo>
                <a:close/>
                <a:moveTo>
                  <a:pt x="178848" y="73165"/>
                </a:moveTo>
                <a:cubicBezTo>
                  <a:pt x="178848" y="68694"/>
                  <a:pt x="182506" y="65036"/>
                  <a:pt x="186977" y="65036"/>
                </a:cubicBezTo>
                <a:lnTo>
                  <a:pt x="203236" y="65036"/>
                </a:lnTo>
                <a:cubicBezTo>
                  <a:pt x="207707" y="65036"/>
                  <a:pt x="211366" y="68694"/>
                  <a:pt x="211366" y="73165"/>
                </a:cubicBezTo>
                <a:lnTo>
                  <a:pt x="211366" y="89424"/>
                </a:lnTo>
                <a:cubicBezTo>
                  <a:pt x="211366" y="93895"/>
                  <a:pt x="207707" y="97553"/>
                  <a:pt x="203236" y="97553"/>
                </a:cubicBezTo>
                <a:lnTo>
                  <a:pt x="186977" y="97553"/>
                </a:lnTo>
                <a:cubicBezTo>
                  <a:pt x="182506" y="97553"/>
                  <a:pt x="178848" y="93895"/>
                  <a:pt x="178848" y="89424"/>
                </a:cubicBezTo>
                <a:lnTo>
                  <a:pt x="178848" y="73165"/>
                </a:lnTo>
                <a:close/>
                <a:moveTo>
                  <a:pt x="186977" y="113812"/>
                </a:moveTo>
                <a:lnTo>
                  <a:pt x="203236" y="113812"/>
                </a:lnTo>
                <a:cubicBezTo>
                  <a:pt x="207707" y="113812"/>
                  <a:pt x="211366" y="117470"/>
                  <a:pt x="211366" y="121942"/>
                </a:cubicBezTo>
                <a:lnTo>
                  <a:pt x="211366" y="138201"/>
                </a:lnTo>
                <a:cubicBezTo>
                  <a:pt x="211366" y="142672"/>
                  <a:pt x="207707" y="146330"/>
                  <a:pt x="203236" y="146330"/>
                </a:cubicBezTo>
                <a:lnTo>
                  <a:pt x="186977" y="146330"/>
                </a:lnTo>
                <a:cubicBezTo>
                  <a:pt x="182506" y="146330"/>
                  <a:pt x="178848" y="142672"/>
                  <a:pt x="178848" y="138201"/>
                </a:cubicBezTo>
                <a:lnTo>
                  <a:pt x="178848" y="121942"/>
                </a:lnTo>
                <a:cubicBezTo>
                  <a:pt x="178848" y="117470"/>
                  <a:pt x="182506" y="113812"/>
                  <a:pt x="186977" y="113812"/>
                </a:cubicBezTo>
                <a:close/>
                <a:moveTo>
                  <a:pt x="227624" y="73165"/>
                </a:moveTo>
                <a:cubicBezTo>
                  <a:pt x="227624" y="68694"/>
                  <a:pt x="231283" y="65036"/>
                  <a:pt x="235754" y="65036"/>
                </a:cubicBezTo>
                <a:lnTo>
                  <a:pt x="252013" y="65036"/>
                </a:lnTo>
                <a:cubicBezTo>
                  <a:pt x="256484" y="65036"/>
                  <a:pt x="260142" y="68694"/>
                  <a:pt x="260142" y="73165"/>
                </a:cubicBezTo>
                <a:lnTo>
                  <a:pt x="260142" y="89424"/>
                </a:lnTo>
                <a:cubicBezTo>
                  <a:pt x="260142" y="93895"/>
                  <a:pt x="256484" y="97553"/>
                  <a:pt x="252013" y="97553"/>
                </a:cubicBezTo>
                <a:lnTo>
                  <a:pt x="235754" y="97553"/>
                </a:lnTo>
                <a:cubicBezTo>
                  <a:pt x="231283" y="97553"/>
                  <a:pt x="227624" y="93895"/>
                  <a:pt x="227624" y="89424"/>
                </a:cubicBezTo>
                <a:lnTo>
                  <a:pt x="227624" y="73165"/>
                </a:lnTo>
                <a:close/>
                <a:moveTo>
                  <a:pt x="235754" y="113812"/>
                </a:moveTo>
                <a:lnTo>
                  <a:pt x="252013" y="113812"/>
                </a:lnTo>
                <a:cubicBezTo>
                  <a:pt x="256484" y="113812"/>
                  <a:pt x="260142" y="117470"/>
                  <a:pt x="260142" y="121942"/>
                </a:cubicBezTo>
                <a:lnTo>
                  <a:pt x="260142" y="138201"/>
                </a:lnTo>
                <a:cubicBezTo>
                  <a:pt x="260142" y="142672"/>
                  <a:pt x="256484" y="146330"/>
                  <a:pt x="252013" y="146330"/>
                </a:cubicBezTo>
                <a:lnTo>
                  <a:pt x="235754" y="146330"/>
                </a:lnTo>
                <a:cubicBezTo>
                  <a:pt x="231283" y="146330"/>
                  <a:pt x="227624" y="142672"/>
                  <a:pt x="227624" y="138201"/>
                </a:cubicBezTo>
                <a:lnTo>
                  <a:pt x="227624" y="121942"/>
                </a:lnTo>
                <a:cubicBezTo>
                  <a:pt x="227624" y="117470"/>
                  <a:pt x="231283" y="113812"/>
                  <a:pt x="235754" y="113812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4" name="Text 12"/>
          <p:cNvSpPr/>
          <p:nvPr/>
        </p:nvSpPr>
        <p:spPr>
          <a:xfrm>
            <a:off x="5145492" y="2538271"/>
            <a:ext cx="1612882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Symptoms Input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52058" y="2919703"/>
            <a:ext cx="3199750" cy="91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29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detailed symptoms and medical history in text form to provide contextual information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55785" y="1494951"/>
            <a:ext cx="3441682" cy="2542373"/>
          </a:xfrm>
          <a:custGeom>
            <a:avLst/>
            <a:gdLst/>
            <a:ahLst/>
            <a:cxnLst/>
            <a:rect l="l" t="t" r="r" b="b"/>
            <a:pathLst>
              <a:path w="3683614" h="2721088">
                <a:moveTo>
                  <a:pt x="208109" y="0"/>
                </a:moveTo>
                <a:lnTo>
                  <a:pt x="3475505" y="0"/>
                </a:lnTo>
                <a:cubicBezTo>
                  <a:pt x="3590441" y="0"/>
                  <a:pt x="3683614" y="93173"/>
                  <a:pt x="3683614" y="208109"/>
                </a:cubicBezTo>
                <a:lnTo>
                  <a:pt x="3683614" y="2512979"/>
                </a:lnTo>
                <a:cubicBezTo>
                  <a:pt x="3683614" y="2627837"/>
                  <a:pt x="3590364" y="2721088"/>
                  <a:pt x="3475505" y="2721088"/>
                </a:cubicBezTo>
                <a:lnTo>
                  <a:pt x="208109" y="2721088"/>
                </a:lnTo>
                <a:cubicBezTo>
                  <a:pt x="93173" y="2721088"/>
                  <a:pt x="0" y="2627914"/>
                  <a:pt x="0" y="2512979"/>
                </a:cubicBezTo>
                <a:lnTo>
                  <a:pt x="0" y="208109"/>
                </a:lnTo>
                <a:cubicBezTo>
                  <a:pt x="0" y="93250"/>
                  <a:pt x="93250" y="0"/>
                  <a:pt x="208109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920" y="1671130"/>
            <a:ext cx="693713" cy="693713"/>
          </a:xfrm>
          <a:custGeom>
            <a:avLst/>
            <a:gdLst/>
            <a:ahLst/>
            <a:cxnLst/>
            <a:rect l="l" t="t" r="r" b="b"/>
            <a:pathLst>
              <a:path w="693713" h="693713">
                <a:moveTo>
                  <a:pt x="208114" y="0"/>
                </a:moveTo>
                <a:lnTo>
                  <a:pt x="485599" y="0"/>
                </a:lnTo>
                <a:cubicBezTo>
                  <a:pt x="600537" y="0"/>
                  <a:pt x="693713" y="93176"/>
                  <a:pt x="693713" y="208114"/>
                </a:cubicBezTo>
                <a:lnTo>
                  <a:pt x="693713" y="485599"/>
                </a:lnTo>
                <a:cubicBezTo>
                  <a:pt x="693713" y="600537"/>
                  <a:pt x="600537" y="693713"/>
                  <a:pt x="485599" y="693713"/>
                </a:cubicBezTo>
                <a:lnTo>
                  <a:pt x="208114" y="693713"/>
                </a:lnTo>
                <a:cubicBezTo>
                  <a:pt x="93176" y="693713"/>
                  <a:pt x="0" y="600537"/>
                  <a:pt x="0" y="485599"/>
                </a:cubicBezTo>
                <a:lnTo>
                  <a:pt x="0" y="208114"/>
                </a:lnTo>
                <a:cubicBezTo>
                  <a:pt x="0" y="93253"/>
                  <a:pt x="93253" y="0"/>
                  <a:pt x="208114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28873" y="1887915"/>
            <a:ext cx="260142" cy="260142"/>
          </a:xfrm>
          <a:custGeom>
            <a:avLst/>
            <a:gdLst/>
            <a:ahLst/>
            <a:cxnLst/>
            <a:rect l="l" t="t" r="r" b="b"/>
            <a:pathLst>
              <a:path w="260142" h="260142">
                <a:moveTo>
                  <a:pt x="60971" y="28453"/>
                </a:moveTo>
                <a:cubicBezTo>
                  <a:pt x="60971" y="12753"/>
                  <a:pt x="73724" y="0"/>
                  <a:pt x="89424" y="0"/>
                </a:cubicBezTo>
                <a:lnTo>
                  <a:pt x="101618" y="0"/>
                </a:lnTo>
                <a:cubicBezTo>
                  <a:pt x="110611" y="0"/>
                  <a:pt x="117877" y="7266"/>
                  <a:pt x="117877" y="16259"/>
                </a:cubicBezTo>
                <a:lnTo>
                  <a:pt x="117877" y="243883"/>
                </a:lnTo>
                <a:cubicBezTo>
                  <a:pt x="117877" y="252877"/>
                  <a:pt x="110611" y="260142"/>
                  <a:pt x="101618" y="260142"/>
                </a:cubicBezTo>
                <a:lnTo>
                  <a:pt x="85359" y="260142"/>
                </a:lnTo>
                <a:cubicBezTo>
                  <a:pt x="70218" y="260142"/>
                  <a:pt x="57465" y="249777"/>
                  <a:pt x="53858" y="235754"/>
                </a:cubicBezTo>
                <a:cubicBezTo>
                  <a:pt x="53502" y="235754"/>
                  <a:pt x="53197" y="235754"/>
                  <a:pt x="52841" y="235754"/>
                </a:cubicBezTo>
                <a:cubicBezTo>
                  <a:pt x="30384" y="235754"/>
                  <a:pt x="12194" y="217564"/>
                  <a:pt x="12194" y="195107"/>
                </a:cubicBezTo>
                <a:cubicBezTo>
                  <a:pt x="12194" y="185961"/>
                  <a:pt x="15243" y="177527"/>
                  <a:pt x="20324" y="170718"/>
                </a:cubicBezTo>
                <a:cubicBezTo>
                  <a:pt x="10467" y="163300"/>
                  <a:pt x="4065" y="151513"/>
                  <a:pt x="4065" y="138201"/>
                </a:cubicBezTo>
                <a:cubicBezTo>
                  <a:pt x="4065" y="122501"/>
                  <a:pt x="13007" y="108833"/>
                  <a:pt x="26014" y="102075"/>
                </a:cubicBezTo>
                <a:cubicBezTo>
                  <a:pt x="22407" y="95978"/>
                  <a:pt x="20324" y="88865"/>
                  <a:pt x="20324" y="81294"/>
                </a:cubicBezTo>
                <a:cubicBezTo>
                  <a:pt x="20324" y="58837"/>
                  <a:pt x="38513" y="40647"/>
                  <a:pt x="60971" y="40647"/>
                </a:cubicBezTo>
                <a:lnTo>
                  <a:pt x="60971" y="28453"/>
                </a:lnTo>
                <a:close/>
                <a:moveTo>
                  <a:pt x="199171" y="28453"/>
                </a:moveTo>
                <a:lnTo>
                  <a:pt x="199171" y="40647"/>
                </a:lnTo>
                <a:cubicBezTo>
                  <a:pt x="221629" y="40647"/>
                  <a:pt x="239819" y="58837"/>
                  <a:pt x="239819" y="81294"/>
                </a:cubicBezTo>
                <a:cubicBezTo>
                  <a:pt x="239819" y="88916"/>
                  <a:pt x="237735" y="96029"/>
                  <a:pt x="234128" y="102075"/>
                </a:cubicBezTo>
                <a:cubicBezTo>
                  <a:pt x="247186" y="108833"/>
                  <a:pt x="256078" y="122450"/>
                  <a:pt x="256078" y="138201"/>
                </a:cubicBezTo>
                <a:cubicBezTo>
                  <a:pt x="256078" y="151513"/>
                  <a:pt x="249676" y="163300"/>
                  <a:pt x="239819" y="170718"/>
                </a:cubicBezTo>
                <a:cubicBezTo>
                  <a:pt x="244900" y="177527"/>
                  <a:pt x="247948" y="185961"/>
                  <a:pt x="247948" y="195107"/>
                </a:cubicBezTo>
                <a:cubicBezTo>
                  <a:pt x="247948" y="217564"/>
                  <a:pt x="229758" y="235754"/>
                  <a:pt x="207301" y="235754"/>
                </a:cubicBezTo>
                <a:cubicBezTo>
                  <a:pt x="206945" y="235754"/>
                  <a:pt x="206640" y="235754"/>
                  <a:pt x="206285" y="235754"/>
                </a:cubicBezTo>
                <a:cubicBezTo>
                  <a:pt x="202677" y="249777"/>
                  <a:pt x="189924" y="260142"/>
                  <a:pt x="174783" y="260142"/>
                </a:cubicBezTo>
                <a:lnTo>
                  <a:pt x="158524" y="260142"/>
                </a:lnTo>
                <a:cubicBezTo>
                  <a:pt x="149531" y="260142"/>
                  <a:pt x="142265" y="252877"/>
                  <a:pt x="142265" y="243883"/>
                </a:cubicBezTo>
                <a:lnTo>
                  <a:pt x="142265" y="16259"/>
                </a:lnTo>
                <a:cubicBezTo>
                  <a:pt x="142265" y="7266"/>
                  <a:pt x="149531" y="0"/>
                  <a:pt x="158524" y="0"/>
                </a:cubicBezTo>
                <a:lnTo>
                  <a:pt x="170718" y="0"/>
                </a:lnTo>
                <a:cubicBezTo>
                  <a:pt x="186418" y="0"/>
                  <a:pt x="199171" y="12753"/>
                  <a:pt x="199171" y="28453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9302239" y="2538271"/>
            <a:ext cx="1109940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54842" y="2919703"/>
            <a:ext cx="3199750" cy="91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29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advanced LLM technology for intelligent medical analysis and reasoning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0325" y="4431415"/>
            <a:ext cx="3441682" cy="2307418"/>
          </a:xfrm>
          <a:custGeom>
            <a:avLst/>
            <a:gdLst/>
            <a:ahLst/>
            <a:cxnLst/>
            <a:rect l="l" t="t" r="r" b="b"/>
            <a:pathLst>
              <a:path w="3683614" h="2469617">
                <a:moveTo>
                  <a:pt x="208115" y="0"/>
                </a:moveTo>
                <a:lnTo>
                  <a:pt x="3475500" y="0"/>
                </a:lnTo>
                <a:cubicBezTo>
                  <a:pt x="3590438" y="0"/>
                  <a:pt x="3683614" y="93176"/>
                  <a:pt x="3683614" y="208115"/>
                </a:cubicBezTo>
                <a:lnTo>
                  <a:pt x="3683614" y="2261502"/>
                </a:lnTo>
                <a:cubicBezTo>
                  <a:pt x="3683614" y="2376441"/>
                  <a:pt x="3590438" y="2469617"/>
                  <a:pt x="3475500" y="2469617"/>
                </a:cubicBezTo>
                <a:lnTo>
                  <a:pt x="208115" y="2469617"/>
                </a:lnTo>
                <a:cubicBezTo>
                  <a:pt x="93176" y="2469617"/>
                  <a:pt x="0" y="2376441"/>
                  <a:pt x="0" y="2261502"/>
                </a:cubicBezTo>
                <a:lnTo>
                  <a:pt x="0" y="208115"/>
                </a:lnTo>
                <a:cubicBezTo>
                  <a:pt x="0" y="93176"/>
                  <a:pt x="93176" y="0"/>
                  <a:pt x="20811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04352" y="4607593"/>
            <a:ext cx="693713" cy="693713"/>
          </a:xfrm>
          <a:custGeom>
            <a:avLst/>
            <a:gdLst/>
            <a:ahLst/>
            <a:cxnLst/>
            <a:rect l="l" t="t" r="r" b="b"/>
            <a:pathLst>
              <a:path w="693713" h="693713">
                <a:moveTo>
                  <a:pt x="208114" y="0"/>
                </a:moveTo>
                <a:lnTo>
                  <a:pt x="485599" y="0"/>
                </a:lnTo>
                <a:cubicBezTo>
                  <a:pt x="600537" y="0"/>
                  <a:pt x="693713" y="93176"/>
                  <a:pt x="693713" y="208114"/>
                </a:cubicBezTo>
                <a:lnTo>
                  <a:pt x="693713" y="485599"/>
                </a:lnTo>
                <a:cubicBezTo>
                  <a:pt x="693713" y="600537"/>
                  <a:pt x="600537" y="693713"/>
                  <a:pt x="485599" y="693713"/>
                </a:cubicBezTo>
                <a:lnTo>
                  <a:pt x="208114" y="693713"/>
                </a:lnTo>
                <a:cubicBezTo>
                  <a:pt x="93176" y="693713"/>
                  <a:pt x="0" y="600537"/>
                  <a:pt x="0" y="485599"/>
                </a:cubicBezTo>
                <a:lnTo>
                  <a:pt x="0" y="208114"/>
                </a:lnTo>
                <a:cubicBezTo>
                  <a:pt x="0" y="93253"/>
                  <a:pt x="93253" y="0"/>
                  <a:pt x="208114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39564" y="4824379"/>
            <a:ext cx="227624" cy="260142"/>
          </a:xfrm>
          <a:custGeom>
            <a:avLst/>
            <a:gdLst/>
            <a:ahLst/>
            <a:cxnLst/>
            <a:rect l="l" t="t" r="r" b="b"/>
            <a:pathLst>
              <a:path w="227624" h="260142">
                <a:moveTo>
                  <a:pt x="172141" y="-5030"/>
                </a:moveTo>
                <a:cubicBezTo>
                  <a:pt x="178187" y="-661"/>
                  <a:pt x="180423" y="7266"/>
                  <a:pt x="177679" y="14176"/>
                </a:cubicBezTo>
                <a:lnTo>
                  <a:pt x="137845" y="113812"/>
                </a:lnTo>
                <a:lnTo>
                  <a:pt x="211366" y="113812"/>
                </a:lnTo>
                <a:cubicBezTo>
                  <a:pt x="218225" y="113812"/>
                  <a:pt x="224322" y="118080"/>
                  <a:pt x="226659" y="124533"/>
                </a:cubicBezTo>
                <a:cubicBezTo>
                  <a:pt x="228996" y="130986"/>
                  <a:pt x="227015" y="138201"/>
                  <a:pt x="221781" y="142570"/>
                </a:cubicBezTo>
                <a:lnTo>
                  <a:pt x="75451" y="264512"/>
                </a:lnTo>
                <a:cubicBezTo>
                  <a:pt x="69710" y="269288"/>
                  <a:pt x="61530" y="269542"/>
                  <a:pt x="55483" y="265172"/>
                </a:cubicBezTo>
                <a:cubicBezTo>
                  <a:pt x="49437" y="260803"/>
                  <a:pt x="47202" y="252877"/>
                  <a:pt x="49945" y="245967"/>
                </a:cubicBezTo>
                <a:lnTo>
                  <a:pt x="89780" y="146330"/>
                </a:lnTo>
                <a:lnTo>
                  <a:pt x="16259" y="146330"/>
                </a:lnTo>
                <a:cubicBezTo>
                  <a:pt x="9400" y="146330"/>
                  <a:pt x="3303" y="142062"/>
                  <a:pt x="965" y="135609"/>
                </a:cubicBezTo>
                <a:cubicBezTo>
                  <a:pt x="-1372" y="129157"/>
                  <a:pt x="610" y="121942"/>
                  <a:pt x="5843" y="117572"/>
                </a:cubicBezTo>
                <a:lnTo>
                  <a:pt x="152173" y="-4370"/>
                </a:lnTo>
                <a:cubicBezTo>
                  <a:pt x="157914" y="-9146"/>
                  <a:pt x="166095" y="-9400"/>
                  <a:pt x="172141" y="-503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1209865" y="5474734"/>
            <a:ext cx="1682253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Response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382" y="5856168"/>
            <a:ext cx="3199750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29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immediate AI-generated medical guidance without waiting for appointments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3001" y="4431415"/>
            <a:ext cx="3441682" cy="2307418"/>
          </a:xfrm>
          <a:custGeom>
            <a:avLst/>
            <a:gdLst/>
            <a:ahLst/>
            <a:cxnLst/>
            <a:rect l="l" t="t" r="r" b="b"/>
            <a:pathLst>
              <a:path w="3683614" h="2469617">
                <a:moveTo>
                  <a:pt x="208115" y="0"/>
                </a:moveTo>
                <a:lnTo>
                  <a:pt x="3475500" y="0"/>
                </a:lnTo>
                <a:cubicBezTo>
                  <a:pt x="3590438" y="0"/>
                  <a:pt x="3683614" y="93176"/>
                  <a:pt x="3683614" y="208115"/>
                </a:cubicBezTo>
                <a:lnTo>
                  <a:pt x="3683614" y="2261502"/>
                </a:lnTo>
                <a:cubicBezTo>
                  <a:pt x="3683614" y="2376441"/>
                  <a:pt x="3590438" y="2469617"/>
                  <a:pt x="3475500" y="2469617"/>
                </a:cubicBezTo>
                <a:lnTo>
                  <a:pt x="208115" y="2469617"/>
                </a:lnTo>
                <a:cubicBezTo>
                  <a:pt x="93176" y="2469617"/>
                  <a:pt x="0" y="2376441"/>
                  <a:pt x="0" y="2261502"/>
                </a:cubicBezTo>
                <a:lnTo>
                  <a:pt x="0" y="208115"/>
                </a:lnTo>
                <a:cubicBezTo>
                  <a:pt x="0" y="93176"/>
                  <a:pt x="93176" y="0"/>
                  <a:pt x="20811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07136" y="4607593"/>
            <a:ext cx="693713" cy="693713"/>
          </a:xfrm>
          <a:custGeom>
            <a:avLst/>
            <a:gdLst/>
            <a:ahLst/>
            <a:cxnLst/>
            <a:rect l="l" t="t" r="r" b="b"/>
            <a:pathLst>
              <a:path w="693713" h="693713">
                <a:moveTo>
                  <a:pt x="208114" y="0"/>
                </a:moveTo>
                <a:lnTo>
                  <a:pt x="485599" y="0"/>
                </a:lnTo>
                <a:cubicBezTo>
                  <a:pt x="600537" y="0"/>
                  <a:pt x="693713" y="93176"/>
                  <a:pt x="693713" y="208114"/>
                </a:cubicBezTo>
                <a:lnTo>
                  <a:pt x="693713" y="485599"/>
                </a:lnTo>
                <a:cubicBezTo>
                  <a:pt x="693713" y="600537"/>
                  <a:pt x="600537" y="693713"/>
                  <a:pt x="485599" y="693713"/>
                </a:cubicBezTo>
                <a:lnTo>
                  <a:pt x="208114" y="693713"/>
                </a:lnTo>
                <a:cubicBezTo>
                  <a:pt x="93176" y="693713"/>
                  <a:pt x="0" y="600537"/>
                  <a:pt x="0" y="485599"/>
                </a:cubicBezTo>
                <a:lnTo>
                  <a:pt x="0" y="208114"/>
                </a:lnTo>
                <a:cubicBezTo>
                  <a:pt x="0" y="93253"/>
                  <a:pt x="93253" y="0"/>
                  <a:pt x="208114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826089" y="4824379"/>
            <a:ext cx="260142" cy="260142"/>
          </a:xfrm>
          <a:custGeom>
            <a:avLst/>
            <a:gdLst/>
            <a:ahLst/>
            <a:cxnLst/>
            <a:rect l="l" t="t" r="r" b="b"/>
            <a:pathLst>
              <a:path w="260142" h="260142">
                <a:moveTo>
                  <a:pt x="178797" y="142265"/>
                </a:moveTo>
                <a:lnTo>
                  <a:pt x="81803" y="142265"/>
                </a:lnTo>
                <a:cubicBezTo>
                  <a:pt x="83276" y="175037"/>
                  <a:pt x="90542" y="205218"/>
                  <a:pt x="100856" y="227320"/>
                </a:cubicBezTo>
                <a:cubicBezTo>
                  <a:pt x="106648" y="239768"/>
                  <a:pt x="112898" y="248558"/>
                  <a:pt x="118690" y="253944"/>
                </a:cubicBezTo>
                <a:cubicBezTo>
                  <a:pt x="124381" y="259278"/>
                  <a:pt x="128293" y="260142"/>
                  <a:pt x="130325" y="260142"/>
                </a:cubicBezTo>
                <a:cubicBezTo>
                  <a:pt x="132358" y="260142"/>
                  <a:pt x="136270" y="259278"/>
                  <a:pt x="141960" y="253944"/>
                </a:cubicBezTo>
                <a:cubicBezTo>
                  <a:pt x="147753" y="248558"/>
                  <a:pt x="154002" y="239717"/>
                  <a:pt x="159794" y="227320"/>
                </a:cubicBezTo>
                <a:cubicBezTo>
                  <a:pt x="170109" y="205218"/>
                  <a:pt x="177374" y="175037"/>
                  <a:pt x="178848" y="142265"/>
                </a:cubicBezTo>
                <a:close/>
                <a:moveTo>
                  <a:pt x="81752" y="117877"/>
                </a:moveTo>
                <a:lnTo>
                  <a:pt x="178746" y="117877"/>
                </a:lnTo>
                <a:cubicBezTo>
                  <a:pt x="177324" y="85105"/>
                  <a:pt x="170058" y="54925"/>
                  <a:pt x="159744" y="32823"/>
                </a:cubicBezTo>
                <a:cubicBezTo>
                  <a:pt x="153951" y="20425"/>
                  <a:pt x="147702" y="11584"/>
                  <a:pt x="141910" y="6199"/>
                </a:cubicBezTo>
                <a:cubicBezTo>
                  <a:pt x="136219" y="864"/>
                  <a:pt x="132307" y="0"/>
                  <a:pt x="130274" y="0"/>
                </a:cubicBezTo>
                <a:cubicBezTo>
                  <a:pt x="128242" y="0"/>
                  <a:pt x="124330" y="864"/>
                  <a:pt x="118639" y="6199"/>
                </a:cubicBezTo>
                <a:cubicBezTo>
                  <a:pt x="112847" y="11584"/>
                  <a:pt x="106597" y="20425"/>
                  <a:pt x="100805" y="32823"/>
                </a:cubicBezTo>
                <a:cubicBezTo>
                  <a:pt x="90491" y="54925"/>
                  <a:pt x="83225" y="85105"/>
                  <a:pt x="81752" y="117877"/>
                </a:cubicBezTo>
                <a:close/>
                <a:moveTo>
                  <a:pt x="57363" y="117877"/>
                </a:moveTo>
                <a:cubicBezTo>
                  <a:pt x="59142" y="74384"/>
                  <a:pt x="70371" y="33991"/>
                  <a:pt x="86782" y="7469"/>
                </a:cubicBezTo>
                <a:cubicBezTo>
                  <a:pt x="39987" y="24033"/>
                  <a:pt x="5538" y="66661"/>
                  <a:pt x="762" y="117877"/>
                </a:cubicBezTo>
                <a:lnTo>
                  <a:pt x="57363" y="117877"/>
                </a:lnTo>
                <a:close/>
                <a:moveTo>
                  <a:pt x="762" y="142265"/>
                </a:moveTo>
                <a:cubicBezTo>
                  <a:pt x="5538" y="193481"/>
                  <a:pt x="39987" y="236110"/>
                  <a:pt x="86782" y="252673"/>
                </a:cubicBezTo>
                <a:cubicBezTo>
                  <a:pt x="70371" y="226151"/>
                  <a:pt x="59142" y="185758"/>
                  <a:pt x="57363" y="142265"/>
                </a:cubicBezTo>
                <a:lnTo>
                  <a:pt x="762" y="142265"/>
                </a:lnTo>
                <a:close/>
                <a:moveTo>
                  <a:pt x="203185" y="142265"/>
                </a:moveTo>
                <a:cubicBezTo>
                  <a:pt x="201407" y="185758"/>
                  <a:pt x="190178" y="226151"/>
                  <a:pt x="173767" y="252673"/>
                </a:cubicBezTo>
                <a:cubicBezTo>
                  <a:pt x="220562" y="236059"/>
                  <a:pt x="255011" y="193481"/>
                  <a:pt x="259787" y="142265"/>
                </a:cubicBezTo>
                <a:lnTo>
                  <a:pt x="203185" y="142265"/>
                </a:lnTo>
                <a:close/>
                <a:moveTo>
                  <a:pt x="259787" y="117877"/>
                </a:moveTo>
                <a:cubicBezTo>
                  <a:pt x="255011" y="66661"/>
                  <a:pt x="220562" y="24033"/>
                  <a:pt x="173767" y="7469"/>
                </a:cubicBezTo>
                <a:cubicBezTo>
                  <a:pt x="190178" y="33991"/>
                  <a:pt x="201407" y="74384"/>
                  <a:pt x="203185" y="117877"/>
                </a:cubicBezTo>
                <a:lnTo>
                  <a:pt x="259787" y="117877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29" name="Text 27"/>
          <p:cNvSpPr/>
          <p:nvPr/>
        </p:nvSpPr>
        <p:spPr>
          <a:xfrm>
            <a:off x="5251608" y="5474734"/>
            <a:ext cx="1404768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Interface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52058" y="5856168"/>
            <a:ext cx="3199750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29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intuitive web-based interface accessible from any device with a browser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55785" y="4431415"/>
            <a:ext cx="3441682" cy="2307418"/>
          </a:xfrm>
          <a:custGeom>
            <a:avLst/>
            <a:gdLst/>
            <a:ahLst/>
            <a:cxnLst/>
            <a:rect l="l" t="t" r="r" b="b"/>
            <a:pathLst>
              <a:path w="3683614" h="2469617">
                <a:moveTo>
                  <a:pt x="208115" y="0"/>
                </a:moveTo>
                <a:lnTo>
                  <a:pt x="3475500" y="0"/>
                </a:lnTo>
                <a:cubicBezTo>
                  <a:pt x="3590438" y="0"/>
                  <a:pt x="3683614" y="93176"/>
                  <a:pt x="3683614" y="208115"/>
                </a:cubicBezTo>
                <a:lnTo>
                  <a:pt x="3683614" y="2261502"/>
                </a:lnTo>
                <a:cubicBezTo>
                  <a:pt x="3683614" y="2376441"/>
                  <a:pt x="3590438" y="2469617"/>
                  <a:pt x="3475500" y="2469617"/>
                </a:cubicBezTo>
                <a:lnTo>
                  <a:pt x="208115" y="2469617"/>
                </a:lnTo>
                <a:cubicBezTo>
                  <a:pt x="93176" y="2469617"/>
                  <a:pt x="0" y="2376441"/>
                  <a:pt x="0" y="2261502"/>
                </a:cubicBezTo>
                <a:lnTo>
                  <a:pt x="0" y="208115"/>
                </a:lnTo>
                <a:cubicBezTo>
                  <a:pt x="0" y="93176"/>
                  <a:pt x="93176" y="0"/>
                  <a:pt x="208115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09920" y="4607593"/>
            <a:ext cx="693713" cy="693713"/>
          </a:xfrm>
          <a:custGeom>
            <a:avLst/>
            <a:gdLst/>
            <a:ahLst/>
            <a:cxnLst/>
            <a:rect l="l" t="t" r="r" b="b"/>
            <a:pathLst>
              <a:path w="693713" h="693713">
                <a:moveTo>
                  <a:pt x="208114" y="0"/>
                </a:moveTo>
                <a:lnTo>
                  <a:pt x="485599" y="0"/>
                </a:lnTo>
                <a:cubicBezTo>
                  <a:pt x="600537" y="0"/>
                  <a:pt x="693713" y="93176"/>
                  <a:pt x="693713" y="208114"/>
                </a:cubicBezTo>
                <a:lnTo>
                  <a:pt x="693713" y="485599"/>
                </a:lnTo>
                <a:cubicBezTo>
                  <a:pt x="693713" y="600537"/>
                  <a:pt x="600537" y="693713"/>
                  <a:pt x="485599" y="693713"/>
                </a:cubicBezTo>
                <a:lnTo>
                  <a:pt x="208114" y="693713"/>
                </a:lnTo>
                <a:cubicBezTo>
                  <a:pt x="93176" y="693713"/>
                  <a:pt x="0" y="600537"/>
                  <a:pt x="0" y="485599"/>
                </a:cubicBezTo>
                <a:lnTo>
                  <a:pt x="0" y="208114"/>
                </a:lnTo>
                <a:cubicBezTo>
                  <a:pt x="0" y="93253"/>
                  <a:pt x="93253" y="0"/>
                  <a:pt x="208114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61391" y="4824379"/>
            <a:ext cx="195107" cy="260142"/>
          </a:xfrm>
          <a:custGeom>
            <a:avLst/>
            <a:gdLst/>
            <a:ahLst/>
            <a:cxnLst/>
            <a:rect l="l" t="t" r="r" b="b"/>
            <a:pathLst>
              <a:path w="195107" h="260142">
                <a:moveTo>
                  <a:pt x="65036" y="48777"/>
                </a:moveTo>
                <a:lnTo>
                  <a:pt x="65036" y="81294"/>
                </a:lnTo>
                <a:lnTo>
                  <a:pt x="130071" y="81294"/>
                </a:lnTo>
                <a:lnTo>
                  <a:pt x="130071" y="48777"/>
                </a:lnTo>
                <a:cubicBezTo>
                  <a:pt x="130071" y="30841"/>
                  <a:pt x="115489" y="16259"/>
                  <a:pt x="97553" y="16259"/>
                </a:cubicBezTo>
                <a:cubicBezTo>
                  <a:pt x="79618" y="16259"/>
                  <a:pt x="65036" y="30841"/>
                  <a:pt x="65036" y="48777"/>
                </a:cubicBezTo>
                <a:close/>
                <a:moveTo>
                  <a:pt x="32518" y="81294"/>
                </a:moveTo>
                <a:lnTo>
                  <a:pt x="32518" y="48777"/>
                </a:lnTo>
                <a:cubicBezTo>
                  <a:pt x="32518" y="12855"/>
                  <a:pt x="61631" y="-16259"/>
                  <a:pt x="97553" y="-16259"/>
                </a:cubicBezTo>
                <a:cubicBezTo>
                  <a:pt x="133475" y="-16259"/>
                  <a:pt x="162589" y="12855"/>
                  <a:pt x="162589" y="48777"/>
                </a:cubicBezTo>
                <a:lnTo>
                  <a:pt x="162589" y="81294"/>
                </a:lnTo>
                <a:cubicBezTo>
                  <a:pt x="180524" y="81294"/>
                  <a:pt x="195107" y="95877"/>
                  <a:pt x="195107" y="113812"/>
                </a:cubicBezTo>
                <a:lnTo>
                  <a:pt x="195107" y="227624"/>
                </a:lnTo>
                <a:cubicBezTo>
                  <a:pt x="195107" y="245560"/>
                  <a:pt x="180524" y="260142"/>
                  <a:pt x="162589" y="260142"/>
                </a:cubicBezTo>
                <a:lnTo>
                  <a:pt x="32518" y="260142"/>
                </a:lnTo>
                <a:cubicBezTo>
                  <a:pt x="14582" y="260142"/>
                  <a:pt x="0" y="245560"/>
                  <a:pt x="0" y="227624"/>
                </a:cubicBezTo>
                <a:lnTo>
                  <a:pt x="0" y="113812"/>
                </a:lnTo>
                <a:cubicBezTo>
                  <a:pt x="0" y="95877"/>
                  <a:pt x="14582" y="81294"/>
                  <a:pt x="32518" y="81294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34" name="Text 32"/>
          <p:cNvSpPr/>
          <p:nvPr/>
        </p:nvSpPr>
        <p:spPr>
          <a:xfrm>
            <a:off x="9300940" y="5474734"/>
            <a:ext cx="1109940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API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4842" y="5856168"/>
            <a:ext cx="3199750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29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API-based communication ensuring data privacy and protection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452" y="355452"/>
            <a:ext cx="355452" cy="355452"/>
          </a:xfrm>
          <a:custGeom>
            <a:avLst/>
            <a:gdLst/>
            <a:ahLst/>
            <a:cxnLst/>
            <a:rect l="l" t="t" r="r" b="b"/>
            <a:pathLst>
              <a:path w="355452" h="355452">
                <a:moveTo>
                  <a:pt x="106636" y="0"/>
                </a:moveTo>
                <a:lnTo>
                  <a:pt x="248816" y="0"/>
                </a:lnTo>
                <a:cubicBezTo>
                  <a:pt x="307670" y="0"/>
                  <a:pt x="355452" y="47782"/>
                  <a:pt x="355452" y="106636"/>
                </a:cubicBezTo>
                <a:lnTo>
                  <a:pt x="355452" y="248816"/>
                </a:lnTo>
                <a:cubicBezTo>
                  <a:pt x="355452" y="307670"/>
                  <a:pt x="307670" y="355452"/>
                  <a:pt x="248816" y="355452"/>
                </a:cubicBezTo>
                <a:lnTo>
                  <a:pt x="106636" y="355452"/>
                </a:lnTo>
                <a:cubicBezTo>
                  <a:pt x="47782" y="355452"/>
                  <a:pt x="0" y="307670"/>
                  <a:pt x="0" y="248816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34C759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5429" y="453201"/>
            <a:ext cx="199942" cy="159953"/>
          </a:xfrm>
          <a:custGeom>
            <a:avLst/>
            <a:gdLst/>
            <a:ahLst/>
            <a:cxnLst/>
            <a:rect l="l" t="t" r="r" b="b"/>
            <a:pathLst>
              <a:path w="199942" h="159953">
                <a:moveTo>
                  <a:pt x="129931" y="65762"/>
                </a:moveTo>
                <a:cubicBezTo>
                  <a:pt x="133742" y="64731"/>
                  <a:pt x="137741" y="66543"/>
                  <a:pt x="139459" y="70073"/>
                </a:cubicBezTo>
                <a:lnTo>
                  <a:pt x="145270" y="81820"/>
                </a:lnTo>
                <a:cubicBezTo>
                  <a:pt x="148488" y="82257"/>
                  <a:pt x="151643" y="83132"/>
                  <a:pt x="154611" y="84350"/>
                </a:cubicBezTo>
                <a:lnTo>
                  <a:pt x="165545" y="77071"/>
                </a:lnTo>
                <a:cubicBezTo>
                  <a:pt x="168826" y="74884"/>
                  <a:pt x="173168" y="75322"/>
                  <a:pt x="175949" y="78102"/>
                </a:cubicBezTo>
                <a:lnTo>
                  <a:pt x="181947" y="84100"/>
                </a:lnTo>
                <a:cubicBezTo>
                  <a:pt x="184727" y="86881"/>
                  <a:pt x="185165" y="91255"/>
                  <a:pt x="182978" y="94504"/>
                </a:cubicBezTo>
                <a:lnTo>
                  <a:pt x="175699" y="105407"/>
                </a:lnTo>
                <a:cubicBezTo>
                  <a:pt x="176292" y="106875"/>
                  <a:pt x="176823" y="108406"/>
                  <a:pt x="177261" y="109999"/>
                </a:cubicBezTo>
                <a:cubicBezTo>
                  <a:pt x="177698" y="111592"/>
                  <a:pt x="177979" y="113155"/>
                  <a:pt x="178198" y="114748"/>
                </a:cubicBezTo>
                <a:lnTo>
                  <a:pt x="189976" y="120559"/>
                </a:lnTo>
                <a:cubicBezTo>
                  <a:pt x="193506" y="122308"/>
                  <a:pt x="195318" y="126307"/>
                  <a:pt x="194287" y="130087"/>
                </a:cubicBezTo>
                <a:lnTo>
                  <a:pt x="192100" y="138272"/>
                </a:lnTo>
                <a:cubicBezTo>
                  <a:pt x="191069" y="142052"/>
                  <a:pt x="187539" y="144614"/>
                  <a:pt x="183603" y="144364"/>
                </a:cubicBezTo>
                <a:lnTo>
                  <a:pt x="170482" y="143521"/>
                </a:lnTo>
                <a:cubicBezTo>
                  <a:pt x="168513" y="146051"/>
                  <a:pt x="166233" y="148394"/>
                  <a:pt x="163640" y="150394"/>
                </a:cubicBezTo>
                <a:lnTo>
                  <a:pt x="164483" y="163484"/>
                </a:lnTo>
                <a:cubicBezTo>
                  <a:pt x="164733" y="167420"/>
                  <a:pt x="162171" y="170981"/>
                  <a:pt x="158391" y="171981"/>
                </a:cubicBezTo>
                <a:lnTo>
                  <a:pt x="150206" y="174168"/>
                </a:lnTo>
                <a:cubicBezTo>
                  <a:pt x="146395" y="175199"/>
                  <a:pt x="142427" y="173387"/>
                  <a:pt x="140678" y="169857"/>
                </a:cubicBezTo>
                <a:lnTo>
                  <a:pt x="134867" y="158110"/>
                </a:lnTo>
                <a:cubicBezTo>
                  <a:pt x="131649" y="157673"/>
                  <a:pt x="128494" y="156798"/>
                  <a:pt x="125526" y="155580"/>
                </a:cubicBezTo>
                <a:lnTo>
                  <a:pt x="114592" y="162859"/>
                </a:lnTo>
                <a:cubicBezTo>
                  <a:pt x="111311" y="165046"/>
                  <a:pt x="106969" y="164608"/>
                  <a:pt x="104188" y="161828"/>
                </a:cubicBezTo>
                <a:lnTo>
                  <a:pt x="98190" y="155830"/>
                </a:lnTo>
                <a:cubicBezTo>
                  <a:pt x="95410" y="153049"/>
                  <a:pt x="94972" y="148707"/>
                  <a:pt x="97159" y="145426"/>
                </a:cubicBezTo>
                <a:lnTo>
                  <a:pt x="104438" y="134492"/>
                </a:lnTo>
                <a:cubicBezTo>
                  <a:pt x="103845" y="133024"/>
                  <a:pt x="103314" y="131493"/>
                  <a:pt x="102876" y="129900"/>
                </a:cubicBezTo>
                <a:cubicBezTo>
                  <a:pt x="102439" y="128306"/>
                  <a:pt x="102158" y="126713"/>
                  <a:pt x="101939" y="125151"/>
                </a:cubicBezTo>
                <a:lnTo>
                  <a:pt x="90161" y="119340"/>
                </a:lnTo>
                <a:cubicBezTo>
                  <a:pt x="86631" y="117591"/>
                  <a:pt x="84850" y="113592"/>
                  <a:pt x="85850" y="109812"/>
                </a:cubicBezTo>
                <a:lnTo>
                  <a:pt x="88037" y="101627"/>
                </a:lnTo>
                <a:cubicBezTo>
                  <a:pt x="89068" y="97846"/>
                  <a:pt x="92598" y="95285"/>
                  <a:pt x="96534" y="95535"/>
                </a:cubicBezTo>
                <a:lnTo>
                  <a:pt x="109624" y="96378"/>
                </a:lnTo>
                <a:cubicBezTo>
                  <a:pt x="111592" y="93848"/>
                  <a:pt x="113873" y="91505"/>
                  <a:pt x="116466" y="89505"/>
                </a:cubicBezTo>
                <a:lnTo>
                  <a:pt x="115623" y="76446"/>
                </a:lnTo>
                <a:cubicBezTo>
                  <a:pt x="115373" y="72510"/>
                  <a:pt x="117934" y="68949"/>
                  <a:pt x="121715" y="67949"/>
                </a:cubicBezTo>
                <a:lnTo>
                  <a:pt x="129900" y="65762"/>
                </a:lnTo>
                <a:close/>
                <a:moveTo>
                  <a:pt x="140084" y="106219"/>
                </a:moveTo>
                <a:cubicBezTo>
                  <a:pt x="132498" y="106228"/>
                  <a:pt x="126345" y="112394"/>
                  <a:pt x="126354" y="119981"/>
                </a:cubicBezTo>
                <a:cubicBezTo>
                  <a:pt x="126362" y="127567"/>
                  <a:pt x="132529" y="133720"/>
                  <a:pt x="140115" y="133711"/>
                </a:cubicBezTo>
                <a:cubicBezTo>
                  <a:pt x="147702" y="133702"/>
                  <a:pt x="153854" y="127536"/>
                  <a:pt x="153846" y="119949"/>
                </a:cubicBezTo>
                <a:cubicBezTo>
                  <a:pt x="153837" y="112363"/>
                  <a:pt x="147671" y="106210"/>
                  <a:pt x="140084" y="106219"/>
                </a:cubicBezTo>
                <a:close/>
                <a:moveTo>
                  <a:pt x="70261" y="-14215"/>
                </a:moveTo>
                <a:lnTo>
                  <a:pt x="78446" y="-12028"/>
                </a:lnTo>
                <a:cubicBezTo>
                  <a:pt x="82226" y="-10997"/>
                  <a:pt x="84788" y="-7435"/>
                  <a:pt x="84538" y="-3530"/>
                </a:cubicBezTo>
                <a:lnTo>
                  <a:pt x="83694" y="9528"/>
                </a:lnTo>
                <a:cubicBezTo>
                  <a:pt x="86287" y="11528"/>
                  <a:pt x="88568" y="13840"/>
                  <a:pt x="90536" y="16401"/>
                </a:cubicBezTo>
                <a:lnTo>
                  <a:pt x="103657" y="15558"/>
                </a:lnTo>
                <a:cubicBezTo>
                  <a:pt x="107562" y="15308"/>
                  <a:pt x="111124" y="17870"/>
                  <a:pt x="112155" y="21650"/>
                </a:cubicBezTo>
                <a:lnTo>
                  <a:pt x="114342" y="29835"/>
                </a:lnTo>
                <a:cubicBezTo>
                  <a:pt x="115341" y="33615"/>
                  <a:pt x="113561" y="37614"/>
                  <a:pt x="110030" y="39364"/>
                </a:cubicBezTo>
                <a:lnTo>
                  <a:pt x="98253" y="45174"/>
                </a:lnTo>
                <a:cubicBezTo>
                  <a:pt x="98034" y="46768"/>
                  <a:pt x="97722" y="48361"/>
                  <a:pt x="97315" y="49923"/>
                </a:cubicBezTo>
                <a:cubicBezTo>
                  <a:pt x="96909" y="51485"/>
                  <a:pt x="96347" y="53047"/>
                  <a:pt x="95753" y="54515"/>
                </a:cubicBezTo>
                <a:lnTo>
                  <a:pt x="103032" y="65450"/>
                </a:lnTo>
                <a:cubicBezTo>
                  <a:pt x="105219" y="68730"/>
                  <a:pt x="104782" y="73072"/>
                  <a:pt x="102002" y="75853"/>
                </a:cubicBezTo>
                <a:lnTo>
                  <a:pt x="96003" y="81851"/>
                </a:lnTo>
                <a:cubicBezTo>
                  <a:pt x="93223" y="84632"/>
                  <a:pt x="88880" y="85069"/>
                  <a:pt x="85600" y="82882"/>
                </a:cubicBezTo>
                <a:lnTo>
                  <a:pt x="74666" y="75603"/>
                </a:lnTo>
                <a:cubicBezTo>
                  <a:pt x="71698" y="76821"/>
                  <a:pt x="68543" y="77696"/>
                  <a:pt x="65325" y="78133"/>
                </a:cubicBezTo>
                <a:lnTo>
                  <a:pt x="59514" y="89880"/>
                </a:lnTo>
                <a:cubicBezTo>
                  <a:pt x="57764" y="93410"/>
                  <a:pt x="53766" y="95191"/>
                  <a:pt x="49985" y="94191"/>
                </a:cubicBezTo>
                <a:lnTo>
                  <a:pt x="41800" y="92004"/>
                </a:lnTo>
                <a:cubicBezTo>
                  <a:pt x="37989" y="90973"/>
                  <a:pt x="35458" y="87412"/>
                  <a:pt x="35708" y="83507"/>
                </a:cubicBezTo>
                <a:lnTo>
                  <a:pt x="36552" y="70417"/>
                </a:lnTo>
                <a:cubicBezTo>
                  <a:pt x="33959" y="68418"/>
                  <a:pt x="31678" y="66106"/>
                  <a:pt x="29710" y="63544"/>
                </a:cubicBezTo>
                <a:lnTo>
                  <a:pt x="16589" y="64387"/>
                </a:lnTo>
                <a:cubicBezTo>
                  <a:pt x="12684" y="64637"/>
                  <a:pt x="9122" y="62076"/>
                  <a:pt x="8091" y="58295"/>
                </a:cubicBezTo>
                <a:lnTo>
                  <a:pt x="5905" y="50110"/>
                </a:lnTo>
                <a:cubicBezTo>
                  <a:pt x="4905" y="46330"/>
                  <a:pt x="6686" y="42331"/>
                  <a:pt x="10216" y="40582"/>
                </a:cubicBezTo>
                <a:lnTo>
                  <a:pt x="21994" y="34771"/>
                </a:lnTo>
                <a:cubicBezTo>
                  <a:pt x="22212" y="33178"/>
                  <a:pt x="22525" y="31616"/>
                  <a:pt x="22931" y="30022"/>
                </a:cubicBezTo>
                <a:cubicBezTo>
                  <a:pt x="23368" y="28429"/>
                  <a:pt x="23868" y="26898"/>
                  <a:pt x="24493" y="25430"/>
                </a:cubicBezTo>
                <a:lnTo>
                  <a:pt x="17214" y="14527"/>
                </a:lnTo>
                <a:cubicBezTo>
                  <a:pt x="15027" y="11247"/>
                  <a:pt x="15464" y="6904"/>
                  <a:pt x="18245" y="4124"/>
                </a:cubicBezTo>
                <a:lnTo>
                  <a:pt x="24243" y="-1874"/>
                </a:lnTo>
                <a:cubicBezTo>
                  <a:pt x="27023" y="-4655"/>
                  <a:pt x="31366" y="-5092"/>
                  <a:pt x="34646" y="-2905"/>
                </a:cubicBezTo>
                <a:lnTo>
                  <a:pt x="45580" y="4374"/>
                </a:lnTo>
                <a:cubicBezTo>
                  <a:pt x="48548" y="3155"/>
                  <a:pt x="51704" y="2281"/>
                  <a:pt x="54921" y="1843"/>
                </a:cubicBezTo>
                <a:lnTo>
                  <a:pt x="60732" y="-9903"/>
                </a:lnTo>
                <a:cubicBezTo>
                  <a:pt x="62482" y="-13434"/>
                  <a:pt x="66449" y="-15214"/>
                  <a:pt x="70261" y="-14215"/>
                </a:cubicBezTo>
                <a:close/>
                <a:moveTo>
                  <a:pt x="60107" y="26242"/>
                </a:moveTo>
                <a:cubicBezTo>
                  <a:pt x="52521" y="26242"/>
                  <a:pt x="46361" y="32402"/>
                  <a:pt x="46361" y="39988"/>
                </a:cubicBezTo>
                <a:cubicBezTo>
                  <a:pt x="46361" y="47575"/>
                  <a:pt x="52521" y="53734"/>
                  <a:pt x="60107" y="53734"/>
                </a:cubicBezTo>
                <a:cubicBezTo>
                  <a:pt x="67694" y="53734"/>
                  <a:pt x="73853" y="47575"/>
                  <a:pt x="73853" y="39988"/>
                </a:cubicBezTo>
                <a:cubicBezTo>
                  <a:pt x="73853" y="32402"/>
                  <a:pt x="67694" y="26242"/>
                  <a:pt x="60107" y="26242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4" name="Text 2"/>
          <p:cNvSpPr/>
          <p:nvPr/>
        </p:nvSpPr>
        <p:spPr>
          <a:xfrm>
            <a:off x="817539" y="444315"/>
            <a:ext cx="87085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</a:p>
        </p:txBody>
      </p:sp>
      <p:sp>
        <p:nvSpPr>
          <p:cNvPr id="5" name="Text 3"/>
          <p:cNvSpPr/>
          <p:nvPr/>
        </p:nvSpPr>
        <p:spPr>
          <a:xfrm>
            <a:off x="355452" y="817539"/>
            <a:ext cx="11694367" cy="42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9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006" y="1460907"/>
            <a:ext cx="11479319" cy="5081185"/>
          </a:xfrm>
          <a:custGeom>
            <a:avLst/>
            <a:gdLst/>
            <a:ahLst/>
            <a:cxnLst/>
            <a:rect l="l" t="t" r="r" b="b"/>
            <a:pathLst>
              <a:path w="11479319" h="5081185">
                <a:moveTo>
                  <a:pt x="213257" y="0"/>
                </a:moveTo>
                <a:lnTo>
                  <a:pt x="11266062" y="0"/>
                </a:lnTo>
                <a:cubicBezTo>
                  <a:pt x="11383840" y="0"/>
                  <a:pt x="11479319" y="95479"/>
                  <a:pt x="11479319" y="213257"/>
                </a:cubicBezTo>
                <a:lnTo>
                  <a:pt x="11479319" y="4867928"/>
                </a:lnTo>
                <a:cubicBezTo>
                  <a:pt x="11479319" y="4985706"/>
                  <a:pt x="11383840" y="5081185"/>
                  <a:pt x="11266062" y="5081185"/>
                </a:cubicBezTo>
                <a:lnTo>
                  <a:pt x="213257" y="5081185"/>
                </a:lnTo>
                <a:cubicBezTo>
                  <a:pt x="95479" y="5081185"/>
                  <a:pt x="0" y="4985706"/>
                  <a:pt x="0" y="4867928"/>
                </a:cubicBezTo>
                <a:lnTo>
                  <a:pt x="0" y="213257"/>
                </a:lnTo>
                <a:cubicBezTo>
                  <a:pt x="0" y="95557"/>
                  <a:pt x="95557" y="0"/>
                  <a:pt x="21325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0477" y="1752378"/>
            <a:ext cx="5232252" cy="957943"/>
          </a:xfrm>
          <a:custGeom>
            <a:avLst/>
            <a:gdLst/>
            <a:ahLst/>
            <a:cxnLst/>
            <a:rect l="l" t="t" r="r" b="b"/>
            <a:pathLst>
              <a:path w="5232252" h="957943">
                <a:moveTo>
                  <a:pt x="142178" y="0"/>
                </a:moveTo>
                <a:lnTo>
                  <a:pt x="5090074" y="0"/>
                </a:lnTo>
                <a:cubicBezTo>
                  <a:pt x="5168597" y="0"/>
                  <a:pt x="5232252" y="63655"/>
                  <a:pt x="5232252" y="142178"/>
                </a:cubicBezTo>
                <a:lnTo>
                  <a:pt x="5232252" y="815765"/>
                </a:lnTo>
                <a:cubicBezTo>
                  <a:pt x="5232252" y="894288"/>
                  <a:pt x="5168597" y="957943"/>
                  <a:pt x="5090074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757" y="194721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2813" y="2124936"/>
            <a:ext cx="186612" cy="213271"/>
          </a:xfrm>
          <a:custGeom>
            <a:avLst/>
            <a:gdLst/>
            <a:ahLst/>
            <a:cxnLst/>
            <a:rect l="l" t="t" r="r" b="b"/>
            <a:pathLst>
              <a:path w="186612" h="213271">
                <a:moveTo>
                  <a:pt x="26659" y="13329"/>
                </a:moveTo>
                <a:cubicBezTo>
                  <a:pt x="11955" y="13329"/>
                  <a:pt x="0" y="25284"/>
                  <a:pt x="0" y="39988"/>
                </a:cubicBezTo>
                <a:lnTo>
                  <a:pt x="0" y="66647"/>
                </a:lnTo>
                <a:cubicBezTo>
                  <a:pt x="0" y="81351"/>
                  <a:pt x="11955" y="93306"/>
                  <a:pt x="26659" y="93306"/>
                </a:cubicBezTo>
                <a:lnTo>
                  <a:pt x="159953" y="93306"/>
                </a:lnTo>
                <a:cubicBezTo>
                  <a:pt x="174657" y="93306"/>
                  <a:pt x="186612" y="81351"/>
                  <a:pt x="186612" y="66647"/>
                </a:cubicBezTo>
                <a:lnTo>
                  <a:pt x="186612" y="39988"/>
                </a:lnTo>
                <a:cubicBezTo>
                  <a:pt x="186612" y="25284"/>
                  <a:pt x="174657" y="13329"/>
                  <a:pt x="159953" y="13329"/>
                </a:cubicBezTo>
                <a:lnTo>
                  <a:pt x="26659" y="13329"/>
                </a:lnTo>
                <a:close/>
                <a:moveTo>
                  <a:pt x="116633" y="43321"/>
                </a:moveTo>
                <a:cubicBezTo>
                  <a:pt x="122150" y="43321"/>
                  <a:pt x="126630" y="47800"/>
                  <a:pt x="126630" y="53318"/>
                </a:cubicBezTo>
                <a:cubicBezTo>
                  <a:pt x="126630" y="58835"/>
                  <a:pt x="122150" y="63315"/>
                  <a:pt x="116633" y="63315"/>
                </a:cubicBezTo>
                <a:cubicBezTo>
                  <a:pt x="111115" y="63315"/>
                  <a:pt x="106636" y="58835"/>
                  <a:pt x="106636" y="53318"/>
                </a:cubicBezTo>
                <a:cubicBezTo>
                  <a:pt x="106636" y="47800"/>
                  <a:pt x="111115" y="43321"/>
                  <a:pt x="116633" y="43321"/>
                </a:cubicBezTo>
                <a:close/>
                <a:moveTo>
                  <a:pt x="139959" y="53318"/>
                </a:moveTo>
                <a:cubicBezTo>
                  <a:pt x="139959" y="47800"/>
                  <a:pt x="144439" y="43321"/>
                  <a:pt x="149956" y="43321"/>
                </a:cubicBezTo>
                <a:cubicBezTo>
                  <a:pt x="155474" y="43321"/>
                  <a:pt x="159953" y="47800"/>
                  <a:pt x="159953" y="53318"/>
                </a:cubicBezTo>
                <a:cubicBezTo>
                  <a:pt x="159953" y="58835"/>
                  <a:pt x="155474" y="63315"/>
                  <a:pt x="149956" y="63315"/>
                </a:cubicBezTo>
                <a:cubicBezTo>
                  <a:pt x="144439" y="63315"/>
                  <a:pt x="139959" y="58835"/>
                  <a:pt x="139959" y="53318"/>
                </a:cubicBezTo>
                <a:close/>
                <a:moveTo>
                  <a:pt x="26659" y="119965"/>
                </a:moveTo>
                <a:cubicBezTo>
                  <a:pt x="11955" y="119965"/>
                  <a:pt x="0" y="131920"/>
                  <a:pt x="0" y="146624"/>
                </a:cubicBezTo>
                <a:lnTo>
                  <a:pt x="0" y="173283"/>
                </a:lnTo>
                <a:cubicBezTo>
                  <a:pt x="0" y="187987"/>
                  <a:pt x="11955" y="199942"/>
                  <a:pt x="26659" y="199942"/>
                </a:cubicBezTo>
                <a:lnTo>
                  <a:pt x="159953" y="199942"/>
                </a:lnTo>
                <a:cubicBezTo>
                  <a:pt x="174657" y="199942"/>
                  <a:pt x="186612" y="187987"/>
                  <a:pt x="186612" y="173283"/>
                </a:cubicBezTo>
                <a:lnTo>
                  <a:pt x="186612" y="146624"/>
                </a:lnTo>
                <a:cubicBezTo>
                  <a:pt x="186612" y="131920"/>
                  <a:pt x="174657" y="119965"/>
                  <a:pt x="159953" y="119965"/>
                </a:cubicBezTo>
                <a:lnTo>
                  <a:pt x="26659" y="119965"/>
                </a:lnTo>
                <a:close/>
                <a:moveTo>
                  <a:pt x="116633" y="149956"/>
                </a:moveTo>
                <a:cubicBezTo>
                  <a:pt x="122150" y="149956"/>
                  <a:pt x="126630" y="154436"/>
                  <a:pt x="126630" y="159953"/>
                </a:cubicBezTo>
                <a:cubicBezTo>
                  <a:pt x="126630" y="165471"/>
                  <a:pt x="122150" y="169950"/>
                  <a:pt x="116633" y="169950"/>
                </a:cubicBezTo>
                <a:cubicBezTo>
                  <a:pt x="111115" y="169950"/>
                  <a:pt x="106636" y="165471"/>
                  <a:pt x="106636" y="159953"/>
                </a:cubicBezTo>
                <a:cubicBezTo>
                  <a:pt x="106636" y="154436"/>
                  <a:pt x="111115" y="149956"/>
                  <a:pt x="116633" y="149956"/>
                </a:cubicBezTo>
                <a:close/>
                <a:moveTo>
                  <a:pt x="139959" y="159953"/>
                </a:moveTo>
                <a:cubicBezTo>
                  <a:pt x="139959" y="154436"/>
                  <a:pt x="144439" y="149956"/>
                  <a:pt x="149956" y="149956"/>
                </a:cubicBezTo>
                <a:cubicBezTo>
                  <a:pt x="155474" y="149956"/>
                  <a:pt x="159953" y="154436"/>
                  <a:pt x="159953" y="159953"/>
                </a:cubicBezTo>
                <a:cubicBezTo>
                  <a:pt x="159953" y="165471"/>
                  <a:pt x="155474" y="169950"/>
                  <a:pt x="149956" y="169950"/>
                </a:cubicBezTo>
                <a:cubicBezTo>
                  <a:pt x="144439" y="169950"/>
                  <a:pt x="139959" y="165471"/>
                  <a:pt x="139959" y="15995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1578206" y="1982755"/>
            <a:ext cx="42121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8206" y="2267117"/>
            <a:ext cx="4194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API framework for high-performance async operations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14714" y="1752378"/>
            <a:ext cx="5232252" cy="957943"/>
          </a:xfrm>
          <a:custGeom>
            <a:avLst/>
            <a:gdLst/>
            <a:ahLst/>
            <a:cxnLst/>
            <a:rect l="l" t="t" r="r" b="b"/>
            <a:pathLst>
              <a:path w="5232252" h="957943">
                <a:moveTo>
                  <a:pt x="142178" y="0"/>
                </a:moveTo>
                <a:lnTo>
                  <a:pt x="5090074" y="0"/>
                </a:lnTo>
                <a:cubicBezTo>
                  <a:pt x="5168597" y="0"/>
                  <a:pt x="5232252" y="63655"/>
                  <a:pt x="5232252" y="142178"/>
                </a:cubicBezTo>
                <a:lnTo>
                  <a:pt x="5232252" y="815765"/>
                </a:lnTo>
                <a:cubicBezTo>
                  <a:pt x="5232252" y="894288"/>
                  <a:pt x="5168597" y="957943"/>
                  <a:pt x="5090074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5995" y="194721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60391" y="2124936"/>
            <a:ext cx="239930" cy="213271"/>
          </a:xfrm>
          <a:custGeom>
            <a:avLst/>
            <a:gdLst/>
            <a:ahLst/>
            <a:cxnLst/>
            <a:rect l="l" t="t" r="r" b="b"/>
            <a:pathLst>
              <a:path w="239930" h="213271">
                <a:moveTo>
                  <a:pt x="150290" y="500"/>
                </a:moveTo>
                <a:cubicBezTo>
                  <a:pt x="143208" y="-1541"/>
                  <a:pt x="135835" y="2583"/>
                  <a:pt x="133794" y="9664"/>
                </a:cubicBezTo>
                <a:lnTo>
                  <a:pt x="80477" y="196276"/>
                </a:lnTo>
                <a:cubicBezTo>
                  <a:pt x="78435" y="203357"/>
                  <a:pt x="82559" y="210730"/>
                  <a:pt x="89641" y="212771"/>
                </a:cubicBezTo>
                <a:cubicBezTo>
                  <a:pt x="96722" y="214812"/>
                  <a:pt x="104095" y="210689"/>
                  <a:pt x="106136" y="203607"/>
                </a:cubicBezTo>
                <a:lnTo>
                  <a:pt x="159453" y="16995"/>
                </a:lnTo>
                <a:cubicBezTo>
                  <a:pt x="161495" y="9914"/>
                  <a:pt x="157371" y="2541"/>
                  <a:pt x="150290" y="500"/>
                </a:cubicBezTo>
                <a:close/>
                <a:moveTo>
                  <a:pt x="177198" y="57192"/>
                </a:moveTo>
                <a:cubicBezTo>
                  <a:pt x="171992" y="62398"/>
                  <a:pt x="171992" y="70854"/>
                  <a:pt x="177198" y="76061"/>
                </a:cubicBezTo>
                <a:lnTo>
                  <a:pt x="207773" y="106636"/>
                </a:lnTo>
                <a:lnTo>
                  <a:pt x="177198" y="137210"/>
                </a:lnTo>
                <a:cubicBezTo>
                  <a:pt x="171992" y="142417"/>
                  <a:pt x="171992" y="150873"/>
                  <a:pt x="177198" y="156079"/>
                </a:cubicBezTo>
                <a:cubicBezTo>
                  <a:pt x="182405" y="161286"/>
                  <a:pt x="190861" y="161286"/>
                  <a:pt x="196068" y="156079"/>
                </a:cubicBezTo>
                <a:lnTo>
                  <a:pt x="236056" y="116091"/>
                </a:lnTo>
                <a:cubicBezTo>
                  <a:pt x="241263" y="110884"/>
                  <a:pt x="241263" y="102428"/>
                  <a:pt x="236056" y="97222"/>
                </a:cubicBezTo>
                <a:lnTo>
                  <a:pt x="196068" y="57233"/>
                </a:lnTo>
                <a:cubicBezTo>
                  <a:pt x="190861" y="52026"/>
                  <a:pt x="182405" y="52026"/>
                  <a:pt x="177198" y="57233"/>
                </a:cubicBezTo>
                <a:close/>
                <a:moveTo>
                  <a:pt x="62773" y="57192"/>
                </a:moveTo>
                <a:cubicBezTo>
                  <a:pt x="57567" y="51985"/>
                  <a:pt x="49111" y="51985"/>
                  <a:pt x="43904" y="57192"/>
                </a:cubicBezTo>
                <a:lnTo>
                  <a:pt x="3916" y="97180"/>
                </a:lnTo>
                <a:cubicBezTo>
                  <a:pt x="-1291" y="102387"/>
                  <a:pt x="-1291" y="110843"/>
                  <a:pt x="3916" y="116049"/>
                </a:cubicBezTo>
                <a:lnTo>
                  <a:pt x="43904" y="156038"/>
                </a:lnTo>
                <a:cubicBezTo>
                  <a:pt x="49111" y="161245"/>
                  <a:pt x="57567" y="161245"/>
                  <a:pt x="62773" y="156038"/>
                </a:cubicBezTo>
                <a:cubicBezTo>
                  <a:pt x="67980" y="150831"/>
                  <a:pt x="67980" y="142375"/>
                  <a:pt x="62773" y="137168"/>
                </a:cubicBezTo>
                <a:lnTo>
                  <a:pt x="32199" y="106636"/>
                </a:lnTo>
                <a:lnTo>
                  <a:pt x="62732" y="76061"/>
                </a:lnTo>
                <a:cubicBezTo>
                  <a:pt x="67939" y="70854"/>
                  <a:pt x="67939" y="62398"/>
                  <a:pt x="62732" y="57192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5" name="Text 13"/>
          <p:cNvSpPr/>
          <p:nvPr/>
        </p:nvSpPr>
        <p:spPr>
          <a:xfrm>
            <a:off x="7242444" y="1982755"/>
            <a:ext cx="42121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Jinja2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42444" y="2267117"/>
            <a:ext cx="4194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 rendering engine for dynamic HTML generation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477" y="2931258"/>
            <a:ext cx="5232252" cy="957943"/>
          </a:xfrm>
          <a:custGeom>
            <a:avLst/>
            <a:gdLst/>
            <a:ahLst/>
            <a:cxnLst/>
            <a:rect l="l" t="t" r="r" b="b"/>
            <a:pathLst>
              <a:path w="5232252" h="957943">
                <a:moveTo>
                  <a:pt x="142178" y="0"/>
                </a:moveTo>
                <a:lnTo>
                  <a:pt x="5090074" y="0"/>
                </a:lnTo>
                <a:cubicBezTo>
                  <a:pt x="5168597" y="0"/>
                  <a:pt x="5232252" y="63655"/>
                  <a:pt x="5232252" y="142178"/>
                </a:cubicBezTo>
                <a:lnTo>
                  <a:pt x="5232252" y="815765"/>
                </a:lnTo>
                <a:cubicBezTo>
                  <a:pt x="5232252" y="894288"/>
                  <a:pt x="5168597" y="957943"/>
                  <a:pt x="5090074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757" y="312620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2813" y="3303926"/>
            <a:ext cx="186612" cy="213271"/>
          </a:xfrm>
          <a:custGeom>
            <a:avLst/>
            <a:gdLst/>
            <a:ahLst/>
            <a:cxnLst/>
            <a:rect l="l" t="t" r="r" b="b"/>
            <a:pathLst>
              <a:path w="186612" h="213271">
                <a:moveTo>
                  <a:pt x="26659" y="13329"/>
                </a:moveTo>
                <a:cubicBezTo>
                  <a:pt x="11955" y="13329"/>
                  <a:pt x="0" y="25284"/>
                  <a:pt x="0" y="39988"/>
                </a:cubicBezTo>
                <a:lnTo>
                  <a:pt x="0" y="173283"/>
                </a:lnTo>
                <a:cubicBezTo>
                  <a:pt x="0" y="187987"/>
                  <a:pt x="11955" y="199942"/>
                  <a:pt x="26659" y="199942"/>
                </a:cubicBezTo>
                <a:lnTo>
                  <a:pt x="159953" y="199942"/>
                </a:lnTo>
                <a:cubicBezTo>
                  <a:pt x="174657" y="199942"/>
                  <a:pt x="186612" y="187987"/>
                  <a:pt x="186612" y="173283"/>
                </a:cubicBezTo>
                <a:lnTo>
                  <a:pt x="186612" y="39988"/>
                </a:lnTo>
                <a:cubicBezTo>
                  <a:pt x="186612" y="25284"/>
                  <a:pt x="174657" y="13329"/>
                  <a:pt x="159953" y="13329"/>
                </a:cubicBezTo>
                <a:lnTo>
                  <a:pt x="26659" y="13329"/>
                </a:lnTo>
                <a:close/>
                <a:moveTo>
                  <a:pt x="53318" y="46653"/>
                </a:moveTo>
                <a:cubicBezTo>
                  <a:pt x="64353" y="46653"/>
                  <a:pt x="73312" y="55612"/>
                  <a:pt x="73312" y="66647"/>
                </a:cubicBezTo>
                <a:cubicBezTo>
                  <a:pt x="73312" y="77682"/>
                  <a:pt x="64353" y="86641"/>
                  <a:pt x="53318" y="86641"/>
                </a:cubicBezTo>
                <a:cubicBezTo>
                  <a:pt x="42283" y="86641"/>
                  <a:pt x="33324" y="77682"/>
                  <a:pt x="33324" y="66647"/>
                </a:cubicBezTo>
                <a:cubicBezTo>
                  <a:pt x="33324" y="55612"/>
                  <a:pt x="42283" y="46653"/>
                  <a:pt x="53318" y="46653"/>
                </a:cubicBezTo>
                <a:close/>
                <a:moveTo>
                  <a:pt x="113300" y="93306"/>
                </a:moveTo>
                <a:cubicBezTo>
                  <a:pt x="116799" y="93306"/>
                  <a:pt x="120007" y="95139"/>
                  <a:pt x="121839" y="98096"/>
                </a:cubicBezTo>
                <a:lnTo>
                  <a:pt x="158495" y="158079"/>
                </a:lnTo>
                <a:cubicBezTo>
                  <a:pt x="160370" y="161161"/>
                  <a:pt x="160453" y="165035"/>
                  <a:pt x="158704" y="168201"/>
                </a:cubicBezTo>
                <a:cubicBezTo>
                  <a:pt x="156954" y="171367"/>
                  <a:pt x="153580" y="173283"/>
                  <a:pt x="149956" y="173283"/>
                </a:cubicBezTo>
                <a:lnTo>
                  <a:pt x="36656" y="173283"/>
                </a:lnTo>
                <a:cubicBezTo>
                  <a:pt x="32949" y="173283"/>
                  <a:pt x="29491" y="171200"/>
                  <a:pt x="27784" y="167909"/>
                </a:cubicBezTo>
                <a:cubicBezTo>
                  <a:pt x="26076" y="164619"/>
                  <a:pt x="26326" y="160620"/>
                  <a:pt x="28450" y="157579"/>
                </a:cubicBezTo>
                <a:lnTo>
                  <a:pt x="51777" y="124255"/>
                </a:lnTo>
                <a:cubicBezTo>
                  <a:pt x="53651" y="121590"/>
                  <a:pt x="56692" y="120007"/>
                  <a:pt x="59983" y="120007"/>
                </a:cubicBezTo>
                <a:cubicBezTo>
                  <a:pt x="63273" y="120007"/>
                  <a:pt x="66314" y="121590"/>
                  <a:pt x="68188" y="124255"/>
                </a:cubicBezTo>
                <a:lnTo>
                  <a:pt x="79185" y="140001"/>
                </a:lnTo>
                <a:lnTo>
                  <a:pt x="104761" y="98138"/>
                </a:lnTo>
                <a:cubicBezTo>
                  <a:pt x="106594" y="95181"/>
                  <a:pt x="109801" y="93348"/>
                  <a:pt x="113300" y="93348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1578206" y="3161745"/>
            <a:ext cx="42121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8206" y="3446107"/>
            <a:ext cx="4194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Imaging Library for image processing and manipulation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14714" y="2931258"/>
            <a:ext cx="5232252" cy="957943"/>
          </a:xfrm>
          <a:custGeom>
            <a:avLst/>
            <a:gdLst/>
            <a:ahLst/>
            <a:cxnLst/>
            <a:rect l="l" t="t" r="r" b="b"/>
            <a:pathLst>
              <a:path w="5232252" h="957943">
                <a:moveTo>
                  <a:pt x="142178" y="0"/>
                </a:moveTo>
                <a:lnTo>
                  <a:pt x="5090074" y="0"/>
                </a:lnTo>
                <a:cubicBezTo>
                  <a:pt x="5168597" y="0"/>
                  <a:pt x="5232252" y="63655"/>
                  <a:pt x="5232252" y="142178"/>
                </a:cubicBezTo>
                <a:lnTo>
                  <a:pt x="5232252" y="815765"/>
                </a:lnTo>
                <a:cubicBezTo>
                  <a:pt x="5232252" y="894288"/>
                  <a:pt x="5168597" y="957943"/>
                  <a:pt x="5090074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5995" y="312620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00379" y="3303926"/>
            <a:ext cx="159953" cy="213271"/>
          </a:xfrm>
          <a:custGeom>
            <a:avLst/>
            <a:gdLst/>
            <a:ahLst/>
            <a:cxnLst/>
            <a:rect l="l" t="t" r="r" b="b"/>
            <a:pathLst>
              <a:path w="159953" h="213271">
                <a:moveTo>
                  <a:pt x="0" y="26659"/>
                </a:moveTo>
                <a:cubicBezTo>
                  <a:pt x="0" y="11955"/>
                  <a:pt x="11955" y="0"/>
                  <a:pt x="26659" y="0"/>
                </a:cubicBezTo>
                <a:lnTo>
                  <a:pt x="88932" y="0"/>
                </a:lnTo>
                <a:cubicBezTo>
                  <a:pt x="96014" y="0"/>
                  <a:pt x="102803" y="2791"/>
                  <a:pt x="107802" y="7789"/>
                </a:cubicBezTo>
                <a:lnTo>
                  <a:pt x="152164" y="52193"/>
                </a:lnTo>
                <a:cubicBezTo>
                  <a:pt x="157163" y="57192"/>
                  <a:pt x="159953" y="63981"/>
                  <a:pt x="159953" y="71063"/>
                </a:cubicBezTo>
                <a:lnTo>
                  <a:pt x="159953" y="186612"/>
                </a:lnTo>
                <a:cubicBezTo>
                  <a:pt x="159953" y="201316"/>
                  <a:pt x="147999" y="213271"/>
                  <a:pt x="133294" y="213271"/>
                </a:cubicBezTo>
                <a:lnTo>
                  <a:pt x="26659" y="213271"/>
                </a:lnTo>
                <a:cubicBezTo>
                  <a:pt x="11955" y="213271"/>
                  <a:pt x="0" y="201316"/>
                  <a:pt x="0" y="186612"/>
                </a:cubicBezTo>
                <a:lnTo>
                  <a:pt x="0" y="26659"/>
                </a:lnTo>
                <a:close/>
                <a:moveTo>
                  <a:pt x="86641" y="24368"/>
                </a:moveTo>
                <a:lnTo>
                  <a:pt x="86641" y="63315"/>
                </a:lnTo>
                <a:cubicBezTo>
                  <a:pt x="86641" y="68855"/>
                  <a:pt x="91098" y="73312"/>
                  <a:pt x="96638" y="73312"/>
                </a:cubicBezTo>
                <a:lnTo>
                  <a:pt x="135585" y="73312"/>
                </a:lnTo>
                <a:lnTo>
                  <a:pt x="86641" y="24368"/>
                </a:lnTo>
                <a:close/>
                <a:moveTo>
                  <a:pt x="64231" y="123131"/>
                </a:moveTo>
                <a:cubicBezTo>
                  <a:pt x="67814" y="118924"/>
                  <a:pt x="67355" y="112634"/>
                  <a:pt x="63148" y="109052"/>
                </a:cubicBezTo>
                <a:cubicBezTo>
                  <a:pt x="58941" y="105469"/>
                  <a:pt x="52651" y="105927"/>
                  <a:pt x="49069" y="110135"/>
                </a:cubicBezTo>
                <a:lnTo>
                  <a:pt x="29075" y="133461"/>
                </a:lnTo>
                <a:cubicBezTo>
                  <a:pt x="25867" y="137210"/>
                  <a:pt x="25867" y="142708"/>
                  <a:pt x="29075" y="146457"/>
                </a:cubicBezTo>
                <a:lnTo>
                  <a:pt x="49069" y="169784"/>
                </a:lnTo>
                <a:cubicBezTo>
                  <a:pt x="52651" y="173991"/>
                  <a:pt x="58983" y="174449"/>
                  <a:pt x="63148" y="170867"/>
                </a:cubicBezTo>
                <a:cubicBezTo>
                  <a:pt x="67314" y="167285"/>
                  <a:pt x="67814" y="160953"/>
                  <a:pt x="64231" y="156788"/>
                </a:cubicBezTo>
                <a:lnTo>
                  <a:pt x="49819" y="139959"/>
                </a:lnTo>
                <a:lnTo>
                  <a:pt x="64231" y="123131"/>
                </a:lnTo>
                <a:close/>
                <a:moveTo>
                  <a:pt x="110884" y="110135"/>
                </a:moveTo>
                <a:cubicBezTo>
                  <a:pt x="107302" y="105927"/>
                  <a:pt x="100971" y="105469"/>
                  <a:pt x="96805" y="109052"/>
                </a:cubicBezTo>
                <a:cubicBezTo>
                  <a:pt x="92640" y="112634"/>
                  <a:pt x="92140" y="118965"/>
                  <a:pt x="95722" y="123131"/>
                </a:cubicBezTo>
                <a:lnTo>
                  <a:pt x="110135" y="139959"/>
                </a:lnTo>
                <a:lnTo>
                  <a:pt x="95722" y="156788"/>
                </a:lnTo>
                <a:cubicBezTo>
                  <a:pt x="92140" y="160995"/>
                  <a:pt x="92598" y="167285"/>
                  <a:pt x="96805" y="170867"/>
                </a:cubicBezTo>
                <a:cubicBezTo>
                  <a:pt x="101012" y="174449"/>
                  <a:pt x="107302" y="173991"/>
                  <a:pt x="110884" y="169784"/>
                </a:cubicBezTo>
                <a:lnTo>
                  <a:pt x="130878" y="146457"/>
                </a:lnTo>
                <a:cubicBezTo>
                  <a:pt x="134086" y="142708"/>
                  <a:pt x="134086" y="137210"/>
                  <a:pt x="130878" y="133461"/>
                </a:cubicBezTo>
                <a:lnTo>
                  <a:pt x="110884" y="110135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5" name="Text 23"/>
          <p:cNvSpPr/>
          <p:nvPr/>
        </p:nvSpPr>
        <p:spPr>
          <a:xfrm>
            <a:off x="7242444" y="3161745"/>
            <a:ext cx="42121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Base64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42444" y="3446107"/>
            <a:ext cx="4194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encoding for API transmission and storage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0477" y="4110248"/>
            <a:ext cx="5232252" cy="957943"/>
          </a:xfrm>
          <a:custGeom>
            <a:avLst/>
            <a:gdLst/>
            <a:ahLst/>
            <a:cxnLst/>
            <a:rect l="l" t="t" r="r" b="b"/>
            <a:pathLst>
              <a:path w="5232252" h="957943">
                <a:moveTo>
                  <a:pt x="142178" y="0"/>
                </a:moveTo>
                <a:lnTo>
                  <a:pt x="5090074" y="0"/>
                </a:lnTo>
                <a:cubicBezTo>
                  <a:pt x="5168597" y="0"/>
                  <a:pt x="5232252" y="63655"/>
                  <a:pt x="5232252" y="142178"/>
                </a:cubicBezTo>
                <a:lnTo>
                  <a:pt x="5232252" y="815765"/>
                </a:lnTo>
                <a:cubicBezTo>
                  <a:pt x="5232252" y="894288"/>
                  <a:pt x="5168597" y="957943"/>
                  <a:pt x="5090074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757" y="430519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82824" y="4482916"/>
            <a:ext cx="266589" cy="213271"/>
          </a:xfrm>
          <a:custGeom>
            <a:avLst/>
            <a:gdLst/>
            <a:ahLst/>
            <a:cxnLst/>
            <a:rect l="l" t="t" r="r" b="b"/>
            <a:pathLst>
              <a:path w="266589" h="213271">
                <a:moveTo>
                  <a:pt x="146624" y="0"/>
                </a:moveTo>
                <a:cubicBezTo>
                  <a:pt x="146624" y="-7373"/>
                  <a:pt x="140667" y="-13329"/>
                  <a:pt x="133294" y="-13329"/>
                </a:cubicBezTo>
                <a:cubicBezTo>
                  <a:pt x="125922" y="-13329"/>
                  <a:pt x="119965" y="-7373"/>
                  <a:pt x="119965" y="0"/>
                </a:cubicBezTo>
                <a:lnTo>
                  <a:pt x="119965" y="26659"/>
                </a:lnTo>
                <a:lnTo>
                  <a:pt x="79977" y="26659"/>
                </a:lnTo>
                <a:cubicBezTo>
                  <a:pt x="57900" y="26659"/>
                  <a:pt x="39988" y="44570"/>
                  <a:pt x="39988" y="66647"/>
                </a:cubicBezTo>
                <a:lnTo>
                  <a:pt x="39988" y="159953"/>
                </a:lnTo>
                <a:cubicBezTo>
                  <a:pt x="39988" y="182030"/>
                  <a:pt x="57900" y="199942"/>
                  <a:pt x="79977" y="199942"/>
                </a:cubicBezTo>
                <a:lnTo>
                  <a:pt x="186612" y="199942"/>
                </a:lnTo>
                <a:cubicBezTo>
                  <a:pt x="208689" y="199942"/>
                  <a:pt x="226601" y="182030"/>
                  <a:pt x="226601" y="159953"/>
                </a:cubicBezTo>
                <a:lnTo>
                  <a:pt x="226601" y="66647"/>
                </a:lnTo>
                <a:cubicBezTo>
                  <a:pt x="226601" y="44570"/>
                  <a:pt x="208689" y="26659"/>
                  <a:pt x="186612" y="26659"/>
                </a:cubicBezTo>
                <a:lnTo>
                  <a:pt x="146624" y="26659"/>
                </a:lnTo>
                <a:lnTo>
                  <a:pt x="146624" y="0"/>
                </a:lnTo>
                <a:close/>
                <a:moveTo>
                  <a:pt x="66647" y="153289"/>
                </a:moveTo>
                <a:cubicBezTo>
                  <a:pt x="66647" y="147749"/>
                  <a:pt x="71104" y="143292"/>
                  <a:pt x="76644" y="143292"/>
                </a:cubicBezTo>
                <a:lnTo>
                  <a:pt x="89974" y="143292"/>
                </a:lnTo>
                <a:cubicBezTo>
                  <a:pt x="95514" y="143292"/>
                  <a:pt x="99971" y="147749"/>
                  <a:pt x="99971" y="153289"/>
                </a:cubicBezTo>
                <a:cubicBezTo>
                  <a:pt x="99971" y="158829"/>
                  <a:pt x="95514" y="163286"/>
                  <a:pt x="89974" y="163286"/>
                </a:cubicBezTo>
                <a:lnTo>
                  <a:pt x="76644" y="163286"/>
                </a:lnTo>
                <a:cubicBezTo>
                  <a:pt x="71104" y="163286"/>
                  <a:pt x="66647" y="158829"/>
                  <a:pt x="66647" y="153289"/>
                </a:cubicBezTo>
                <a:close/>
                <a:moveTo>
                  <a:pt x="116633" y="153289"/>
                </a:moveTo>
                <a:cubicBezTo>
                  <a:pt x="116633" y="147749"/>
                  <a:pt x="121090" y="143292"/>
                  <a:pt x="126630" y="143292"/>
                </a:cubicBezTo>
                <a:lnTo>
                  <a:pt x="139959" y="143292"/>
                </a:lnTo>
                <a:cubicBezTo>
                  <a:pt x="145499" y="143292"/>
                  <a:pt x="149956" y="147749"/>
                  <a:pt x="149956" y="153289"/>
                </a:cubicBezTo>
                <a:cubicBezTo>
                  <a:pt x="149956" y="158829"/>
                  <a:pt x="145499" y="163286"/>
                  <a:pt x="139959" y="163286"/>
                </a:cubicBezTo>
                <a:lnTo>
                  <a:pt x="126630" y="163286"/>
                </a:lnTo>
                <a:cubicBezTo>
                  <a:pt x="121090" y="163286"/>
                  <a:pt x="116633" y="158829"/>
                  <a:pt x="116633" y="153289"/>
                </a:cubicBezTo>
                <a:close/>
                <a:moveTo>
                  <a:pt x="166618" y="153289"/>
                </a:moveTo>
                <a:cubicBezTo>
                  <a:pt x="166618" y="147749"/>
                  <a:pt x="171075" y="143292"/>
                  <a:pt x="176615" y="143292"/>
                </a:cubicBezTo>
                <a:lnTo>
                  <a:pt x="189945" y="143292"/>
                </a:lnTo>
                <a:cubicBezTo>
                  <a:pt x="195485" y="143292"/>
                  <a:pt x="199942" y="147749"/>
                  <a:pt x="199942" y="153289"/>
                </a:cubicBezTo>
                <a:cubicBezTo>
                  <a:pt x="199942" y="158829"/>
                  <a:pt x="195485" y="163286"/>
                  <a:pt x="189945" y="163286"/>
                </a:cubicBezTo>
                <a:lnTo>
                  <a:pt x="176615" y="163286"/>
                </a:lnTo>
                <a:cubicBezTo>
                  <a:pt x="171075" y="163286"/>
                  <a:pt x="166618" y="158829"/>
                  <a:pt x="166618" y="153289"/>
                </a:cubicBezTo>
                <a:close/>
                <a:moveTo>
                  <a:pt x="93306" y="73312"/>
                </a:moveTo>
                <a:cubicBezTo>
                  <a:pt x="104341" y="73312"/>
                  <a:pt x="113300" y="82271"/>
                  <a:pt x="113300" y="93306"/>
                </a:cubicBezTo>
                <a:cubicBezTo>
                  <a:pt x="113300" y="104341"/>
                  <a:pt x="104341" y="113300"/>
                  <a:pt x="93306" y="113300"/>
                </a:cubicBezTo>
                <a:cubicBezTo>
                  <a:pt x="82271" y="113300"/>
                  <a:pt x="73312" y="104341"/>
                  <a:pt x="73312" y="93306"/>
                </a:cubicBezTo>
                <a:cubicBezTo>
                  <a:pt x="73312" y="82271"/>
                  <a:pt x="82271" y="73312"/>
                  <a:pt x="93306" y="73312"/>
                </a:cubicBezTo>
                <a:close/>
                <a:moveTo>
                  <a:pt x="153289" y="93306"/>
                </a:moveTo>
                <a:cubicBezTo>
                  <a:pt x="153289" y="82271"/>
                  <a:pt x="162248" y="73312"/>
                  <a:pt x="173283" y="73312"/>
                </a:cubicBezTo>
                <a:cubicBezTo>
                  <a:pt x="184318" y="73312"/>
                  <a:pt x="193277" y="82271"/>
                  <a:pt x="193277" y="93306"/>
                </a:cubicBezTo>
                <a:cubicBezTo>
                  <a:pt x="193277" y="104341"/>
                  <a:pt x="184318" y="113300"/>
                  <a:pt x="173283" y="113300"/>
                </a:cubicBezTo>
                <a:cubicBezTo>
                  <a:pt x="162248" y="113300"/>
                  <a:pt x="153289" y="104341"/>
                  <a:pt x="153289" y="93306"/>
                </a:cubicBezTo>
                <a:close/>
                <a:moveTo>
                  <a:pt x="26659" y="93306"/>
                </a:moveTo>
                <a:cubicBezTo>
                  <a:pt x="26659" y="85933"/>
                  <a:pt x="20702" y="79977"/>
                  <a:pt x="13329" y="79977"/>
                </a:cubicBezTo>
                <a:cubicBezTo>
                  <a:pt x="5957" y="79977"/>
                  <a:pt x="0" y="85933"/>
                  <a:pt x="0" y="93306"/>
                </a:cubicBezTo>
                <a:lnTo>
                  <a:pt x="0" y="133294"/>
                </a:lnTo>
                <a:cubicBezTo>
                  <a:pt x="0" y="140667"/>
                  <a:pt x="5957" y="146624"/>
                  <a:pt x="13329" y="146624"/>
                </a:cubicBezTo>
                <a:cubicBezTo>
                  <a:pt x="20702" y="146624"/>
                  <a:pt x="26659" y="140667"/>
                  <a:pt x="26659" y="133294"/>
                </a:cubicBezTo>
                <a:lnTo>
                  <a:pt x="26659" y="93306"/>
                </a:lnTo>
                <a:close/>
                <a:moveTo>
                  <a:pt x="253259" y="79977"/>
                </a:moveTo>
                <a:cubicBezTo>
                  <a:pt x="245887" y="79977"/>
                  <a:pt x="239930" y="85933"/>
                  <a:pt x="239930" y="93306"/>
                </a:cubicBezTo>
                <a:lnTo>
                  <a:pt x="239930" y="133294"/>
                </a:lnTo>
                <a:cubicBezTo>
                  <a:pt x="239930" y="140667"/>
                  <a:pt x="245887" y="146624"/>
                  <a:pt x="253259" y="146624"/>
                </a:cubicBezTo>
                <a:cubicBezTo>
                  <a:pt x="260632" y="146624"/>
                  <a:pt x="266589" y="140667"/>
                  <a:pt x="266589" y="133294"/>
                </a:cubicBezTo>
                <a:lnTo>
                  <a:pt x="266589" y="93306"/>
                </a:lnTo>
                <a:cubicBezTo>
                  <a:pt x="266589" y="85933"/>
                  <a:pt x="260632" y="79977"/>
                  <a:pt x="253259" y="79977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30" name="Text 28"/>
          <p:cNvSpPr/>
          <p:nvPr/>
        </p:nvSpPr>
        <p:spPr>
          <a:xfrm>
            <a:off x="1578206" y="4340735"/>
            <a:ext cx="42121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GROQ API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78206" y="4625096"/>
            <a:ext cx="4194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communication interface for AI model access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4714" y="4110248"/>
            <a:ext cx="5232252" cy="957943"/>
          </a:xfrm>
          <a:custGeom>
            <a:avLst/>
            <a:gdLst/>
            <a:ahLst/>
            <a:cxnLst/>
            <a:rect l="l" t="t" r="r" b="b"/>
            <a:pathLst>
              <a:path w="5232252" h="957943">
                <a:moveTo>
                  <a:pt x="142178" y="0"/>
                </a:moveTo>
                <a:lnTo>
                  <a:pt x="5090074" y="0"/>
                </a:lnTo>
                <a:cubicBezTo>
                  <a:pt x="5168597" y="0"/>
                  <a:pt x="5232252" y="63655"/>
                  <a:pt x="5232252" y="142178"/>
                </a:cubicBezTo>
                <a:lnTo>
                  <a:pt x="5232252" y="815765"/>
                </a:lnTo>
                <a:cubicBezTo>
                  <a:pt x="5232252" y="894288"/>
                  <a:pt x="5168597" y="957943"/>
                  <a:pt x="5090074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5995" y="430519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73721" y="4482916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73312" y="9997"/>
                </a:moveTo>
                <a:cubicBezTo>
                  <a:pt x="73312" y="4457"/>
                  <a:pt x="68855" y="0"/>
                  <a:pt x="63315" y="0"/>
                </a:cubicBezTo>
                <a:cubicBezTo>
                  <a:pt x="57775" y="0"/>
                  <a:pt x="53318" y="4457"/>
                  <a:pt x="53318" y="9997"/>
                </a:cubicBezTo>
                <a:lnTo>
                  <a:pt x="53318" y="26659"/>
                </a:lnTo>
                <a:cubicBezTo>
                  <a:pt x="38614" y="26659"/>
                  <a:pt x="26659" y="38614"/>
                  <a:pt x="26659" y="53318"/>
                </a:cubicBezTo>
                <a:lnTo>
                  <a:pt x="9997" y="53318"/>
                </a:lnTo>
                <a:cubicBezTo>
                  <a:pt x="4457" y="53318"/>
                  <a:pt x="0" y="57775"/>
                  <a:pt x="0" y="63315"/>
                </a:cubicBezTo>
                <a:cubicBezTo>
                  <a:pt x="0" y="68855"/>
                  <a:pt x="4457" y="73312"/>
                  <a:pt x="9997" y="73312"/>
                </a:cubicBezTo>
                <a:lnTo>
                  <a:pt x="26659" y="73312"/>
                </a:lnTo>
                <a:lnTo>
                  <a:pt x="26659" y="96638"/>
                </a:lnTo>
                <a:lnTo>
                  <a:pt x="9997" y="96638"/>
                </a:lnTo>
                <a:cubicBezTo>
                  <a:pt x="4457" y="96638"/>
                  <a:pt x="0" y="101096"/>
                  <a:pt x="0" y="106636"/>
                </a:cubicBezTo>
                <a:cubicBezTo>
                  <a:pt x="0" y="112176"/>
                  <a:pt x="4457" y="116633"/>
                  <a:pt x="9997" y="116633"/>
                </a:cubicBezTo>
                <a:lnTo>
                  <a:pt x="26659" y="116633"/>
                </a:lnTo>
                <a:lnTo>
                  <a:pt x="26659" y="139959"/>
                </a:lnTo>
                <a:lnTo>
                  <a:pt x="9997" y="139959"/>
                </a:lnTo>
                <a:cubicBezTo>
                  <a:pt x="4457" y="139959"/>
                  <a:pt x="0" y="144416"/>
                  <a:pt x="0" y="149956"/>
                </a:cubicBezTo>
                <a:cubicBezTo>
                  <a:pt x="0" y="155496"/>
                  <a:pt x="4457" y="159953"/>
                  <a:pt x="9997" y="159953"/>
                </a:cubicBezTo>
                <a:lnTo>
                  <a:pt x="26659" y="159953"/>
                </a:lnTo>
                <a:cubicBezTo>
                  <a:pt x="26659" y="174657"/>
                  <a:pt x="38614" y="186612"/>
                  <a:pt x="53318" y="186612"/>
                </a:cubicBezTo>
                <a:lnTo>
                  <a:pt x="53318" y="203274"/>
                </a:lnTo>
                <a:cubicBezTo>
                  <a:pt x="53318" y="208814"/>
                  <a:pt x="57775" y="213271"/>
                  <a:pt x="63315" y="213271"/>
                </a:cubicBezTo>
                <a:cubicBezTo>
                  <a:pt x="68855" y="213271"/>
                  <a:pt x="73312" y="208814"/>
                  <a:pt x="73312" y="203274"/>
                </a:cubicBezTo>
                <a:lnTo>
                  <a:pt x="73312" y="186612"/>
                </a:lnTo>
                <a:lnTo>
                  <a:pt x="96638" y="186612"/>
                </a:lnTo>
                <a:lnTo>
                  <a:pt x="96638" y="203274"/>
                </a:lnTo>
                <a:cubicBezTo>
                  <a:pt x="96638" y="208814"/>
                  <a:pt x="101096" y="213271"/>
                  <a:pt x="106636" y="213271"/>
                </a:cubicBezTo>
                <a:cubicBezTo>
                  <a:pt x="112176" y="213271"/>
                  <a:pt x="116633" y="208814"/>
                  <a:pt x="116633" y="203274"/>
                </a:cubicBezTo>
                <a:lnTo>
                  <a:pt x="116633" y="186612"/>
                </a:lnTo>
                <a:lnTo>
                  <a:pt x="139959" y="186612"/>
                </a:lnTo>
                <a:lnTo>
                  <a:pt x="139959" y="203274"/>
                </a:lnTo>
                <a:cubicBezTo>
                  <a:pt x="139959" y="208814"/>
                  <a:pt x="144416" y="213271"/>
                  <a:pt x="149956" y="213271"/>
                </a:cubicBezTo>
                <a:cubicBezTo>
                  <a:pt x="155496" y="213271"/>
                  <a:pt x="159953" y="208814"/>
                  <a:pt x="159953" y="203274"/>
                </a:cubicBezTo>
                <a:lnTo>
                  <a:pt x="159953" y="186612"/>
                </a:lnTo>
                <a:cubicBezTo>
                  <a:pt x="174657" y="186612"/>
                  <a:pt x="186612" y="174657"/>
                  <a:pt x="186612" y="159953"/>
                </a:cubicBezTo>
                <a:lnTo>
                  <a:pt x="203274" y="159953"/>
                </a:lnTo>
                <a:cubicBezTo>
                  <a:pt x="208814" y="159953"/>
                  <a:pt x="213271" y="155496"/>
                  <a:pt x="213271" y="149956"/>
                </a:cubicBezTo>
                <a:cubicBezTo>
                  <a:pt x="213271" y="144416"/>
                  <a:pt x="208814" y="139959"/>
                  <a:pt x="203274" y="139959"/>
                </a:cubicBezTo>
                <a:lnTo>
                  <a:pt x="186612" y="139959"/>
                </a:lnTo>
                <a:lnTo>
                  <a:pt x="186612" y="116633"/>
                </a:lnTo>
                <a:lnTo>
                  <a:pt x="203274" y="116633"/>
                </a:lnTo>
                <a:cubicBezTo>
                  <a:pt x="208814" y="116633"/>
                  <a:pt x="213271" y="112176"/>
                  <a:pt x="213271" y="106636"/>
                </a:cubicBezTo>
                <a:cubicBezTo>
                  <a:pt x="213271" y="101096"/>
                  <a:pt x="208814" y="96638"/>
                  <a:pt x="203274" y="96638"/>
                </a:cubicBezTo>
                <a:lnTo>
                  <a:pt x="186612" y="96638"/>
                </a:lnTo>
                <a:lnTo>
                  <a:pt x="186612" y="73312"/>
                </a:lnTo>
                <a:lnTo>
                  <a:pt x="203274" y="73312"/>
                </a:lnTo>
                <a:cubicBezTo>
                  <a:pt x="208814" y="73312"/>
                  <a:pt x="213271" y="68855"/>
                  <a:pt x="213271" y="63315"/>
                </a:cubicBezTo>
                <a:cubicBezTo>
                  <a:pt x="213271" y="57775"/>
                  <a:pt x="208814" y="53318"/>
                  <a:pt x="203274" y="53318"/>
                </a:cubicBezTo>
                <a:lnTo>
                  <a:pt x="186612" y="53318"/>
                </a:lnTo>
                <a:cubicBezTo>
                  <a:pt x="186612" y="38614"/>
                  <a:pt x="174657" y="26659"/>
                  <a:pt x="159953" y="26659"/>
                </a:cubicBezTo>
                <a:lnTo>
                  <a:pt x="159953" y="9997"/>
                </a:lnTo>
                <a:cubicBezTo>
                  <a:pt x="159953" y="4457"/>
                  <a:pt x="155496" y="0"/>
                  <a:pt x="149956" y="0"/>
                </a:cubicBezTo>
                <a:cubicBezTo>
                  <a:pt x="144416" y="0"/>
                  <a:pt x="139959" y="4457"/>
                  <a:pt x="139959" y="9997"/>
                </a:cubicBezTo>
                <a:lnTo>
                  <a:pt x="139959" y="26659"/>
                </a:lnTo>
                <a:lnTo>
                  <a:pt x="116633" y="26659"/>
                </a:lnTo>
                <a:lnTo>
                  <a:pt x="116633" y="9997"/>
                </a:lnTo>
                <a:cubicBezTo>
                  <a:pt x="116633" y="4457"/>
                  <a:pt x="112176" y="0"/>
                  <a:pt x="106636" y="0"/>
                </a:cubicBezTo>
                <a:cubicBezTo>
                  <a:pt x="101096" y="0"/>
                  <a:pt x="96638" y="4457"/>
                  <a:pt x="96638" y="9997"/>
                </a:cubicBezTo>
                <a:lnTo>
                  <a:pt x="96638" y="26659"/>
                </a:lnTo>
                <a:lnTo>
                  <a:pt x="73312" y="26659"/>
                </a:lnTo>
                <a:lnTo>
                  <a:pt x="73312" y="9997"/>
                </a:lnTo>
                <a:close/>
                <a:moveTo>
                  <a:pt x="66647" y="53318"/>
                </a:moveTo>
                <a:lnTo>
                  <a:pt x="146624" y="53318"/>
                </a:lnTo>
                <a:cubicBezTo>
                  <a:pt x="153997" y="53318"/>
                  <a:pt x="159953" y="59274"/>
                  <a:pt x="159953" y="66647"/>
                </a:cubicBezTo>
                <a:lnTo>
                  <a:pt x="159953" y="146624"/>
                </a:lnTo>
                <a:cubicBezTo>
                  <a:pt x="159953" y="153997"/>
                  <a:pt x="153997" y="159953"/>
                  <a:pt x="146624" y="159953"/>
                </a:cubicBezTo>
                <a:lnTo>
                  <a:pt x="66647" y="159953"/>
                </a:lnTo>
                <a:cubicBezTo>
                  <a:pt x="59274" y="159953"/>
                  <a:pt x="53318" y="153997"/>
                  <a:pt x="53318" y="146624"/>
                </a:cubicBezTo>
                <a:lnTo>
                  <a:pt x="53318" y="66647"/>
                </a:lnTo>
                <a:cubicBezTo>
                  <a:pt x="53318" y="59274"/>
                  <a:pt x="59274" y="53318"/>
                  <a:pt x="66647" y="53318"/>
                </a:cubicBezTo>
                <a:close/>
                <a:moveTo>
                  <a:pt x="73312" y="73312"/>
                </a:moveTo>
                <a:lnTo>
                  <a:pt x="73312" y="139959"/>
                </a:lnTo>
                <a:lnTo>
                  <a:pt x="139959" y="139959"/>
                </a:lnTo>
                <a:lnTo>
                  <a:pt x="139959" y="73312"/>
                </a:lnTo>
                <a:lnTo>
                  <a:pt x="73312" y="73312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35" name="Text 33"/>
          <p:cNvSpPr/>
          <p:nvPr/>
        </p:nvSpPr>
        <p:spPr>
          <a:xfrm>
            <a:off x="7242444" y="4340735"/>
            <a:ext cx="4212105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Llama-4 Scout 17B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42444" y="4625096"/>
            <a:ext cx="4194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reasoning model for medical analysis and response generation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0477" y="5289235"/>
            <a:ext cx="10892823" cy="957943"/>
          </a:xfrm>
          <a:custGeom>
            <a:avLst/>
            <a:gdLst/>
            <a:ahLst/>
            <a:cxnLst/>
            <a:rect l="l" t="t" r="r" b="b"/>
            <a:pathLst>
              <a:path w="10892823" h="957943">
                <a:moveTo>
                  <a:pt x="142178" y="0"/>
                </a:moveTo>
                <a:lnTo>
                  <a:pt x="10750645" y="0"/>
                </a:lnTo>
                <a:cubicBezTo>
                  <a:pt x="10829168" y="0"/>
                  <a:pt x="10892823" y="63655"/>
                  <a:pt x="10892823" y="142178"/>
                </a:cubicBezTo>
                <a:lnTo>
                  <a:pt x="10892823" y="815765"/>
                </a:lnTo>
                <a:cubicBezTo>
                  <a:pt x="10892823" y="894288"/>
                  <a:pt x="10829168" y="957943"/>
                  <a:pt x="10750645" y="957943"/>
                </a:cubicBezTo>
                <a:lnTo>
                  <a:pt x="142178" y="957943"/>
                </a:lnTo>
                <a:cubicBezTo>
                  <a:pt x="63655" y="957943"/>
                  <a:pt x="0" y="894288"/>
                  <a:pt x="0" y="815765"/>
                </a:cubicBezTo>
                <a:lnTo>
                  <a:pt x="0" y="142178"/>
                </a:lnTo>
                <a:cubicBezTo>
                  <a:pt x="0" y="63708"/>
                  <a:pt x="63708" y="0"/>
                  <a:pt x="142178" y="0"/>
                </a:cubicBezTo>
                <a:close/>
              </a:path>
            </a:pathLst>
          </a:custGeom>
          <a:solidFill>
            <a:srgbClr val="F5F5F7"/>
          </a:solidFill>
          <a:ln w="10160">
            <a:solidFill>
              <a:srgbClr val="1D1D1F">
                <a:alpha val="5098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1757" y="548418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142181" y="0"/>
                </a:moveTo>
                <a:lnTo>
                  <a:pt x="426542" y="0"/>
                </a:lnTo>
                <a:cubicBezTo>
                  <a:pt x="505067" y="0"/>
                  <a:pt x="568723" y="63656"/>
                  <a:pt x="568723" y="142181"/>
                </a:cubicBezTo>
                <a:lnTo>
                  <a:pt x="568723" y="426542"/>
                </a:lnTo>
                <a:cubicBezTo>
                  <a:pt x="568723" y="505067"/>
                  <a:pt x="505067" y="568723"/>
                  <a:pt x="426542" y="568723"/>
                </a:cubicBezTo>
                <a:lnTo>
                  <a:pt x="142181" y="568723"/>
                </a:lnTo>
                <a:cubicBezTo>
                  <a:pt x="63656" y="568723"/>
                  <a:pt x="0" y="505067"/>
                  <a:pt x="0" y="426542"/>
                </a:cubicBezTo>
                <a:lnTo>
                  <a:pt x="0" y="142181"/>
                </a:lnTo>
                <a:cubicBezTo>
                  <a:pt x="0" y="63709"/>
                  <a:pt x="63709" y="0"/>
                  <a:pt x="14218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09483" y="5661906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26659" y="13329"/>
                </a:moveTo>
                <a:cubicBezTo>
                  <a:pt x="11955" y="13329"/>
                  <a:pt x="0" y="25284"/>
                  <a:pt x="0" y="39988"/>
                </a:cubicBezTo>
                <a:lnTo>
                  <a:pt x="0" y="146624"/>
                </a:lnTo>
                <a:cubicBezTo>
                  <a:pt x="0" y="161328"/>
                  <a:pt x="11955" y="173283"/>
                  <a:pt x="26659" y="173283"/>
                </a:cubicBezTo>
                <a:lnTo>
                  <a:pt x="86641" y="173283"/>
                </a:lnTo>
                <a:lnTo>
                  <a:pt x="79977" y="193277"/>
                </a:lnTo>
                <a:lnTo>
                  <a:pt x="49985" y="193277"/>
                </a:lnTo>
                <a:cubicBezTo>
                  <a:pt x="44445" y="193277"/>
                  <a:pt x="39988" y="197734"/>
                  <a:pt x="39988" y="203274"/>
                </a:cubicBezTo>
                <a:cubicBezTo>
                  <a:pt x="39988" y="208814"/>
                  <a:pt x="44445" y="213271"/>
                  <a:pt x="49985" y="213271"/>
                </a:cubicBezTo>
                <a:lnTo>
                  <a:pt x="163286" y="213271"/>
                </a:lnTo>
                <a:cubicBezTo>
                  <a:pt x="168826" y="213271"/>
                  <a:pt x="173283" y="208814"/>
                  <a:pt x="173283" y="203274"/>
                </a:cubicBezTo>
                <a:cubicBezTo>
                  <a:pt x="173283" y="197734"/>
                  <a:pt x="168826" y="193277"/>
                  <a:pt x="163286" y="193277"/>
                </a:cubicBezTo>
                <a:lnTo>
                  <a:pt x="133294" y="193277"/>
                </a:lnTo>
                <a:lnTo>
                  <a:pt x="126630" y="173283"/>
                </a:lnTo>
                <a:lnTo>
                  <a:pt x="186612" y="173283"/>
                </a:lnTo>
                <a:cubicBezTo>
                  <a:pt x="201316" y="173283"/>
                  <a:pt x="213271" y="161328"/>
                  <a:pt x="213271" y="146624"/>
                </a:cubicBezTo>
                <a:lnTo>
                  <a:pt x="213271" y="39988"/>
                </a:lnTo>
                <a:cubicBezTo>
                  <a:pt x="213271" y="25284"/>
                  <a:pt x="201316" y="13329"/>
                  <a:pt x="186612" y="13329"/>
                </a:cubicBezTo>
                <a:lnTo>
                  <a:pt x="26659" y="13329"/>
                </a:lnTo>
                <a:close/>
                <a:moveTo>
                  <a:pt x="39988" y="39988"/>
                </a:moveTo>
                <a:lnTo>
                  <a:pt x="173283" y="39988"/>
                </a:lnTo>
                <a:cubicBezTo>
                  <a:pt x="180656" y="39988"/>
                  <a:pt x="186612" y="45945"/>
                  <a:pt x="186612" y="53318"/>
                </a:cubicBezTo>
                <a:lnTo>
                  <a:pt x="186612" y="119965"/>
                </a:lnTo>
                <a:cubicBezTo>
                  <a:pt x="186612" y="127338"/>
                  <a:pt x="180656" y="133294"/>
                  <a:pt x="173283" y="133294"/>
                </a:cubicBezTo>
                <a:lnTo>
                  <a:pt x="39988" y="133294"/>
                </a:lnTo>
                <a:cubicBezTo>
                  <a:pt x="32615" y="133294"/>
                  <a:pt x="26659" y="127338"/>
                  <a:pt x="26659" y="119965"/>
                </a:cubicBezTo>
                <a:lnTo>
                  <a:pt x="26659" y="53318"/>
                </a:lnTo>
                <a:cubicBezTo>
                  <a:pt x="26659" y="45945"/>
                  <a:pt x="32615" y="39988"/>
                  <a:pt x="39988" y="3998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0" name="Text 38"/>
          <p:cNvSpPr/>
          <p:nvPr/>
        </p:nvSpPr>
        <p:spPr>
          <a:xfrm>
            <a:off x="1578206" y="5519725"/>
            <a:ext cx="9872676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HTML/CSS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78206" y="5804086"/>
            <a:ext cx="98549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UI development for responsive and interactive web interface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56D6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2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</a:p>
        </p:txBody>
      </p:sp>
      <p:sp>
        <p:nvSpPr>
          <p:cNvPr id="5" name="Text 3"/>
          <p:cNvSpPr/>
          <p:nvPr/>
        </p:nvSpPr>
        <p:spPr>
          <a:xfrm>
            <a:off x="381000" y="8763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65912"/>
            <a:ext cx="11418570" cy="4903470"/>
          </a:xfrm>
          <a:custGeom>
            <a:avLst/>
            <a:gdLst/>
            <a:ahLst/>
            <a:cxnLst/>
            <a:rect l="l" t="t" r="r" b="b"/>
            <a:pathLst>
              <a:path w="11418570" h="4903470">
                <a:moveTo>
                  <a:pt x="228600" y="0"/>
                </a:moveTo>
                <a:lnTo>
                  <a:pt x="11189970" y="0"/>
                </a:lnTo>
                <a:cubicBezTo>
                  <a:pt x="11316222" y="0"/>
                  <a:pt x="11418570" y="102348"/>
                  <a:pt x="11418570" y="228600"/>
                </a:cubicBezTo>
                <a:lnTo>
                  <a:pt x="11418570" y="4674870"/>
                </a:lnTo>
                <a:cubicBezTo>
                  <a:pt x="11418570" y="4801122"/>
                  <a:pt x="11316222" y="4903470"/>
                  <a:pt x="11189970" y="4903470"/>
                </a:cubicBezTo>
                <a:lnTo>
                  <a:pt x="228600" y="4903470"/>
                </a:lnTo>
                <a:cubicBezTo>
                  <a:pt x="102348" y="4903470"/>
                  <a:pt x="0" y="4801122"/>
                  <a:pt x="0" y="467487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6820" y="216979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 w="20320">
            <a:solidFill>
              <a:srgbClr val="34C759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2581" y="2524127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166092"/>
                </a:moveTo>
                <a:cubicBezTo>
                  <a:pt x="194375" y="166092"/>
                  <a:pt x="230386" y="130081"/>
                  <a:pt x="230386" y="85725"/>
                </a:cubicBezTo>
                <a:cubicBezTo>
                  <a:pt x="230386" y="41369"/>
                  <a:pt x="194375" y="5358"/>
                  <a:pt x="150019" y="5358"/>
                </a:cubicBezTo>
                <a:cubicBezTo>
                  <a:pt x="105663" y="5358"/>
                  <a:pt x="69652" y="41369"/>
                  <a:pt x="69652" y="85725"/>
                </a:cubicBezTo>
                <a:cubicBezTo>
                  <a:pt x="69652" y="130081"/>
                  <a:pt x="105663" y="166092"/>
                  <a:pt x="150019" y="166092"/>
                </a:cubicBezTo>
                <a:close/>
                <a:moveTo>
                  <a:pt x="130128" y="203597"/>
                </a:moveTo>
                <a:cubicBezTo>
                  <a:pt x="64160" y="203597"/>
                  <a:pt x="10716" y="257041"/>
                  <a:pt x="10716" y="323009"/>
                </a:cubicBezTo>
                <a:cubicBezTo>
                  <a:pt x="10716" y="333993"/>
                  <a:pt x="19623" y="342900"/>
                  <a:pt x="30607" y="342900"/>
                </a:cubicBezTo>
                <a:lnTo>
                  <a:pt x="269431" y="342900"/>
                </a:lnTo>
                <a:cubicBezTo>
                  <a:pt x="280415" y="342900"/>
                  <a:pt x="289322" y="333993"/>
                  <a:pt x="289322" y="323009"/>
                </a:cubicBezTo>
                <a:cubicBezTo>
                  <a:pt x="289322" y="257041"/>
                  <a:pt x="235878" y="203597"/>
                  <a:pt x="169910" y="203597"/>
                </a:cubicBezTo>
                <a:lnTo>
                  <a:pt x="130128" y="203597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1555075" y="3381377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53358" y="26289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1D1D1F">
              <a:alpha val="3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84778" y="2990852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09323" y="216979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 w="20320">
            <a:solidFill>
              <a:srgbClr val="5856D6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5084" y="2524127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107156"/>
                </a:lnTo>
                <a:cubicBezTo>
                  <a:pt x="0" y="130798"/>
                  <a:pt x="19221" y="150019"/>
                  <a:pt x="42863" y="150019"/>
                </a:cubicBezTo>
                <a:lnTo>
                  <a:pt x="257175" y="150019"/>
                </a:lnTo>
                <a:cubicBezTo>
                  <a:pt x="280816" y="150019"/>
                  <a:pt x="300038" y="130798"/>
                  <a:pt x="300038" y="10715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187523" y="69652"/>
                </a:moveTo>
                <a:cubicBezTo>
                  <a:pt x="196395" y="69652"/>
                  <a:pt x="203597" y="76854"/>
                  <a:pt x="203597" y="85725"/>
                </a:cubicBezTo>
                <a:cubicBezTo>
                  <a:pt x="203597" y="94596"/>
                  <a:pt x="196395" y="101798"/>
                  <a:pt x="187523" y="101798"/>
                </a:cubicBezTo>
                <a:cubicBezTo>
                  <a:pt x="178652" y="101798"/>
                  <a:pt x="171450" y="94596"/>
                  <a:pt x="171450" y="85725"/>
                </a:cubicBezTo>
                <a:cubicBezTo>
                  <a:pt x="171450" y="76854"/>
                  <a:pt x="178652" y="69652"/>
                  <a:pt x="187523" y="69652"/>
                </a:cubicBezTo>
                <a:close/>
                <a:moveTo>
                  <a:pt x="225028" y="85725"/>
                </a:moveTo>
                <a:cubicBezTo>
                  <a:pt x="225028" y="76854"/>
                  <a:pt x="232230" y="69652"/>
                  <a:pt x="241102" y="69652"/>
                </a:cubicBezTo>
                <a:cubicBezTo>
                  <a:pt x="249973" y="69652"/>
                  <a:pt x="257175" y="76854"/>
                  <a:pt x="257175" y="85725"/>
                </a:cubicBezTo>
                <a:cubicBezTo>
                  <a:pt x="257175" y="94596"/>
                  <a:pt x="249973" y="101798"/>
                  <a:pt x="241102" y="101798"/>
                </a:cubicBezTo>
                <a:cubicBezTo>
                  <a:pt x="232230" y="101798"/>
                  <a:pt x="225028" y="94596"/>
                  <a:pt x="225028" y="85725"/>
                </a:cubicBezTo>
                <a:close/>
                <a:moveTo>
                  <a:pt x="42863" y="192881"/>
                </a:moveTo>
                <a:cubicBezTo>
                  <a:pt x="19221" y="192881"/>
                  <a:pt x="0" y="212102"/>
                  <a:pt x="0" y="23574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235744"/>
                </a:lnTo>
                <a:cubicBezTo>
                  <a:pt x="300038" y="212102"/>
                  <a:pt x="280816" y="192881"/>
                  <a:pt x="257175" y="192881"/>
                </a:cubicBezTo>
                <a:lnTo>
                  <a:pt x="42863" y="192881"/>
                </a:lnTo>
                <a:close/>
                <a:moveTo>
                  <a:pt x="187523" y="241102"/>
                </a:moveTo>
                <a:cubicBezTo>
                  <a:pt x="196395" y="241102"/>
                  <a:pt x="203597" y="248304"/>
                  <a:pt x="203597" y="257175"/>
                </a:cubicBezTo>
                <a:cubicBezTo>
                  <a:pt x="203597" y="266046"/>
                  <a:pt x="196395" y="273248"/>
                  <a:pt x="187523" y="273248"/>
                </a:cubicBezTo>
                <a:cubicBezTo>
                  <a:pt x="178652" y="273248"/>
                  <a:pt x="171450" y="266046"/>
                  <a:pt x="171450" y="257175"/>
                </a:cubicBezTo>
                <a:cubicBezTo>
                  <a:pt x="171450" y="248304"/>
                  <a:pt x="178652" y="241102"/>
                  <a:pt x="187523" y="241102"/>
                </a:cubicBezTo>
                <a:close/>
                <a:moveTo>
                  <a:pt x="225028" y="257175"/>
                </a:moveTo>
                <a:cubicBezTo>
                  <a:pt x="225028" y="248304"/>
                  <a:pt x="232230" y="241102"/>
                  <a:pt x="241102" y="241102"/>
                </a:cubicBezTo>
                <a:cubicBezTo>
                  <a:pt x="249973" y="241102"/>
                  <a:pt x="257175" y="248304"/>
                  <a:pt x="257175" y="257175"/>
                </a:cubicBezTo>
                <a:cubicBezTo>
                  <a:pt x="257175" y="266046"/>
                  <a:pt x="249973" y="273248"/>
                  <a:pt x="241102" y="273248"/>
                </a:cubicBezTo>
                <a:cubicBezTo>
                  <a:pt x="232230" y="273248"/>
                  <a:pt x="225028" y="266046"/>
                  <a:pt x="225028" y="257175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48" y="3381377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9911" y="26289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1D1D1F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67281" y="2990852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19806" y="216979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 w="20320">
            <a:solidFill>
              <a:srgbClr val="FF9500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6998" y="2524127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42863"/>
                </a:moveTo>
                <a:cubicBezTo>
                  <a:pt x="0" y="19221"/>
                  <a:pt x="19221" y="0"/>
                  <a:pt x="42863" y="0"/>
                </a:cubicBezTo>
                <a:lnTo>
                  <a:pt x="142987" y="0"/>
                </a:lnTo>
                <a:cubicBezTo>
                  <a:pt x="154372" y="0"/>
                  <a:pt x="165289" y="4487"/>
                  <a:pt x="173325" y="12524"/>
                </a:cubicBezTo>
                <a:lnTo>
                  <a:pt x="244651" y="83917"/>
                </a:lnTo>
                <a:cubicBezTo>
                  <a:pt x="252688" y="91953"/>
                  <a:pt x="257175" y="102870"/>
                  <a:pt x="257175" y="114255"/>
                </a:cubicBezTo>
                <a:lnTo>
                  <a:pt x="257175" y="300038"/>
                </a:lnTo>
                <a:cubicBezTo>
                  <a:pt x="257175" y="323679"/>
                  <a:pt x="237954" y="342900"/>
                  <a:pt x="214313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42863"/>
                </a:lnTo>
                <a:close/>
                <a:moveTo>
                  <a:pt x="139303" y="39179"/>
                </a:moveTo>
                <a:lnTo>
                  <a:pt x="139303" y="101798"/>
                </a:lnTo>
                <a:cubicBezTo>
                  <a:pt x="139303" y="110706"/>
                  <a:pt x="146469" y="117872"/>
                  <a:pt x="155377" y="117872"/>
                </a:cubicBezTo>
                <a:lnTo>
                  <a:pt x="217996" y="117872"/>
                </a:lnTo>
                <a:lnTo>
                  <a:pt x="139303" y="39179"/>
                </a:lnTo>
                <a:close/>
                <a:moveTo>
                  <a:pt x="103272" y="197971"/>
                </a:moveTo>
                <a:cubicBezTo>
                  <a:pt x="109031" y="191207"/>
                  <a:pt x="108295" y="181094"/>
                  <a:pt x="101531" y="175334"/>
                </a:cubicBezTo>
                <a:cubicBezTo>
                  <a:pt x="94766" y="169575"/>
                  <a:pt x="84653" y="170311"/>
                  <a:pt x="78894" y="177076"/>
                </a:cubicBezTo>
                <a:lnTo>
                  <a:pt x="46747" y="214580"/>
                </a:lnTo>
                <a:cubicBezTo>
                  <a:pt x="41590" y="220608"/>
                  <a:pt x="41590" y="229448"/>
                  <a:pt x="46747" y="235476"/>
                </a:cubicBezTo>
                <a:lnTo>
                  <a:pt x="78894" y="272981"/>
                </a:lnTo>
                <a:cubicBezTo>
                  <a:pt x="84653" y="279745"/>
                  <a:pt x="94833" y="280481"/>
                  <a:pt x="101531" y="274722"/>
                </a:cubicBezTo>
                <a:cubicBezTo>
                  <a:pt x="108228" y="268962"/>
                  <a:pt x="109031" y="258782"/>
                  <a:pt x="103272" y="252085"/>
                </a:cubicBezTo>
                <a:lnTo>
                  <a:pt x="80099" y="225028"/>
                </a:lnTo>
                <a:lnTo>
                  <a:pt x="103272" y="197971"/>
                </a:lnTo>
                <a:close/>
                <a:moveTo>
                  <a:pt x="178281" y="177076"/>
                </a:moveTo>
                <a:cubicBezTo>
                  <a:pt x="172522" y="170311"/>
                  <a:pt x="162342" y="169575"/>
                  <a:pt x="155644" y="175334"/>
                </a:cubicBezTo>
                <a:cubicBezTo>
                  <a:pt x="148947" y="181094"/>
                  <a:pt x="148144" y="191274"/>
                  <a:pt x="153903" y="197971"/>
                </a:cubicBezTo>
                <a:lnTo>
                  <a:pt x="177076" y="225028"/>
                </a:lnTo>
                <a:lnTo>
                  <a:pt x="153903" y="252085"/>
                </a:lnTo>
                <a:cubicBezTo>
                  <a:pt x="148144" y="258849"/>
                  <a:pt x="148880" y="268962"/>
                  <a:pt x="155644" y="274722"/>
                </a:cubicBezTo>
                <a:cubicBezTo>
                  <a:pt x="162409" y="280481"/>
                  <a:pt x="172522" y="279745"/>
                  <a:pt x="178281" y="272981"/>
                </a:cubicBezTo>
                <a:lnTo>
                  <a:pt x="210428" y="235476"/>
                </a:lnTo>
                <a:cubicBezTo>
                  <a:pt x="215585" y="229448"/>
                  <a:pt x="215585" y="220608"/>
                  <a:pt x="210428" y="214580"/>
                </a:cubicBezTo>
                <a:lnTo>
                  <a:pt x="178281" y="177076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7226975" y="3381377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Base64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51940" y="26289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1D1D1F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777764" y="2990852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13620" y="216979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 w="20320">
            <a:solidFill>
              <a:srgbClr val="34C759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6519" y="2524127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0" y="225028"/>
                </a:moveTo>
                <a:cubicBezTo>
                  <a:pt x="0" y="278271"/>
                  <a:pt x="43197" y="321469"/>
                  <a:pt x="96441" y="321469"/>
                </a:cubicBezTo>
                <a:lnTo>
                  <a:pt x="300038" y="321469"/>
                </a:lnTo>
                <a:cubicBezTo>
                  <a:pt x="347387" y="321469"/>
                  <a:pt x="385763" y="283093"/>
                  <a:pt x="385763" y="235744"/>
                </a:cubicBezTo>
                <a:cubicBezTo>
                  <a:pt x="385763" y="201186"/>
                  <a:pt x="365336" y="171383"/>
                  <a:pt x="335868" y="157855"/>
                </a:cubicBezTo>
                <a:cubicBezTo>
                  <a:pt x="340355" y="149081"/>
                  <a:pt x="342900" y="139102"/>
                  <a:pt x="342900" y="128588"/>
                </a:cubicBezTo>
                <a:cubicBezTo>
                  <a:pt x="342900" y="93092"/>
                  <a:pt x="314102" y="64294"/>
                  <a:pt x="278606" y="64294"/>
                </a:cubicBezTo>
                <a:cubicBezTo>
                  <a:pt x="266752" y="64294"/>
                  <a:pt x="255702" y="67508"/>
                  <a:pt x="246191" y="73067"/>
                </a:cubicBezTo>
                <a:cubicBezTo>
                  <a:pt x="230051" y="42394"/>
                  <a:pt x="197837" y="21431"/>
                  <a:pt x="160734" y="21431"/>
                </a:cubicBezTo>
                <a:cubicBezTo>
                  <a:pt x="107491" y="21431"/>
                  <a:pt x="64294" y="64629"/>
                  <a:pt x="64294" y="117872"/>
                </a:cubicBezTo>
                <a:cubicBezTo>
                  <a:pt x="64294" y="123230"/>
                  <a:pt x="64763" y="128521"/>
                  <a:pt x="65566" y="133610"/>
                </a:cubicBezTo>
                <a:cubicBezTo>
                  <a:pt x="27459" y="146469"/>
                  <a:pt x="0" y="182567"/>
                  <a:pt x="0" y="225028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9346" y="3381377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GROQ API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91225" y="387667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1D1D1F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55514" y="439864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 w="20320">
            <a:solidFill>
              <a:srgbClr val="5856D6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9844" y="475297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28" name="Text 26"/>
          <p:cNvSpPr/>
          <p:nvPr/>
        </p:nvSpPr>
        <p:spPr>
          <a:xfrm>
            <a:off x="1219200" y="5610227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1315" y="48577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1D1D1F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29395" y="5219702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47968" y="439864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 w="20320">
            <a:solidFill>
              <a:srgbClr val="FF9500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2298" y="475297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21469"/>
                </a:moveTo>
                <a:cubicBezTo>
                  <a:pt x="266149" y="321469"/>
                  <a:pt x="342900" y="249473"/>
                  <a:pt x="342900" y="160734"/>
                </a:cubicBezTo>
                <a:cubicBezTo>
                  <a:pt x="342900" y="71996"/>
                  <a:pt x="266149" y="0"/>
                  <a:pt x="171450" y="0"/>
                </a:cubicBezTo>
                <a:cubicBezTo>
                  <a:pt x="76751" y="0"/>
                  <a:pt x="0" y="71996"/>
                  <a:pt x="0" y="160734"/>
                </a:cubicBezTo>
                <a:cubicBezTo>
                  <a:pt x="0" y="197101"/>
                  <a:pt x="12859" y="230587"/>
                  <a:pt x="34558" y="257510"/>
                </a:cubicBezTo>
                <a:lnTo>
                  <a:pt x="1875" y="319326"/>
                </a:lnTo>
                <a:cubicBezTo>
                  <a:pt x="-1339" y="325353"/>
                  <a:pt x="-335" y="332720"/>
                  <a:pt x="4286" y="337743"/>
                </a:cubicBezTo>
                <a:cubicBezTo>
                  <a:pt x="8907" y="342766"/>
                  <a:pt x="16207" y="344306"/>
                  <a:pt x="22436" y="341628"/>
                </a:cubicBezTo>
                <a:lnTo>
                  <a:pt x="101731" y="307672"/>
                </a:lnTo>
                <a:cubicBezTo>
                  <a:pt x="123029" y="316513"/>
                  <a:pt x="146603" y="321469"/>
                  <a:pt x="171450" y="321469"/>
                </a:cubicBezTo>
                <a:close/>
                <a:moveTo>
                  <a:pt x="145733" y="102870"/>
                </a:moveTo>
                <a:cubicBezTo>
                  <a:pt x="145733" y="95771"/>
                  <a:pt x="151492" y="90011"/>
                  <a:pt x="158591" y="90011"/>
                </a:cubicBezTo>
                <a:lnTo>
                  <a:pt x="184309" y="90011"/>
                </a:lnTo>
                <a:cubicBezTo>
                  <a:pt x="191408" y="90011"/>
                  <a:pt x="197167" y="95771"/>
                  <a:pt x="197167" y="102870"/>
                </a:cubicBezTo>
                <a:lnTo>
                  <a:pt x="197167" y="135017"/>
                </a:lnTo>
                <a:lnTo>
                  <a:pt x="229314" y="135017"/>
                </a:lnTo>
                <a:cubicBezTo>
                  <a:pt x="236413" y="135017"/>
                  <a:pt x="242173" y="140777"/>
                  <a:pt x="242173" y="147876"/>
                </a:cubicBezTo>
                <a:lnTo>
                  <a:pt x="242173" y="173593"/>
                </a:lnTo>
                <a:cubicBezTo>
                  <a:pt x="242173" y="180692"/>
                  <a:pt x="236413" y="186452"/>
                  <a:pt x="229314" y="186452"/>
                </a:cubicBezTo>
                <a:lnTo>
                  <a:pt x="197167" y="186452"/>
                </a:lnTo>
                <a:lnTo>
                  <a:pt x="197167" y="218599"/>
                </a:lnTo>
                <a:cubicBezTo>
                  <a:pt x="197167" y="225698"/>
                  <a:pt x="191408" y="231458"/>
                  <a:pt x="184309" y="231458"/>
                </a:cubicBezTo>
                <a:lnTo>
                  <a:pt x="158591" y="231458"/>
                </a:lnTo>
                <a:cubicBezTo>
                  <a:pt x="151492" y="231458"/>
                  <a:pt x="145733" y="225698"/>
                  <a:pt x="145733" y="218599"/>
                </a:cubicBezTo>
                <a:lnTo>
                  <a:pt x="145733" y="186452"/>
                </a:lnTo>
                <a:lnTo>
                  <a:pt x="113586" y="186452"/>
                </a:lnTo>
                <a:cubicBezTo>
                  <a:pt x="106487" y="186452"/>
                  <a:pt x="100727" y="180692"/>
                  <a:pt x="100727" y="173593"/>
                </a:cubicBezTo>
                <a:lnTo>
                  <a:pt x="100727" y="147876"/>
                </a:lnTo>
                <a:cubicBezTo>
                  <a:pt x="100727" y="140777"/>
                  <a:pt x="106487" y="135017"/>
                  <a:pt x="113586" y="135017"/>
                </a:cubicBezTo>
                <a:lnTo>
                  <a:pt x="145733" y="135017"/>
                </a:lnTo>
                <a:lnTo>
                  <a:pt x="145733" y="102870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33" name="Text 31"/>
          <p:cNvSpPr/>
          <p:nvPr/>
        </p:nvSpPr>
        <p:spPr>
          <a:xfrm>
            <a:off x="5759648" y="5610227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66021" y="48577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1D1D1F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093036" y="5219702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913620" y="4398647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228602" y="0"/>
                </a:moveTo>
                <a:lnTo>
                  <a:pt x="824863" y="0"/>
                </a:lnTo>
                <a:cubicBezTo>
                  <a:pt x="951116" y="0"/>
                  <a:pt x="1053465" y="102349"/>
                  <a:pt x="1053465" y="228602"/>
                </a:cubicBezTo>
                <a:lnTo>
                  <a:pt x="1053465" y="824863"/>
                </a:lnTo>
                <a:cubicBezTo>
                  <a:pt x="1053465" y="951116"/>
                  <a:pt x="951116" y="1053465"/>
                  <a:pt x="824863" y="1053465"/>
                </a:cubicBezTo>
                <a:lnTo>
                  <a:pt x="228602" y="1053465"/>
                </a:lnTo>
                <a:cubicBezTo>
                  <a:pt x="102349" y="1053465"/>
                  <a:pt x="0" y="951116"/>
                  <a:pt x="0" y="824863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 w="20320">
            <a:solidFill>
              <a:srgbClr val="34C759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67950" y="475297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35744"/>
                </a:lnTo>
                <a:cubicBezTo>
                  <a:pt x="0" y="259385"/>
                  <a:pt x="19221" y="278606"/>
                  <a:pt x="42863" y="278606"/>
                </a:cubicBezTo>
                <a:lnTo>
                  <a:pt x="139303" y="278606"/>
                </a:lnTo>
                <a:lnTo>
                  <a:pt x="128588" y="310753"/>
                </a:lnTo>
                <a:lnTo>
                  <a:pt x="80367" y="310753"/>
                </a:lnTo>
                <a:cubicBezTo>
                  <a:pt x="71460" y="310753"/>
                  <a:pt x="64294" y="317919"/>
                  <a:pt x="64294" y="326827"/>
                </a:cubicBezTo>
                <a:cubicBezTo>
                  <a:pt x="64294" y="335734"/>
                  <a:pt x="71460" y="342900"/>
                  <a:pt x="80367" y="342900"/>
                </a:cubicBezTo>
                <a:lnTo>
                  <a:pt x="262533" y="342900"/>
                </a:lnTo>
                <a:cubicBezTo>
                  <a:pt x="271440" y="342900"/>
                  <a:pt x="278606" y="335734"/>
                  <a:pt x="278606" y="326827"/>
                </a:cubicBezTo>
                <a:cubicBezTo>
                  <a:pt x="278606" y="317919"/>
                  <a:pt x="271440" y="310753"/>
                  <a:pt x="262533" y="310753"/>
                </a:cubicBezTo>
                <a:lnTo>
                  <a:pt x="214313" y="310753"/>
                </a:lnTo>
                <a:lnTo>
                  <a:pt x="203597" y="278606"/>
                </a:lnTo>
                <a:lnTo>
                  <a:pt x="300038" y="278606"/>
                </a:lnTo>
                <a:cubicBezTo>
                  <a:pt x="323679" y="278606"/>
                  <a:pt x="342900" y="259385"/>
                  <a:pt x="342900" y="235744"/>
                </a:cubicBezTo>
                <a:lnTo>
                  <a:pt x="342900" y="64294"/>
                </a:lnTo>
                <a:cubicBezTo>
                  <a:pt x="342900" y="40652"/>
                  <a:pt x="323679" y="21431"/>
                  <a:pt x="300038" y="21431"/>
                </a:cubicBezTo>
                <a:lnTo>
                  <a:pt x="42863" y="21431"/>
                </a:lnTo>
                <a:close/>
                <a:moveTo>
                  <a:pt x="64294" y="64294"/>
                </a:moveTo>
                <a:lnTo>
                  <a:pt x="278606" y="64294"/>
                </a:lnTo>
                <a:cubicBezTo>
                  <a:pt x="290460" y="64294"/>
                  <a:pt x="300038" y="73871"/>
                  <a:pt x="300038" y="85725"/>
                </a:cubicBezTo>
                <a:lnTo>
                  <a:pt x="300038" y="192881"/>
                </a:lnTo>
                <a:cubicBezTo>
                  <a:pt x="300038" y="204735"/>
                  <a:pt x="290460" y="214313"/>
                  <a:pt x="278606" y="214313"/>
                </a:cubicBezTo>
                <a:lnTo>
                  <a:pt x="64294" y="214313"/>
                </a:lnTo>
                <a:cubicBezTo>
                  <a:pt x="52440" y="214313"/>
                  <a:pt x="42863" y="204735"/>
                  <a:pt x="42863" y="192881"/>
                </a:cubicBezTo>
                <a:lnTo>
                  <a:pt x="42863" y="85725"/>
                </a:lnTo>
                <a:cubicBezTo>
                  <a:pt x="42863" y="73871"/>
                  <a:pt x="52440" y="64294"/>
                  <a:pt x="64294" y="64294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8" name="Text 36"/>
          <p:cNvSpPr/>
          <p:nvPr/>
        </p:nvSpPr>
        <p:spPr>
          <a:xfrm>
            <a:off x="10030302" y="5610227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Webpage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500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</a:t>
            </a:r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Working Flowchart</a:t>
            </a:r>
            <a:endParaRPr lang="en-US" sz="1600" dirty="0"/>
          </a:p>
        </p:txBody>
      </p:sp>
      <p:pic>
        <p:nvPicPr>
          <p:cNvPr id="6" name="Image 0" descr="https://kimi-img.moonshot.cn/pub/slides/26-02-03-18:19:15-d60sn8os8jdt5k2k0i70.png"/>
          <p:cNvPicPr>
            <a:picLocks noChangeAspect="1"/>
          </p:cNvPicPr>
          <p:nvPr/>
        </p:nvPicPr>
        <p:blipFill>
          <a:blip r:embed="rId3"/>
          <a:srcRect t="14" b="14"/>
          <a:stretch/>
        </p:blipFill>
        <p:spPr>
          <a:xfrm>
            <a:off x="381000" y="1562100"/>
            <a:ext cx="6677025" cy="49149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366635" y="1783078"/>
            <a:ext cx="4436745" cy="998220"/>
          </a:xfrm>
          <a:custGeom>
            <a:avLst/>
            <a:gdLst/>
            <a:ahLst/>
            <a:cxnLst/>
            <a:rect l="l" t="t" r="r" b="b"/>
            <a:pathLst>
              <a:path w="4436745" h="998220">
                <a:moveTo>
                  <a:pt x="152398" y="0"/>
                </a:moveTo>
                <a:lnTo>
                  <a:pt x="4284347" y="0"/>
                </a:lnTo>
                <a:cubicBezTo>
                  <a:pt x="4368514" y="0"/>
                  <a:pt x="4436745" y="68231"/>
                  <a:pt x="4436745" y="152398"/>
                </a:cubicBezTo>
                <a:lnTo>
                  <a:pt x="4436745" y="845822"/>
                </a:lnTo>
                <a:cubicBezTo>
                  <a:pt x="4436745" y="929989"/>
                  <a:pt x="4368514" y="998220"/>
                  <a:pt x="4284347" y="998220"/>
                </a:cubicBezTo>
                <a:lnTo>
                  <a:pt x="152398" y="998220"/>
                </a:lnTo>
                <a:cubicBezTo>
                  <a:pt x="68231" y="998220"/>
                  <a:pt x="0" y="929989"/>
                  <a:pt x="0" y="8458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60945" y="19773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527607" y="197738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C7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80045" y="1996436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60945" y="2358386"/>
            <a:ext cx="4124325" cy="228600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uploads medical image through web interface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66635" y="2941319"/>
            <a:ext cx="4436745" cy="998220"/>
          </a:xfrm>
          <a:custGeom>
            <a:avLst/>
            <a:gdLst/>
            <a:ahLst/>
            <a:cxnLst/>
            <a:rect l="l" t="t" r="r" b="b"/>
            <a:pathLst>
              <a:path w="4436745" h="998220">
                <a:moveTo>
                  <a:pt x="152398" y="0"/>
                </a:moveTo>
                <a:lnTo>
                  <a:pt x="4284347" y="0"/>
                </a:lnTo>
                <a:cubicBezTo>
                  <a:pt x="4368514" y="0"/>
                  <a:pt x="4436745" y="68231"/>
                  <a:pt x="4436745" y="152398"/>
                </a:cubicBezTo>
                <a:lnTo>
                  <a:pt x="4436745" y="845822"/>
                </a:lnTo>
                <a:cubicBezTo>
                  <a:pt x="4436745" y="929989"/>
                  <a:pt x="4368514" y="998220"/>
                  <a:pt x="4284347" y="998220"/>
                </a:cubicBezTo>
                <a:lnTo>
                  <a:pt x="152398" y="998220"/>
                </a:lnTo>
                <a:cubicBezTo>
                  <a:pt x="68231" y="998220"/>
                  <a:pt x="0" y="929989"/>
                  <a:pt x="0" y="8458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60945" y="31356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527607" y="3135627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856D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80045" y="3154677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Input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60945" y="3516627"/>
            <a:ext cx="4124325" cy="228600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enters symptoms and medical details</a:t>
            </a:r>
          </a:p>
        </p:txBody>
      </p:sp>
      <p:sp>
        <p:nvSpPr>
          <p:cNvPr id="17" name="Shape 14"/>
          <p:cNvSpPr/>
          <p:nvPr/>
        </p:nvSpPr>
        <p:spPr>
          <a:xfrm>
            <a:off x="7366635" y="4099560"/>
            <a:ext cx="4436745" cy="998220"/>
          </a:xfrm>
          <a:custGeom>
            <a:avLst/>
            <a:gdLst/>
            <a:ahLst/>
            <a:cxnLst/>
            <a:rect l="l" t="t" r="r" b="b"/>
            <a:pathLst>
              <a:path w="4436745" h="998220">
                <a:moveTo>
                  <a:pt x="152398" y="0"/>
                </a:moveTo>
                <a:lnTo>
                  <a:pt x="4284347" y="0"/>
                </a:lnTo>
                <a:cubicBezTo>
                  <a:pt x="4368514" y="0"/>
                  <a:pt x="4436745" y="68231"/>
                  <a:pt x="4436745" y="152398"/>
                </a:cubicBezTo>
                <a:lnTo>
                  <a:pt x="4436745" y="845822"/>
                </a:lnTo>
                <a:cubicBezTo>
                  <a:pt x="4436745" y="929989"/>
                  <a:pt x="4368514" y="998220"/>
                  <a:pt x="4284347" y="998220"/>
                </a:cubicBezTo>
                <a:lnTo>
                  <a:pt x="152398" y="998220"/>
                </a:lnTo>
                <a:cubicBezTo>
                  <a:pt x="68231" y="998220"/>
                  <a:pt x="0" y="929989"/>
                  <a:pt x="0" y="8458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560945" y="42938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527607" y="429386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9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80045" y="4312918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Processing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60945" y="4674868"/>
            <a:ext cx="4124325" cy="228600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encoded &amp; sent to Llama-4 for analysis</a:t>
            </a:r>
          </a:p>
        </p:txBody>
      </p:sp>
      <p:sp>
        <p:nvSpPr>
          <p:cNvPr id="22" name="Shape 19"/>
          <p:cNvSpPr/>
          <p:nvPr/>
        </p:nvSpPr>
        <p:spPr>
          <a:xfrm>
            <a:off x="7366635" y="5257796"/>
            <a:ext cx="4436745" cy="998220"/>
          </a:xfrm>
          <a:custGeom>
            <a:avLst/>
            <a:gdLst/>
            <a:ahLst/>
            <a:cxnLst/>
            <a:rect l="l" t="t" r="r" b="b"/>
            <a:pathLst>
              <a:path w="4436745" h="998220">
                <a:moveTo>
                  <a:pt x="152398" y="0"/>
                </a:moveTo>
                <a:lnTo>
                  <a:pt x="4284347" y="0"/>
                </a:lnTo>
                <a:cubicBezTo>
                  <a:pt x="4368514" y="0"/>
                  <a:pt x="4436745" y="68231"/>
                  <a:pt x="4436745" y="152398"/>
                </a:cubicBezTo>
                <a:lnTo>
                  <a:pt x="4436745" y="845822"/>
                </a:lnTo>
                <a:cubicBezTo>
                  <a:pt x="4436745" y="929989"/>
                  <a:pt x="4368514" y="998220"/>
                  <a:pt x="4284347" y="998220"/>
                </a:cubicBezTo>
                <a:lnTo>
                  <a:pt x="152398" y="998220"/>
                </a:lnTo>
                <a:cubicBezTo>
                  <a:pt x="68231" y="998220"/>
                  <a:pt x="0" y="929989"/>
                  <a:pt x="0" y="8458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0945" y="545210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527607" y="545210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C7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980045" y="5471159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Display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60945" y="5833109"/>
            <a:ext cx="4124325" cy="228600"/>
          </a:xfrm>
          <a:prstGeom prst="rect">
            <a:avLst/>
          </a:prstGeom>
          <a:noFill/>
          <a:ln/>
        </p:spPr>
        <p:txBody>
          <a:bodyPr wrap="square" lIns="4191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guidance displayed on webpage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183" y="330183"/>
            <a:ext cx="330183" cy="330183"/>
          </a:xfrm>
          <a:custGeom>
            <a:avLst/>
            <a:gdLst/>
            <a:ahLst/>
            <a:cxnLst/>
            <a:rect l="l" t="t" r="r" b="b"/>
            <a:pathLst>
              <a:path w="330183" h="330183">
                <a:moveTo>
                  <a:pt x="99055" y="0"/>
                </a:moveTo>
                <a:lnTo>
                  <a:pt x="231128" y="0"/>
                </a:lnTo>
                <a:cubicBezTo>
                  <a:pt x="285834" y="0"/>
                  <a:pt x="330183" y="44348"/>
                  <a:pt x="330183" y="99055"/>
                </a:cubicBezTo>
                <a:lnTo>
                  <a:pt x="330183" y="231128"/>
                </a:lnTo>
                <a:cubicBezTo>
                  <a:pt x="330183" y="285834"/>
                  <a:pt x="285834" y="330183"/>
                  <a:pt x="231128" y="330183"/>
                </a:cubicBezTo>
                <a:lnTo>
                  <a:pt x="99055" y="330183"/>
                </a:lnTo>
                <a:cubicBezTo>
                  <a:pt x="44348" y="330183"/>
                  <a:pt x="0" y="285834"/>
                  <a:pt x="0" y="231128"/>
                </a:cubicBezTo>
                <a:lnTo>
                  <a:pt x="0" y="99055"/>
                </a:lnTo>
                <a:cubicBezTo>
                  <a:pt x="0" y="44348"/>
                  <a:pt x="44348" y="0"/>
                  <a:pt x="99055" y="0"/>
                </a:cubicBezTo>
                <a:close/>
              </a:path>
            </a:pathLst>
          </a:custGeom>
          <a:solidFill>
            <a:srgbClr val="5856D6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3047" y="420983"/>
            <a:ext cx="148582" cy="148582"/>
          </a:xfrm>
          <a:custGeom>
            <a:avLst/>
            <a:gdLst/>
            <a:ahLst/>
            <a:cxnLst/>
            <a:rect l="l" t="t" r="r" b="b"/>
            <a:pathLst>
              <a:path w="148582" h="148582">
                <a:moveTo>
                  <a:pt x="34824" y="16251"/>
                </a:moveTo>
                <a:cubicBezTo>
                  <a:pt x="34824" y="7284"/>
                  <a:pt x="42108" y="0"/>
                  <a:pt x="51075" y="0"/>
                </a:cubicBezTo>
                <a:lnTo>
                  <a:pt x="58040" y="0"/>
                </a:lnTo>
                <a:cubicBezTo>
                  <a:pt x="63176" y="0"/>
                  <a:pt x="67326" y="4150"/>
                  <a:pt x="67326" y="9286"/>
                </a:cubicBezTo>
                <a:lnTo>
                  <a:pt x="67326" y="139296"/>
                </a:lnTo>
                <a:cubicBezTo>
                  <a:pt x="67326" y="144432"/>
                  <a:pt x="63176" y="148582"/>
                  <a:pt x="58040" y="148582"/>
                </a:cubicBezTo>
                <a:lnTo>
                  <a:pt x="48754" y="148582"/>
                </a:lnTo>
                <a:cubicBezTo>
                  <a:pt x="40106" y="148582"/>
                  <a:pt x="32822" y="142662"/>
                  <a:pt x="30761" y="134653"/>
                </a:cubicBezTo>
                <a:cubicBezTo>
                  <a:pt x="30558" y="134653"/>
                  <a:pt x="30384" y="134653"/>
                  <a:pt x="30181" y="134653"/>
                </a:cubicBezTo>
                <a:cubicBezTo>
                  <a:pt x="17354" y="134653"/>
                  <a:pt x="6965" y="124264"/>
                  <a:pt x="6965" y="111437"/>
                </a:cubicBezTo>
                <a:cubicBezTo>
                  <a:pt x="6965" y="106213"/>
                  <a:pt x="8706" y="101396"/>
                  <a:pt x="11608" y="97507"/>
                </a:cubicBezTo>
                <a:cubicBezTo>
                  <a:pt x="5978" y="93270"/>
                  <a:pt x="2322" y="86538"/>
                  <a:pt x="2322" y="78934"/>
                </a:cubicBezTo>
                <a:cubicBezTo>
                  <a:pt x="2322" y="69967"/>
                  <a:pt x="7429" y="62161"/>
                  <a:pt x="14858" y="58301"/>
                </a:cubicBezTo>
                <a:cubicBezTo>
                  <a:pt x="12798" y="54819"/>
                  <a:pt x="11608" y="50756"/>
                  <a:pt x="11608" y="46432"/>
                </a:cubicBezTo>
                <a:cubicBezTo>
                  <a:pt x="11608" y="33605"/>
                  <a:pt x="21997" y="23216"/>
                  <a:pt x="34824" y="23216"/>
                </a:cubicBezTo>
                <a:lnTo>
                  <a:pt x="34824" y="16251"/>
                </a:lnTo>
                <a:close/>
                <a:moveTo>
                  <a:pt x="113758" y="16251"/>
                </a:moveTo>
                <a:lnTo>
                  <a:pt x="113758" y="23216"/>
                </a:lnTo>
                <a:cubicBezTo>
                  <a:pt x="126585" y="23216"/>
                  <a:pt x="136974" y="33605"/>
                  <a:pt x="136974" y="46432"/>
                </a:cubicBezTo>
                <a:cubicBezTo>
                  <a:pt x="136974" y="50785"/>
                  <a:pt x="135784" y="54848"/>
                  <a:pt x="133724" y="58301"/>
                </a:cubicBezTo>
                <a:cubicBezTo>
                  <a:pt x="141182" y="62161"/>
                  <a:pt x="146261" y="69938"/>
                  <a:pt x="146261" y="78934"/>
                </a:cubicBezTo>
                <a:cubicBezTo>
                  <a:pt x="146261" y="86538"/>
                  <a:pt x="142604" y="93270"/>
                  <a:pt x="136974" y="97507"/>
                </a:cubicBezTo>
                <a:cubicBezTo>
                  <a:pt x="139876" y="101396"/>
                  <a:pt x="141617" y="106213"/>
                  <a:pt x="141617" y="111437"/>
                </a:cubicBezTo>
                <a:cubicBezTo>
                  <a:pt x="141617" y="124264"/>
                  <a:pt x="131228" y="134653"/>
                  <a:pt x="118401" y="134653"/>
                </a:cubicBezTo>
                <a:cubicBezTo>
                  <a:pt x="118198" y="134653"/>
                  <a:pt x="118024" y="134653"/>
                  <a:pt x="117821" y="134653"/>
                </a:cubicBezTo>
                <a:cubicBezTo>
                  <a:pt x="115761" y="142662"/>
                  <a:pt x="108477" y="148582"/>
                  <a:pt x="99829" y="148582"/>
                </a:cubicBezTo>
                <a:lnTo>
                  <a:pt x="90542" y="148582"/>
                </a:lnTo>
                <a:cubicBezTo>
                  <a:pt x="85406" y="148582"/>
                  <a:pt x="81256" y="144432"/>
                  <a:pt x="81256" y="139296"/>
                </a:cubicBezTo>
                <a:lnTo>
                  <a:pt x="81256" y="9286"/>
                </a:lnTo>
                <a:cubicBezTo>
                  <a:pt x="81256" y="4150"/>
                  <a:pt x="85406" y="0"/>
                  <a:pt x="90542" y="0"/>
                </a:cubicBezTo>
                <a:lnTo>
                  <a:pt x="97507" y="0"/>
                </a:lnTo>
                <a:cubicBezTo>
                  <a:pt x="106474" y="0"/>
                  <a:pt x="113758" y="7284"/>
                  <a:pt x="113758" y="16251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4" name="Text 2"/>
          <p:cNvSpPr/>
          <p:nvPr/>
        </p:nvSpPr>
        <p:spPr>
          <a:xfrm>
            <a:off x="759420" y="412729"/>
            <a:ext cx="635602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</a:t>
            </a:r>
          </a:p>
        </p:txBody>
      </p:sp>
      <p:sp>
        <p:nvSpPr>
          <p:cNvPr id="5" name="Text 3"/>
          <p:cNvSpPr/>
          <p:nvPr/>
        </p:nvSpPr>
        <p:spPr>
          <a:xfrm>
            <a:off x="330183" y="759420"/>
            <a:ext cx="11729744" cy="39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Role of Llama-4 Scout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0183" y="1221676"/>
            <a:ext cx="11614180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17B Parameter Multimodal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485" y="1654216"/>
            <a:ext cx="6230549" cy="1277807"/>
          </a:xfrm>
          <a:custGeom>
            <a:avLst/>
            <a:gdLst/>
            <a:ahLst/>
            <a:cxnLst/>
            <a:rect l="l" t="t" r="r" b="b"/>
            <a:pathLst>
              <a:path w="6230549" h="1277807">
                <a:moveTo>
                  <a:pt x="198111" y="0"/>
                </a:moveTo>
                <a:lnTo>
                  <a:pt x="6032438" y="0"/>
                </a:lnTo>
                <a:cubicBezTo>
                  <a:pt x="6141852" y="0"/>
                  <a:pt x="6230549" y="88697"/>
                  <a:pt x="6230549" y="198111"/>
                </a:cubicBezTo>
                <a:lnTo>
                  <a:pt x="6230549" y="1079696"/>
                </a:lnTo>
                <a:cubicBezTo>
                  <a:pt x="6230549" y="1189110"/>
                  <a:pt x="6141852" y="1277807"/>
                  <a:pt x="6032438" y="1277807"/>
                </a:cubicBezTo>
                <a:lnTo>
                  <a:pt x="198111" y="1277807"/>
                </a:lnTo>
                <a:cubicBezTo>
                  <a:pt x="88771" y="1277807"/>
                  <a:pt x="0" y="1189037"/>
                  <a:pt x="0" y="1079696"/>
                </a:cubicBezTo>
                <a:lnTo>
                  <a:pt x="0" y="198111"/>
                </a:lnTo>
                <a:cubicBezTo>
                  <a:pt x="0" y="88771"/>
                  <a:pt x="88771" y="0"/>
                  <a:pt x="19811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7914" y="1888644"/>
            <a:ext cx="528292" cy="528292"/>
          </a:xfrm>
          <a:custGeom>
            <a:avLst/>
            <a:gdLst/>
            <a:ahLst/>
            <a:cxnLst/>
            <a:rect l="l" t="t" r="r" b="b"/>
            <a:pathLst>
              <a:path w="528292" h="528292">
                <a:moveTo>
                  <a:pt x="132073" y="0"/>
                </a:moveTo>
                <a:lnTo>
                  <a:pt x="396219" y="0"/>
                </a:lnTo>
                <a:cubicBezTo>
                  <a:pt x="469113" y="0"/>
                  <a:pt x="528292" y="59180"/>
                  <a:pt x="528292" y="132073"/>
                </a:cubicBezTo>
                <a:lnTo>
                  <a:pt x="528292" y="396219"/>
                </a:lnTo>
                <a:cubicBezTo>
                  <a:pt x="528292" y="469113"/>
                  <a:pt x="469113" y="528292"/>
                  <a:pt x="396219" y="528292"/>
                </a:cubicBezTo>
                <a:lnTo>
                  <a:pt x="132073" y="528292"/>
                </a:lnTo>
                <a:cubicBezTo>
                  <a:pt x="59180" y="528292"/>
                  <a:pt x="0" y="469113"/>
                  <a:pt x="0" y="396219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0624" y="2053735"/>
            <a:ext cx="222873" cy="198110"/>
          </a:xfrm>
          <a:custGeom>
            <a:avLst/>
            <a:gdLst/>
            <a:ahLst/>
            <a:cxnLst/>
            <a:rect l="l" t="t" r="r" b="b"/>
            <a:pathLst>
              <a:path w="222873" h="198110">
                <a:moveTo>
                  <a:pt x="12382" y="18573"/>
                </a:moveTo>
                <a:cubicBezTo>
                  <a:pt x="12382" y="8319"/>
                  <a:pt x="20701" y="0"/>
                  <a:pt x="30955" y="0"/>
                </a:cubicBezTo>
                <a:lnTo>
                  <a:pt x="49527" y="0"/>
                </a:lnTo>
                <a:cubicBezTo>
                  <a:pt x="56376" y="0"/>
                  <a:pt x="61909" y="5533"/>
                  <a:pt x="61909" y="12382"/>
                </a:cubicBezTo>
                <a:cubicBezTo>
                  <a:pt x="61909" y="19231"/>
                  <a:pt x="56376" y="24764"/>
                  <a:pt x="49527" y="24764"/>
                </a:cubicBezTo>
                <a:lnTo>
                  <a:pt x="37146" y="24764"/>
                </a:lnTo>
                <a:lnTo>
                  <a:pt x="37146" y="74291"/>
                </a:lnTo>
                <a:cubicBezTo>
                  <a:pt x="37146" y="94799"/>
                  <a:pt x="53784" y="111437"/>
                  <a:pt x="74291" y="111437"/>
                </a:cubicBezTo>
                <a:cubicBezTo>
                  <a:pt x="94799" y="111437"/>
                  <a:pt x="111437" y="94799"/>
                  <a:pt x="111437" y="74291"/>
                </a:cubicBezTo>
                <a:lnTo>
                  <a:pt x="111437" y="24764"/>
                </a:lnTo>
                <a:lnTo>
                  <a:pt x="99055" y="24764"/>
                </a:lnTo>
                <a:cubicBezTo>
                  <a:pt x="92206" y="24764"/>
                  <a:pt x="86673" y="19231"/>
                  <a:pt x="86673" y="12382"/>
                </a:cubicBezTo>
                <a:cubicBezTo>
                  <a:pt x="86673" y="5533"/>
                  <a:pt x="92206" y="0"/>
                  <a:pt x="99055" y="0"/>
                </a:cubicBezTo>
                <a:lnTo>
                  <a:pt x="117628" y="0"/>
                </a:lnTo>
                <a:cubicBezTo>
                  <a:pt x="127881" y="0"/>
                  <a:pt x="136200" y="8319"/>
                  <a:pt x="136200" y="18573"/>
                </a:cubicBezTo>
                <a:lnTo>
                  <a:pt x="136200" y="74291"/>
                </a:lnTo>
                <a:cubicBezTo>
                  <a:pt x="136200" y="104240"/>
                  <a:pt x="114919" y="129236"/>
                  <a:pt x="86673" y="134962"/>
                </a:cubicBezTo>
                <a:lnTo>
                  <a:pt x="86673" y="142391"/>
                </a:lnTo>
                <a:cubicBezTo>
                  <a:pt x="86673" y="166342"/>
                  <a:pt x="106058" y="185728"/>
                  <a:pt x="130009" y="185728"/>
                </a:cubicBezTo>
                <a:cubicBezTo>
                  <a:pt x="153961" y="185728"/>
                  <a:pt x="173346" y="166342"/>
                  <a:pt x="173346" y="142391"/>
                </a:cubicBezTo>
                <a:lnTo>
                  <a:pt x="173346" y="109309"/>
                </a:lnTo>
                <a:cubicBezTo>
                  <a:pt x="158913" y="104201"/>
                  <a:pt x="148582" y="90465"/>
                  <a:pt x="148582" y="74291"/>
                </a:cubicBezTo>
                <a:cubicBezTo>
                  <a:pt x="148582" y="53784"/>
                  <a:pt x="165220" y="37146"/>
                  <a:pt x="185728" y="37146"/>
                </a:cubicBezTo>
                <a:cubicBezTo>
                  <a:pt x="206235" y="37146"/>
                  <a:pt x="222873" y="53784"/>
                  <a:pt x="222873" y="74291"/>
                </a:cubicBezTo>
                <a:cubicBezTo>
                  <a:pt x="222873" y="90465"/>
                  <a:pt x="212542" y="104240"/>
                  <a:pt x="198110" y="109309"/>
                </a:cubicBezTo>
                <a:lnTo>
                  <a:pt x="198110" y="142391"/>
                </a:lnTo>
                <a:cubicBezTo>
                  <a:pt x="198110" y="180001"/>
                  <a:pt x="167619" y="210492"/>
                  <a:pt x="130009" y="210492"/>
                </a:cubicBezTo>
                <a:cubicBezTo>
                  <a:pt x="92400" y="210492"/>
                  <a:pt x="61909" y="180001"/>
                  <a:pt x="61909" y="142391"/>
                </a:cubicBezTo>
                <a:lnTo>
                  <a:pt x="61909" y="134962"/>
                </a:lnTo>
                <a:cubicBezTo>
                  <a:pt x="33663" y="129236"/>
                  <a:pt x="12382" y="104240"/>
                  <a:pt x="12382" y="74291"/>
                </a:cubicBezTo>
                <a:lnTo>
                  <a:pt x="12382" y="18573"/>
                </a:lnTo>
                <a:close/>
                <a:moveTo>
                  <a:pt x="185728" y="86673"/>
                </a:moveTo>
                <a:cubicBezTo>
                  <a:pt x="192562" y="86673"/>
                  <a:pt x="198110" y="81125"/>
                  <a:pt x="198110" y="74291"/>
                </a:cubicBezTo>
                <a:cubicBezTo>
                  <a:pt x="198110" y="67457"/>
                  <a:pt x="192562" y="61909"/>
                  <a:pt x="185728" y="61909"/>
                </a:cubicBezTo>
                <a:cubicBezTo>
                  <a:pt x="178894" y="61909"/>
                  <a:pt x="173346" y="67457"/>
                  <a:pt x="173346" y="74291"/>
                </a:cubicBezTo>
                <a:cubicBezTo>
                  <a:pt x="173346" y="81125"/>
                  <a:pt x="178894" y="86673"/>
                  <a:pt x="185728" y="8667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0" name="Text 8"/>
          <p:cNvSpPr/>
          <p:nvPr/>
        </p:nvSpPr>
        <p:spPr>
          <a:xfrm>
            <a:off x="1261298" y="1888644"/>
            <a:ext cx="516736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Context Understanding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298" y="2218722"/>
            <a:ext cx="5142597" cy="48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comprehends complex medical terminology, symptoms, and visual patterns to provide contextually relevant analysis.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485" y="3107742"/>
            <a:ext cx="6230549" cy="1277807"/>
          </a:xfrm>
          <a:custGeom>
            <a:avLst/>
            <a:gdLst/>
            <a:ahLst/>
            <a:cxnLst/>
            <a:rect l="l" t="t" r="r" b="b"/>
            <a:pathLst>
              <a:path w="6230549" h="1277807">
                <a:moveTo>
                  <a:pt x="198111" y="0"/>
                </a:moveTo>
                <a:lnTo>
                  <a:pt x="6032438" y="0"/>
                </a:lnTo>
                <a:cubicBezTo>
                  <a:pt x="6141852" y="0"/>
                  <a:pt x="6230549" y="88697"/>
                  <a:pt x="6230549" y="198111"/>
                </a:cubicBezTo>
                <a:lnTo>
                  <a:pt x="6230549" y="1079696"/>
                </a:lnTo>
                <a:cubicBezTo>
                  <a:pt x="6230549" y="1189110"/>
                  <a:pt x="6141852" y="1277807"/>
                  <a:pt x="6032438" y="1277807"/>
                </a:cubicBezTo>
                <a:lnTo>
                  <a:pt x="198111" y="1277807"/>
                </a:lnTo>
                <a:cubicBezTo>
                  <a:pt x="88771" y="1277807"/>
                  <a:pt x="0" y="1189037"/>
                  <a:pt x="0" y="1079696"/>
                </a:cubicBezTo>
                <a:lnTo>
                  <a:pt x="0" y="198111"/>
                </a:lnTo>
                <a:cubicBezTo>
                  <a:pt x="0" y="88771"/>
                  <a:pt x="88771" y="0"/>
                  <a:pt x="19811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7914" y="3342170"/>
            <a:ext cx="528292" cy="528292"/>
          </a:xfrm>
          <a:custGeom>
            <a:avLst/>
            <a:gdLst/>
            <a:ahLst/>
            <a:cxnLst/>
            <a:rect l="l" t="t" r="r" b="b"/>
            <a:pathLst>
              <a:path w="528292" h="528292">
                <a:moveTo>
                  <a:pt x="132073" y="0"/>
                </a:moveTo>
                <a:lnTo>
                  <a:pt x="396219" y="0"/>
                </a:lnTo>
                <a:cubicBezTo>
                  <a:pt x="469113" y="0"/>
                  <a:pt x="528292" y="59180"/>
                  <a:pt x="528292" y="132073"/>
                </a:cubicBezTo>
                <a:lnTo>
                  <a:pt x="528292" y="396219"/>
                </a:lnTo>
                <a:cubicBezTo>
                  <a:pt x="528292" y="469113"/>
                  <a:pt x="469113" y="528292"/>
                  <a:pt x="396219" y="528292"/>
                </a:cubicBezTo>
                <a:lnTo>
                  <a:pt x="132073" y="528292"/>
                </a:lnTo>
                <a:cubicBezTo>
                  <a:pt x="59180" y="528292"/>
                  <a:pt x="0" y="469113"/>
                  <a:pt x="0" y="396219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0624" y="3507261"/>
            <a:ext cx="222873" cy="198110"/>
          </a:xfrm>
          <a:custGeom>
            <a:avLst/>
            <a:gdLst/>
            <a:ahLst/>
            <a:cxnLst/>
            <a:rect l="l" t="t" r="r" b="b"/>
            <a:pathLst>
              <a:path w="222873" h="198110">
                <a:moveTo>
                  <a:pt x="12382" y="46200"/>
                </a:moveTo>
                <a:cubicBezTo>
                  <a:pt x="4991" y="41944"/>
                  <a:pt x="0" y="33934"/>
                  <a:pt x="0" y="24764"/>
                </a:cubicBezTo>
                <a:cubicBezTo>
                  <a:pt x="0" y="11105"/>
                  <a:pt x="11105" y="0"/>
                  <a:pt x="24764" y="0"/>
                </a:cubicBezTo>
                <a:cubicBezTo>
                  <a:pt x="33934" y="0"/>
                  <a:pt x="41944" y="4991"/>
                  <a:pt x="46200" y="12382"/>
                </a:cubicBezTo>
                <a:lnTo>
                  <a:pt x="176635" y="12382"/>
                </a:lnTo>
                <a:cubicBezTo>
                  <a:pt x="180930" y="4991"/>
                  <a:pt x="188901" y="0"/>
                  <a:pt x="198071" y="0"/>
                </a:cubicBezTo>
                <a:cubicBezTo>
                  <a:pt x="211730" y="0"/>
                  <a:pt x="222835" y="11105"/>
                  <a:pt x="222835" y="24764"/>
                </a:cubicBezTo>
                <a:cubicBezTo>
                  <a:pt x="222835" y="33934"/>
                  <a:pt x="217843" y="41944"/>
                  <a:pt x="210453" y="46200"/>
                </a:cubicBezTo>
                <a:lnTo>
                  <a:pt x="210453" y="151871"/>
                </a:lnTo>
                <a:cubicBezTo>
                  <a:pt x="217843" y="156166"/>
                  <a:pt x="222835" y="164137"/>
                  <a:pt x="222835" y="173307"/>
                </a:cubicBezTo>
                <a:cubicBezTo>
                  <a:pt x="222835" y="186966"/>
                  <a:pt x="211730" y="198071"/>
                  <a:pt x="198071" y="198071"/>
                </a:cubicBezTo>
                <a:cubicBezTo>
                  <a:pt x="188901" y="198071"/>
                  <a:pt x="180891" y="193080"/>
                  <a:pt x="176635" y="185689"/>
                </a:cubicBezTo>
                <a:lnTo>
                  <a:pt x="46200" y="185689"/>
                </a:lnTo>
                <a:cubicBezTo>
                  <a:pt x="41905" y="193080"/>
                  <a:pt x="33934" y="198071"/>
                  <a:pt x="24764" y="198071"/>
                </a:cubicBezTo>
                <a:cubicBezTo>
                  <a:pt x="11105" y="198071"/>
                  <a:pt x="0" y="186966"/>
                  <a:pt x="0" y="173307"/>
                </a:cubicBezTo>
                <a:cubicBezTo>
                  <a:pt x="0" y="164137"/>
                  <a:pt x="4991" y="156127"/>
                  <a:pt x="12382" y="151871"/>
                </a:cubicBezTo>
                <a:lnTo>
                  <a:pt x="12382" y="46200"/>
                </a:lnTo>
                <a:close/>
                <a:moveTo>
                  <a:pt x="185728" y="46200"/>
                </a:moveTo>
                <a:cubicBezTo>
                  <a:pt x="181975" y="44033"/>
                  <a:pt x="178840" y="40899"/>
                  <a:pt x="176674" y="37146"/>
                </a:cubicBezTo>
                <a:lnTo>
                  <a:pt x="46200" y="37146"/>
                </a:lnTo>
                <a:cubicBezTo>
                  <a:pt x="44033" y="40899"/>
                  <a:pt x="40899" y="44033"/>
                  <a:pt x="37146" y="46200"/>
                </a:cubicBezTo>
                <a:lnTo>
                  <a:pt x="37146" y="151871"/>
                </a:lnTo>
                <a:cubicBezTo>
                  <a:pt x="40899" y="154038"/>
                  <a:pt x="44033" y="157172"/>
                  <a:pt x="46200" y="160925"/>
                </a:cubicBezTo>
                <a:lnTo>
                  <a:pt x="176635" y="160925"/>
                </a:lnTo>
                <a:cubicBezTo>
                  <a:pt x="178802" y="157172"/>
                  <a:pt x="181936" y="154038"/>
                  <a:pt x="185689" y="151871"/>
                </a:cubicBezTo>
                <a:lnTo>
                  <a:pt x="185689" y="46200"/>
                </a:lnTo>
                <a:close/>
                <a:moveTo>
                  <a:pt x="55718" y="68100"/>
                </a:moveTo>
                <a:cubicBezTo>
                  <a:pt x="55718" y="61251"/>
                  <a:pt x="61251" y="55718"/>
                  <a:pt x="68100" y="55718"/>
                </a:cubicBezTo>
                <a:lnTo>
                  <a:pt x="111437" y="55718"/>
                </a:lnTo>
                <a:cubicBezTo>
                  <a:pt x="118285" y="55718"/>
                  <a:pt x="123819" y="61251"/>
                  <a:pt x="123819" y="68100"/>
                </a:cubicBezTo>
                <a:lnTo>
                  <a:pt x="123819" y="92864"/>
                </a:lnTo>
                <a:cubicBezTo>
                  <a:pt x="123819" y="99713"/>
                  <a:pt x="118285" y="105246"/>
                  <a:pt x="111437" y="105246"/>
                </a:cubicBezTo>
                <a:lnTo>
                  <a:pt x="68100" y="105246"/>
                </a:lnTo>
                <a:cubicBezTo>
                  <a:pt x="61251" y="105246"/>
                  <a:pt x="55718" y="99713"/>
                  <a:pt x="55718" y="92864"/>
                </a:cubicBezTo>
                <a:lnTo>
                  <a:pt x="55718" y="68100"/>
                </a:lnTo>
                <a:close/>
                <a:moveTo>
                  <a:pt x="99055" y="123819"/>
                </a:moveTo>
                <a:lnTo>
                  <a:pt x="111437" y="123819"/>
                </a:lnTo>
                <a:cubicBezTo>
                  <a:pt x="128539" y="123819"/>
                  <a:pt x="142391" y="109966"/>
                  <a:pt x="142391" y="92864"/>
                </a:cubicBezTo>
                <a:lnTo>
                  <a:pt x="154773" y="92864"/>
                </a:lnTo>
                <a:cubicBezTo>
                  <a:pt x="161622" y="92864"/>
                  <a:pt x="167155" y="98397"/>
                  <a:pt x="167155" y="105246"/>
                </a:cubicBezTo>
                <a:lnTo>
                  <a:pt x="167155" y="130009"/>
                </a:lnTo>
                <a:cubicBezTo>
                  <a:pt x="167155" y="136858"/>
                  <a:pt x="161622" y="142391"/>
                  <a:pt x="154773" y="142391"/>
                </a:cubicBezTo>
                <a:lnTo>
                  <a:pt x="111437" y="142391"/>
                </a:lnTo>
                <a:cubicBezTo>
                  <a:pt x="104588" y="142391"/>
                  <a:pt x="99055" y="136858"/>
                  <a:pt x="99055" y="130009"/>
                </a:cubicBezTo>
                <a:lnTo>
                  <a:pt x="99055" y="123819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298" y="3342170"/>
            <a:ext cx="516736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Fusion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1298" y="3672252"/>
            <a:ext cx="5142597" cy="48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image and text understanding to generate comprehensive medical insights that consider both visual and descriptive data.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485" y="4561267"/>
            <a:ext cx="6230549" cy="1277807"/>
          </a:xfrm>
          <a:custGeom>
            <a:avLst/>
            <a:gdLst/>
            <a:ahLst/>
            <a:cxnLst/>
            <a:rect l="l" t="t" r="r" b="b"/>
            <a:pathLst>
              <a:path w="6230549" h="1277807">
                <a:moveTo>
                  <a:pt x="198111" y="0"/>
                </a:moveTo>
                <a:lnTo>
                  <a:pt x="6032438" y="0"/>
                </a:lnTo>
                <a:cubicBezTo>
                  <a:pt x="6141852" y="0"/>
                  <a:pt x="6230549" y="88697"/>
                  <a:pt x="6230549" y="198111"/>
                </a:cubicBezTo>
                <a:lnTo>
                  <a:pt x="6230549" y="1079696"/>
                </a:lnTo>
                <a:cubicBezTo>
                  <a:pt x="6230549" y="1189110"/>
                  <a:pt x="6141852" y="1277807"/>
                  <a:pt x="6032438" y="1277807"/>
                </a:cubicBezTo>
                <a:lnTo>
                  <a:pt x="198111" y="1277807"/>
                </a:lnTo>
                <a:cubicBezTo>
                  <a:pt x="88771" y="1277807"/>
                  <a:pt x="0" y="1189037"/>
                  <a:pt x="0" y="1079696"/>
                </a:cubicBezTo>
                <a:lnTo>
                  <a:pt x="0" y="198111"/>
                </a:lnTo>
                <a:cubicBezTo>
                  <a:pt x="0" y="88771"/>
                  <a:pt x="88771" y="0"/>
                  <a:pt x="198111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7914" y="4795696"/>
            <a:ext cx="528292" cy="528292"/>
          </a:xfrm>
          <a:custGeom>
            <a:avLst/>
            <a:gdLst/>
            <a:ahLst/>
            <a:cxnLst/>
            <a:rect l="l" t="t" r="r" b="b"/>
            <a:pathLst>
              <a:path w="528292" h="528292">
                <a:moveTo>
                  <a:pt x="132073" y="0"/>
                </a:moveTo>
                <a:lnTo>
                  <a:pt x="396219" y="0"/>
                </a:lnTo>
                <a:cubicBezTo>
                  <a:pt x="469113" y="0"/>
                  <a:pt x="528292" y="59180"/>
                  <a:pt x="528292" y="132073"/>
                </a:cubicBezTo>
                <a:lnTo>
                  <a:pt x="528292" y="396219"/>
                </a:lnTo>
                <a:cubicBezTo>
                  <a:pt x="528292" y="469113"/>
                  <a:pt x="469113" y="528292"/>
                  <a:pt x="396219" y="528292"/>
                </a:cubicBezTo>
                <a:lnTo>
                  <a:pt x="132073" y="528292"/>
                </a:lnTo>
                <a:cubicBezTo>
                  <a:pt x="59180" y="528292"/>
                  <a:pt x="0" y="469113"/>
                  <a:pt x="0" y="396219"/>
                </a:cubicBezTo>
                <a:lnTo>
                  <a:pt x="0" y="132073"/>
                </a:lnTo>
                <a:cubicBezTo>
                  <a:pt x="0" y="59180"/>
                  <a:pt x="59180" y="0"/>
                  <a:pt x="132073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0624" y="4960787"/>
            <a:ext cx="222873" cy="198110"/>
          </a:xfrm>
          <a:custGeom>
            <a:avLst/>
            <a:gdLst/>
            <a:ahLst/>
            <a:cxnLst/>
            <a:rect l="l" t="t" r="r" b="b"/>
            <a:pathLst>
              <a:path w="222873" h="198110">
                <a:moveTo>
                  <a:pt x="148582" y="55718"/>
                </a:moveTo>
                <a:cubicBezTo>
                  <a:pt x="148582" y="93328"/>
                  <a:pt x="115306" y="123819"/>
                  <a:pt x="74291" y="123819"/>
                </a:cubicBezTo>
                <a:cubicBezTo>
                  <a:pt x="63960" y="123819"/>
                  <a:pt x="54132" y="121884"/>
                  <a:pt x="45194" y="118401"/>
                </a:cubicBezTo>
                <a:lnTo>
                  <a:pt x="13620" y="135117"/>
                </a:lnTo>
                <a:cubicBezTo>
                  <a:pt x="10022" y="137013"/>
                  <a:pt x="5611" y="136355"/>
                  <a:pt x="2709" y="133492"/>
                </a:cubicBezTo>
                <a:cubicBezTo>
                  <a:pt x="-193" y="130629"/>
                  <a:pt x="-851" y="126179"/>
                  <a:pt x="1083" y="122580"/>
                </a:cubicBezTo>
                <a:lnTo>
                  <a:pt x="14858" y="96578"/>
                </a:lnTo>
                <a:cubicBezTo>
                  <a:pt x="5533" y="85203"/>
                  <a:pt x="0" y="71041"/>
                  <a:pt x="0" y="55718"/>
                </a:cubicBezTo>
                <a:cubicBezTo>
                  <a:pt x="0" y="18108"/>
                  <a:pt x="33276" y="-12382"/>
                  <a:pt x="74291" y="-12382"/>
                </a:cubicBezTo>
                <a:cubicBezTo>
                  <a:pt x="115306" y="-12382"/>
                  <a:pt x="148582" y="18108"/>
                  <a:pt x="148582" y="55718"/>
                </a:cubicBezTo>
                <a:close/>
                <a:moveTo>
                  <a:pt x="148582" y="198110"/>
                </a:moveTo>
                <a:cubicBezTo>
                  <a:pt x="112172" y="198110"/>
                  <a:pt x="81875" y="174081"/>
                  <a:pt x="75529" y="142391"/>
                </a:cubicBezTo>
                <a:cubicBezTo>
                  <a:pt x="121961" y="141811"/>
                  <a:pt x="162318" y="108767"/>
                  <a:pt x="166768" y="63960"/>
                </a:cubicBezTo>
                <a:cubicBezTo>
                  <a:pt x="199000" y="71389"/>
                  <a:pt x="222873" y="98126"/>
                  <a:pt x="222873" y="130009"/>
                </a:cubicBezTo>
                <a:cubicBezTo>
                  <a:pt x="222873" y="145332"/>
                  <a:pt x="217340" y="159494"/>
                  <a:pt x="208015" y="170870"/>
                </a:cubicBezTo>
                <a:lnTo>
                  <a:pt x="221790" y="196871"/>
                </a:lnTo>
                <a:cubicBezTo>
                  <a:pt x="223686" y="200470"/>
                  <a:pt x="223028" y="204881"/>
                  <a:pt x="220165" y="207783"/>
                </a:cubicBezTo>
                <a:cubicBezTo>
                  <a:pt x="217302" y="210685"/>
                  <a:pt x="212852" y="211343"/>
                  <a:pt x="209253" y="209408"/>
                </a:cubicBezTo>
                <a:lnTo>
                  <a:pt x="177680" y="192693"/>
                </a:lnTo>
                <a:cubicBezTo>
                  <a:pt x="168741" y="196175"/>
                  <a:pt x="158913" y="198110"/>
                  <a:pt x="148582" y="19811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1261298" y="4795696"/>
            <a:ext cx="516736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Human-like Responses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298" y="5125778"/>
            <a:ext cx="5142597" cy="48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natural, empathetic medical advice that is easy for users to understand and act upon.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3176" y="907964"/>
            <a:ext cx="5101324" cy="3607247"/>
          </a:xfrm>
          <a:custGeom>
            <a:avLst/>
            <a:gdLst/>
            <a:ahLst/>
            <a:cxnLst/>
            <a:rect l="l" t="t" r="r" b="b"/>
            <a:pathLst>
              <a:path w="5101324" h="3607247">
                <a:moveTo>
                  <a:pt x="198110" y="0"/>
                </a:moveTo>
                <a:lnTo>
                  <a:pt x="4903214" y="0"/>
                </a:lnTo>
                <a:cubicBezTo>
                  <a:pt x="5012627" y="0"/>
                  <a:pt x="5101324" y="88697"/>
                  <a:pt x="5101324" y="198110"/>
                </a:cubicBezTo>
                <a:lnTo>
                  <a:pt x="5101324" y="3409137"/>
                </a:lnTo>
                <a:cubicBezTo>
                  <a:pt x="5101324" y="3518550"/>
                  <a:pt x="5012627" y="3607247"/>
                  <a:pt x="4903214" y="3607247"/>
                </a:cubicBezTo>
                <a:lnTo>
                  <a:pt x="198110" y="3607247"/>
                </a:lnTo>
                <a:cubicBezTo>
                  <a:pt x="88697" y="3607247"/>
                  <a:pt x="0" y="3518550"/>
                  <a:pt x="0" y="3409137"/>
                </a:cubicBezTo>
                <a:lnTo>
                  <a:pt x="0" y="198110"/>
                </a:lnTo>
                <a:cubicBezTo>
                  <a:pt x="0" y="88770"/>
                  <a:pt x="88770" y="0"/>
                  <a:pt x="1981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7027322" y="1517045"/>
            <a:ext cx="660366" cy="660366"/>
          </a:xfrm>
          <a:custGeom>
            <a:avLst/>
            <a:gdLst/>
            <a:ahLst/>
            <a:cxnLst/>
            <a:rect l="l" t="t" r="r" b="b"/>
            <a:pathLst>
              <a:path w="660366" h="660366">
                <a:moveTo>
                  <a:pt x="198110" y="0"/>
                </a:moveTo>
                <a:lnTo>
                  <a:pt x="462256" y="0"/>
                </a:lnTo>
                <a:cubicBezTo>
                  <a:pt x="571669" y="0"/>
                  <a:pt x="660366" y="88697"/>
                  <a:pt x="660366" y="198110"/>
                </a:cubicBezTo>
                <a:lnTo>
                  <a:pt x="660366" y="462256"/>
                </a:lnTo>
                <a:cubicBezTo>
                  <a:pt x="660366" y="571669"/>
                  <a:pt x="571669" y="660366"/>
                  <a:pt x="462256" y="660366"/>
                </a:cubicBezTo>
                <a:lnTo>
                  <a:pt x="198110" y="660366"/>
                </a:lnTo>
                <a:cubicBezTo>
                  <a:pt x="88697" y="660366"/>
                  <a:pt x="0" y="571669"/>
                  <a:pt x="0" y="462256"/>
                </a:cubicBezTo>
                <a:lnTo>
                  <a:pt x="0" y="198110"/>
                </a:lnTo>
                <a:cubicBezTo>
                  <a:pt x="0" y="88697"/>
                  <a:pt x="88697" y="0"/>
                  <a:pt x="19811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08923" y="1698645"/>
            <a:ext cx="297165" cy="297165"/>
          </a:xfrm>
          <a:custGeom>
            <a:avLst/>
            <a:gdLst/>
            <a:ahLst/>
            <a:cxnLst/>
            <a:rect l="l" t="t" r="r" b="b"/>
            <a:pathLst>
              <a:path w="297165" h="297165">
                <a:moveTo>
                  <a:pt x="102150" y="13930"/>
                </a:moveTo>
                <a:cubicBezTo>
                  <a:pt x="102150" y="6210"/>
                  <a:pt x="95940" y="0"/>
                  <a:pt x="88221" y="0"/>
                </a:cubicBezTo>
                <a:cubicBezTo>
                  <a:pt x="80501" y="0"/>
                  <a:pt x="74291" y="6210"/>
                  <a:pt x="74291" y="13930"/>
                </a:cubicBezTo>
                <a:lnTo>
                  <a:pt x="74291" y="37146"/>
                </a:lnTo>
                <a:cubicBezTo>
                  <a:pt x="53803" y="37146"/>
                  <a:pt x="37146" y="53803"/>
                  <a:pt x="37146" y="74291"/>
                </a:cubicBezTo>
                <a:lnTo>
                  <a:pt x="13930" y="74291"/>
                </a:lnTo>
                <a:cubicBezTo>
                  <a:pt x="6210" y="74291"/>
                  <a:pt x="0" y="80501"/>
                  <a:pt x="0" y="88221"/>
                </a:cubicBezTo>
                <a:cubicBezTo>
                  <a:pt x="0" y="95940"/>
                  <a:pt x="6210" y="102150"/>
                  <a:pt x="13930" y="102150"/>
                </a:cubicBezTo>
                <a:lnTo>
                  <a:pt x="37146" y="102150"/>
                </a:lnTo>
                <a:lnTo>
                  <a:pt x="37146" y="134653"/>
                </a:lnTo>
                <a:lnTo>
                  <a:pt x="13930" y="134653"/>
                </a:lnTo>
                <a:cubicBezTo>
                  <a:pt x="6210" y="134653"/>
                  <a:pt x="0" y="140863"/>
                  <a:pt x="0" y="148582"/>
                </a:cubicBezTo>
                <a:cubicBezTo>
                  <a:pt x="0" y="156302"/>
                  <a:pt x="6210" y="162512"/>
                  <a:pt x="13930" y="162512"/>
                </a:cubicBezTo>
                <a:lnTo>
                  <a:pt x="37146" y="162512"/>
                </a:lnTo>
                <a:lnTo>
                  <a:pt x="37146" y="195014"/>
                </a:lnTo>
                <a:lnTo>
                  <a:pt x="13930" y="195014"/>
                </a:lnTo>
                <a:cubicBezTo>
                  <a:pt x="6210" y="195014"/>
                  <a:pt x="0" y="201224"/>
                  <a:pt x="0" y="208944"/>
                </a:cubicBezTo>
                <a:cubicBezTo>
                  <a:pt x="0" y="216663"/>
                  <a:pt x="6210" y="222873"/>
                  <a:pt x="13930" y="222873"/>
                </a:cubicBezTo>
                <a:lnTo>
                  <a:pt x="37146" y="222873"/>
                </a:lnTo>
                <a:cubicBezTo>
                  <a:pt x="37146" y="243361"/>
                  <a:pt x="53803" y="260019"/>
                  <a:pt x="74291" y="260019"/>
                </a:cubicBezTo>
                <a:lnTo>
                  <a:pt x="74291" y="283235"/>
                </a:lnTo>
                <a:cubicBezTo>
                  <a:pt x="74291" y="290954"/>
                  <a:pt x="80501" y="297165"/>
                  <a:pt x="88221" y="297165"/>
                </a:cubicBezTo>
                <a:cubicBezTo>
                  <a:pt x="95940" y="297165"/>
                  <a:pt x="102150" y="290954"/>
                  <a:pt x="102150" y="283235"/>
                </a:cubicBezTo>
                <a:lnTo>
                  <a:pt x="102150" y="260019"/>
                </a:lnTo>
                <a:lnTo>
                  <a:pt x="134653" y="260019"/>
                </a:lnTo>
                <a:lnTo>
                  <a:pt x="134653" y="283235"/>
                </a:lnTo>
                <a:cubicBezTo>
                  <a:pt x="134653" y="290954"/>
                  <a:pt x="140863" y="297165"/>
                  <a:pt x="148582" y="297165"/>
                </a:cubicBezTo>
                <a:cubicBezTo>
                  <a:pt x="156302" y="297165"/>
                  <a:pt x="162512" y="290954"/>
                  <a:pt x="162512" y="283235"/>
                </a:cubicBezTo>
                <a:lnTo>
                  <a:pt x="162512" y="260019"/>
                </a:lnTo>
                <a:lnTo>
                  <a:pt x="195014" y="260019"/>
                </a:lnTo>
                <a:lnTo>
                  <a:pt x="195014" y="283235"/>
                </a:lnTo>
                <a:cubicBezTo>
                  <a:pt x="195014" y="290954"/>
                  <a:pt x="201224" y="297165"/>
                  <a:pt x="208944" y="297165"/>
                </a:cubicBezTo>
                <a:cubicBezTo>
                  <a:pt x="216663" y="297165"/>
                  <a:pt x="222873" y="290954"/>
                  <a:pt x="222873" y="283235"/>
                </a:cubicBezTo>
                <a:lnTo>
                  <a:pt x="222873" y="260019"/>
                </a:lnTo>
                <a:cubicBezTo>
                  <a:pt x="243361" y="260019"/>
                  <a:pt x="260019" y="243361"/>
                  <a:pt x="260019" y="222873"/>
                </a:cubicBezTo>
                <a:lnTo>
                  <a:pt x="283235" y="222873"/>
                </a:lnTo>
                <a:cubicBezTo>
                  <a:pt x="290954" y="222873"/>
                  <a:pt x="297165" y="216663"/>
                  <a:pt x="297165" y="208944"/>
                </a:cubicBezTo>
                <a:cubicBezTo>
                  <a:pt x="297165" y="201224"/>
                  <a:pt x="290954" y="195014"/>
                  <a:pt x="283235" y="195014"/>
                </a:cubicBezTo>
                <a:lnTo>
                  <a:pt x="260019" y="195014"/>
                </a:lnTo>
                <a:lnTo>
                  <a:pt x="260019" y="162512"/>
                </a:lnTo>
                <a:lnTo>
                  <a:pt x="283235" y="162512"/>
                </a:lnTo>
                <a:cubicBezTo>
                  <a:pt x="290954" y="162512"/>
                  <a:pt x="297165" y="156302"/>
                  <a:pt x="297165" y="148582"/>
                </a:cubicBezTo>
                <a:cubicBezTo>
                  <a:pt x="297165" y="140863"/>
                  <a:pt x="290954" y="134653"/>
                  <a:pt x="283235" y="134653"/>
                </a:cubicBezTo>
                <a:lnTo>
                  <a:pt x="260019" y="134653"/>
                </a:lnTo>
                <a:lnTo>
                  <a:pt x="260019" y="102150"/>
                </a:lnTo>
                <a:lnTo>
                  <a:pt x="283235" y="102150"/>
                </a:lnTo>
                <a:cubicBezTo>
                  <a:pt x="290954" y="102150"/>
                  <a:pt x="297165" y="95940"/>
                  <a:pt x="297165" y="88221"/>
                </a:cubicBezTo>
                <a:cubicBezTo>
                  <a:pt x="297165" y="80501"/>
                  <a:pt x="290954" y="74291"/>
                  <a:pt x="283235" y="74291"/>
                </a:cubicBezTo>
                <a:lnTo>
                  <a:pt x="260019" y="74291"/>
                </a:lnTo>
                <a:cubicBezTo>
                  <a:pt x="260019" y="53803"/>
                  <a:pt x="243361" y="37146"/>
                  <a:pt x="222873" y="37146"/>
                </a:cubicBezTo>
                <a:lnTo>
                  <a:pt x="222873" y="13930"/>
                </a:lnTo>
                <a:cubicBezTo>
                  <a:pt x="222873" y="6210"/>
                  <a:pt x="216663" y="0"/>
                  <a:pt x="208944" y="0"/>
                </a:cubicBezTo>
                <a:cubicBezTo>
                  <a:pt x="201224" y="0"/>
                  <a:pt x="195014" y="6210"/>
                  <a:pt x="195014" y="13930"/>
                </a:cubicBezTo>
                <a:lnTo>
                  <a:pt x="195014" y="37146"/>
                </a:lnTo>
                <a:lnTo>
                  <a:pt x="162512" y="37146"/>
                </a:lnTo>
                <a:lnTo>
                  <a:pt x="162512" y="13930"/>
                </a:lnTo>
                <a:cubicBezTo>
                  <a:pt x="162512" y="6210"/>
                  <a:pt x="156302" y="0"/>
                  <a:pt x="148582" y="0"/>
                </a:cubicBezTo>
                <a:cubicBezTo>
                  <a:pt x="140863" y="0"/>
                  <a:pt x="134653" y="6210"/>
                  <a:pt x="134653" y="13930"/>
                </a:cubicBezTo>
                <a:lnTo>
                  <a:pt x="134653" y="37146"/>
                </a:lnTo>
                <a:lnTo>
                  <a:pt x="102150" y="37146"/>
                </a:lnTo>
                <a:lnTo>
                  <a:pt x="102150" y="13930"/>
                </a:lnTo>
                <a:close/>
                <a:moveTo>
                  <a:pt x="92864" y="74291"/>
                </a:moveTo>
                <a:lnTo>
                  <a:pt x="204301" y="74291"/>
                </a:lnTo>
                <a:cubicBezTo>
                  <a:pt x="214574" y="74291"/>
                  <a:pt x="222873" y="82591"/>
                  <a:pt x="222873" y="92864"/>
                </a:cubicBezTo>
                <a:lnTo>
                  <a:pt x="222873" y="204301"/>
                </a:lnTo>
                <a:cubicBezTo>
                  <a:pt x="222873" y="214574"/>
                  <a:pt x="214574" y="222873"/>
                  <a:pt x="204301" y="222873"/>
                </a:cubicBezTo>
                <a:lnTo>
                  <a:pt x="92864" y="222873"/>
                </a:lnTo>
                <a:cubicBezTo>
                  <a:pt x="82591" y="222873"/>
                  <a:pt x="74291" y="214574"/>
                  <a:pt x="74291" y="204301"/>
                </a:cubicBezTo>
                <a:lnTo>
                  <a:pt x="74291" y="92864"/>
                </a:lnTo>
                <a:cubicBezTo>
                  <a:pt x="74291" y="82591"/>
                  <a:pt x="82591" y="74291"/>
                  <a:pt x="92864" y="74291"/>
                </a:cubicBezTo>
                <a:close/>
                <a:moveTo>
                  <a:pt x="102150" y="102150"/>
                </a:moveTo>
                <a:lnTo>
                  <a:pt x="102150" y="195014"/>
                </a:lnTo>
                <a:lnTo>
                  <a:pt x="195014" y="195014"/>
                </a:lnTo>
                <a:lnTo>
                  <a:pt x="195014" y="102150"/>
                </a:lnTo>
                <a:lnTo>
                  <a:pt x="102150" y="1021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027322" y="2375520"/>
            <a:ext cx="4696850" cy="29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Instruction-Tuned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27322" y="2804758"/>
            <a:ext cx="4655578" cy="53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for accuracy in medical reasoning and following specific instructions for healthcare applications.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27322" y="3539415"/>
            <a:ext cx="1089603" cy="363201"/>
          </a:xfrm>
          <a:custGeom>
            <a:avLst/>
            <a:gdLst/>
            <a:ahLst/>
            <a:cxnLst/>
            <a:rect l="l" t="t" r="r" b="b"/>
            <a:pathLst>
              <a:path w="1089603" h="363201">
                <a:moveTo>
                  <a:pt x="99056" y="0"/>
                </a:moveTo>
                <a:lnTo>
                  <a:pt x="990547" y="0"/>
                </a:lnTo>
                <a:cubicBezTo>
                  <a:pt x="1045254" y="0"/>
                  <a:pt x="1089603" y="44349"/>
                  <a:pt x="1089603" y="99056"/>
                </a:cubicBezTo>
                <a:lnTo>
                  <a:pt x="1089603" y="264145"/>
                </a:lnTo>
                <a:cubicBezTo>
                  <a:pt x="1089603" y="318852"/>
                  <a:pt x="1045254" y="363201"/>
                  <a:pt x="990547" y="363201"/>
                </a:cubicBezTo>
                <a:lnTo>
                  <a:pt x="99056" y="363201"/>
                </a:lnTo>
                <a:cubicBezTo>
                  <a:pt x="44349" y="363201"/>
                  <a:pt x="0" y="318852"/>
                  <a:pt x="0" y="264145"/>
                </a:cubicBezTo>
                <a:lnTo>
                  <a:pt x="0" y="99056"/>
                </a:lnTo>
                <a:cubicBezTo>
                  <a:pt x="0" y="44349"/>
                  <a:pt x="44349" y="0"/>
                  <a:pt x="9905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59395" y="3638469"/>
            <a:ext cx="272401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22922" y="3664886"/>
            <a:ext cx="622498" cy="132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18766" y="3539415"/>
            <a:ext cx="990548" cy="363201"/>
          </a:xfrm>
          <a:custGeom>
            <a:avLst/>
            <a:gdLst/>
            <a:ahLst/>
            <a:cxnLst/>
            <a:rect l="l" t="t" r="r" b="b"/>
            <a:pathLst>
              <a:path w="990548" h="363201">
                <a:moveTo>
                  <a:pt x="99056" y="0"/>
                </a:moveTo>
                <a:lnTo>
                  <a:pt x="891493" y="0"/>
                </a:lnTo>
                <a:cubicBezTo>
                  <a:pt x="946200" y="0"/>
                  <a:pt x="990548" y="44349"/>
                  <a:pt x="990548" y="99056"/>
                </a:cubicBezTo>
                <a:lnTo>
                  <a:pt x="990548" y="264145"/>
                </a:lnTo>
                <a:cubicBezTo>
                  <a:pt x="990548" y="318852"/>
                  <a:pt x="946200" y="363201"/>
                  <a:pt x="891493" y="363201"/>
                </a:cubicBezTo>
                <a:lnTo>
                  <a:pt x="99056" y="363201"/>
                </a:lnTo>
                <a:cubicBezTo>
                  <a:pt x="44349" y="363201"/>
                  <a:pt x="0" y="318852"/>
                  <a:pt x="0" y="264145"/>
                </a:cubicBezTo>
                <a:lnTo>
                  <a:pt x="0" y="99056"/>
                </a:lnTo>
                <a:cubicBezTo>
                  <a:pt x="0" y="44349"/>
                  <a:pt x="44349" y="0"/>
                  <a:pt x="9905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350839" y="3638469"/>
            <a:ext cx="801622" cy="16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6478" y="4680094"/>
            <a:ext cx="5091419" cy="1855627"/>
          </a:xfrm>
          <a:custGeom>
            <a:avLst/>
            <a:gdLst/>
            <a:ahLst/>
            <a:cxnLst/>
            <a:rect l="l" t="t" r="r" b="b"/>
            <a:pathLst>
              <a:path w="5091419" h="1855627">
                <a:moveTo>
                  <a:pt x="198107" y="0"/>
                </a:moveTo>
                <a:lnTo>
                  <a:pt x="4893312" y="0"/>
                </a:lnTo>
                <a:cubicBezTo>
                  <a:pt x="5002650" y="0"/>
                  <a:pt x="5091419" y="88769"/>
                  <a:pt x="5091419" y="198107"/>
                </a:cubicBezTo>
                <a:lnTo>
                  <a:pt x="5091419" y="1657521"/>
                </a:lnTo>
                <a:cubicBezTo>
                  <a:pt x="5091419" y="1766932"/>
                  <a:pt x="5002723" y="1855627"/>
                  <a:pt x="4893312" y="1855627"/>
                </a:cubicBezTo>
                <a:lnTo>
                  <a:pt x="198107" y="1855627"/>
                </a:lnTo>
                <a:cubicBezTo>
                  <a:pt x="88769" y="1855627"/>
                  <a:pt x="0" y="1766859"/>
                  <a:pt x="0" y="1657521"/>
                </a:cubicBezTo>
                <a:lnTo>
                  <a:pt x="0" y="198107"/>
                </a:lnTo>
                <a:cubicBezTo>
                  <a:pt x="0" y="88769"/>
                  <a:pt x="88769" y="0"/>
                  <a:pt x="19810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67889" y="4881508"/>
            <a:ext cx="1287713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Capabilities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74059" y="4914526"/>
            <a:ext cx="165091" cy="165091"/>
          </a:xfrm>
          <a:custGeom>
            <a:avLst/>
            <a:gdLst/>
            <a:ahLst/>
            <a:cxnLst/>
            <a:rect l="l" t="t" r="r" b="b"/>
            <a:pathLst>
              <a:path w="165091" h="165091">
                <a:moveTo>
                  <a:pt x="82546" y="165091"/>
                </a:moveTo>
                <a:cubicBezTo>
                  <a:pt x="128104" y="165091"/>
                  <a:pt x="165091" y="128104"/>
                  <a:pt x="165091" y="82546"/>
                </a:cubicBezTo>
                <a:cubicBezTo>
                  <a:pt x="165091" y="36987"/>
                  <a:pt x="128104" y="0"/>
                  <a:pt x="82546" y="0"/>
                </a:cubicBezTo>
                <a:cubicBezTo>
                  <a:pt x="36987" y="0"/>
                  <a:pt x="0" y="36987"/>
                  <a:pt x="0" y="82546"/>
                </a:cubicBezTo>
                <a:cubicBezTo>
                  <a:pt x="0" y="128104"/>
                  <a:pt x="36987" y="165091"/>
                  <a:pt x="82546" y="165091"/>
                </a:cubicBezTo>
                <a:close/>
                <a:moveTo>
                  <a:pt x="109760" y="68584"/>
                </a:moveTo>
                <a:lnTo>
                  <a:pt x="83964" y="109857"/>
                </a:lnTo>
                <a:cubicBezTo>
                  <a:pt x="82610" y="112017"/>
                  <a:pt x="80289" y="113371"/>
                  <a:pt x="77741" y="113500"/>
                </a:cubicBezTo>
                <a:cubicBezTo>
                  <a:pt x="75194" y="113629"/>
                  <a:pt x="72743" y="112469"/>
                  <a:pt x="71228" y="110405"/>
                </a:cubicBezTo>
                <a:lnTo>
                  <a:pt x="55751" y="89768"/>
                </a:lnTo>
                <a:cubicBezTo>
                  <a:pt x="53171" y="86351"/>
                  <a:pt x="53880" y="81514"/>
                  <a:pt x="57298" y="78934"/>
                </a:cubicBezTo>
                <a:cubicBezTo>
                  <a:pt x="60716" y="76355"/>
                  <a:pt x="65553" y="77064"/>
                  <a:pt x="68132" y="80482"/>
                </a:cubicBezTo>
                <a:lnTo>
                  <a:pt x="76838" y="92090"/>
                </a:lnTo>
                <a:lnTo>
                  <a:pt x="96637" y="60394"/>
                </a:lnTo>
                <a:cubicBezTo>
                  <a:pt x="98894" y="56782"/>
                  <a:pt x="103666" y="55654"/>
                  <a:pt x="107309" y="57943"/>
                </a:cubicBezTo>
                <a:cubicBezTo>
                  <a:pt x="110953" y="60233"/>
                  <a:pt x="112049" y="64972"/>
                  <a:pt x="109760" y="6861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5" name="Shape 33"/>
          <p:cNvSpPr/>
          <p:nvPr/>
        </p:nvSpPr>
        <p:spPr>
          <a:xfrm>
            <a:off x="6967889" y="5310745"/>
            <a:ext cx="66037" cy="66037"/>
          </a:xfrm>
          <a:custGeom>
            <a:avLst/>
            <a:gdLst/>
            <a:ahLst/>
            <a:cxnLst/>
            <a:rect l="l" t="t" r="r" b="b"/>
            <a:pathLst>
              <a:path w="66037" h="66037">
                <a:moveTo>
                  <a:pt x="33018" y="0"/>
                </a:moveTo>
                <a:lnTo>
                  <a:pt x="33018" y="0"/>
                </a:lnTo>
                <a:cubicBezTo>
                  <a:pt x="51242" y="0"/>
                  <a:pt x="66037" y="14795"/>
                  <a:pt x="66037" y="33018"/>
                </a:cubicBezTo>
                <a:lnTo>
                  <a:pt x="66037" y="33018"/>
                </a:lnTo>
                <a:cubicBezTo>
                  <a:pt x="66037" y="51242"/>
                  <a:pt x="51242" y="66037"/>
                  <a:pt x="33018" y="66037"/>
                </a:cubicBezTo>
                <a:lnTo>
                  <a:pt x="33018" y="66037"/>
                </a:lnTo>
                <a:cubicBezTo>
                  <a:pt x="14795" y="66037"/>
                  <a:pt x="0" y="51242"/>
                  <a:pt x="0" y="33018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980" y="5244709"/>
            <a:ext cx="1254695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understanding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67889" y="5607910"/>
            <a:ext cx="66037" cy="66037"/>
          </a:xfrm>
          <a:custGeom>
            <a:avLst/>
            <a:gdLst/>
            <a:ahLst/>
            <a:cxnLst/>
            <a:rect l="l" t="t" r="r" b="b"/>
            <a:pathLst>
              <a:path w="66037" h="66037">
                <a:moveTo>
                  <a:pt x="33018" y="0"/>
                </a:moveTo>
                <a:lnTo>
                  <a:pt x="33018" y="0"/>
                </a:lnTo>
                <a:cubicBezTo>
                  <a:pt x="51242" y="0"/>
                  <a:pt x="66037" y="14795"/>
                  <a:pt x="66037" y="33018"/>
                </a:cubicBezTo>
                <a:lnTo>
                  <a:pt x="66037" y="33018"/>
                </a:lnTo>
                <a:cubicBezTo>
                  <a:pt x="66037" y="51242"/>
                  <a:pt x="51242" y="66037"/>
                  <a:pt x="33018" y="66037"/>
                </a:cubicBezTo>
                <a:lnTo>
                  <a:pt x="33018" y="66037"/>
                </a:lnTo>
                <a:cubicBezTo>
                  <a:pt x="14795" y="66037"/>
                  <a:pt x="0" y="51242"/>
                  <a:pt x="0" y="33018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980" y="5541873"/>
            <a:ext cx="1238186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comprehension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67889" y="5905074"/>
            <a:ext cx="66037" cy="66037"/>
          </a:xfrm>
          <a:custGeom>
            <a:avLst/>
            <a:gdLst/>
            <a:ahLst/>
            <a:cxnLst/>
            <a:rect l="l" t="t" r="r" b="b"/>
            <a:pathLst>
              <a:path w="66037" h="66037">
                <a:moveTo>
                  <a:pt x="33018" y="0"/>
                </a:moveTo>
                <a:lnTo>
                  <a:pt x="33018" y="0"/>
                </a:lnTo>
                <a:cubicBezTo>
                  <a:pt x="51242" y="0"/>
                  <a:pt x="66037" y="14795"/>
                  <a:pt x="66037" y="33018"/>
                </a:cubicBezTo>
                <a:lnTo>
                  <a:pt x="66037" y="33018"/>
                </a:lnTo>
                <a:cubicBezTo>
                  <a:pt x="66037" y="51242"/>
                  <a:pt x="51242" y="66037"/>
                  <a:pt x="33018" y="66037"/>
                </a:cubicBezTo>
                <a:lnTo>
                  <a:pt x="33018" y="66037"/>
                </a:lnTo>
                <a:cubicBezTo>
                  <a:pt x="14795" y="66037"/>
                  <a:pt x="0" y="51242"/>
                  <a:pt x="0" y="33018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980" y="5839038"/>
            <a:ext cx="109785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reasoning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67889" y="6202239"/>
            <a:ext cx="66037" cy="66037"/>
          </a:xfrm>
          <a:custGeom>
            <a:avLst/>
            <a:gdLst/>
            <a:ahLst/>
            <a:cxnLst/>
            <a:rect l="l" t="t" r="r" b="b"/>
            <a:pathLst>
              <a:path w="66037" h="66037">
                <a:moveTo>
                  <a:pt x="33018" y="0"/>
                </a:moveTo>
                <a:lnTo>
                  <a:pt x="33018" y="0"/>
                </a:lnTo>
                <a:cubicBezTo>
                  <a:pt x="51242" y="0"/>
                  <a:pt x="66037" y="14795"/>
                  <a:pt x="66037" y="33018"/>
                </a:cubicBezTo>
                <a:lnTo>
                  <a:pt x="66037" y="33018"/>
                </a:lnTo>
                <a:cubicBezTo>
                  <a:pt x="66037" y="51242"/>
                  <a:pt x="51242" y="66037"/>
                  <a:pt x="33018" y="66037"/>
                </a:cubicBezTo>
                <a:lnTo>
                  <a:pt x="33018" y="66037"/>
                </a:lnTo>
                <a:cubicBezTo>
                  <a:pt x="14795" y="66037"/>
                  <a:pt x="0" y="51242"/>
                  <a:pt x="0" y="33018"/>
                </a:cubicBezTo>
                <a:lnTo>
                  <a:pt x="0" y="33018"/>
                </a:lnTo>
                <a:cubicBezTo>
                  <a:pt x="0" y="14795"/>
                  <a:pt x="14795" y="0"/>
                  <a:pt x="33018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980" y="6136202"/>
            <a:ext cx="1254695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generation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11" y="909339"/>
            <a:ext cx="10958880" cy="3702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hape 0"/>
          <p:cNvSpPr/>
          <p:nvPr/>
        </p:nvSpPr>
        <p:spPr>
          <a:xfrm>
            <a:off x="317500" y="1079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500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6797" y="1952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98227"/>
                </a:lnTo>
                <a:cubicBezTo>
                  <a:pt x="0" y="108077"/>
                  <a:pt x="8009" y="116086"/>
                  <a:pt x="17859" y="116086"/>
                </a:cubicBezTo>
                <a:lnTo>
                  <a:pt x="58043" y="116086"/>
                </a:lnTo>
                <a:lnTo>
                  <a:pt x="53578" y="129480"/>
                </a:lnTo>
                <a:lnTo>
                  <a:pt x="33486" y="129480"/>
                </a:lnTo>
                <a:cubicBezTo>
                  <a:pt x="29775" y="129480"/>
                  <a:pt x="26789" y="132466"/>
                  <a:pt x="26789" y="136178"/>
                </a:cubicBezTo>
                <a:cubicBezTo>
                  <a:pt x="26789" y="139889"/>
                  <a:pt x="29775" y="142875"/>
                  <a:pt x="33486" y="142875"/>
                </a:cubicBezTo>
                <a:lnTo>
                  <a:pt x="109389" y="142875"/>
                </a:lnTo>
                <a:cubicBezTo>
                  <a:pt x="113100" y="142875"/>
                  <a:pt x="116086" y="139889"/>
                  <a:pt x="116086" y="136178"/>
                </a:cubicBezTo>
                <a:cubicBezTo>
                  <a:pt x="116086" y="132466"/>
                  <a:pt x="113100" y="129480"/>
                  <a:pt x="109389" y="129480"/>
                </a:cubicBezTo>
                <a:lnTo>
                  <a:pt x="89297" y="129480"/>
                </a:lnTo>
                <a:lnTo>
                  <a:pt x="84832" y="116086"/>
                </a:lnTo>
                <a:lnTo>
                  <a:pt x="125016" y="116086"/>
                </a:lnTo>
                <a:cubicBezTo>
                  <a:pt x="134866" y="116086"/>
                  <a:pt x="142875" y="108077"/>
                  <a:pt x="142875" y="98227"/>
                </a:cubicBezTo>
                <a:lnTo>
                  <a:pt x="142875" y="26789"/>
                </a:lnTo>
                <a:cubicBezTo>
                  <a:pt x="142875" y="16939"/>
                  <a:pt x="134866" y="8930"/>
                  <a:pt x="125016" y="8930"/>
                </a:cubicBezTo>
                <a:lnTo>
                  <a:pt x="17859" y="8930"/>
                </a:lnTo>
                <a:close/>
                <a:moveTo>
                  <a:pt x="26789" y="26789"/>
                </a:move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lnTo>
                  <a:pt x="125016" y="80367"/>
                </a:lnTo>
                <a:cubicBezTo>
                  <a:pt x="125016" y="85306"/>
                  <a:pt x="121025" y="89297"/>
                  <a:pt x="116086" y="89297"/>
                </a:cubicBezTo>
                <a:lnTo>
                  <a:pt x="26789" y="89297"/>
                </a:lnTo>
                <a:cubicBezTo>
                  <a:pt x="21850" y="89297"/>
                  <a:pt x="17859" y="85306"/>
                  <a:pt x="17859" y="80367"/>
                </a:cubicBezTo>
                <a:lnTo>
                  <a:pt x="17859" y="35719"/>
                </a:lnTo>
                <a:cubicBezTo>
                  <a:pt x="17859" y="30780"/>
                  <a:pt x="21850" y="26789"/>
                  <a:pt x="26789" y="26789"/>
                </a:cubicBezTo>
                <a:close/>
              </a:path>
            </a:pathLst>
          </a:custGeom>
          <a:solidFill>
            <a:srgbClr val="0070C0">
              <a:alpha val="8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187325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</a:p>
        </p:txBody>
      </p:sp>
      <p:sp>
        <p:nvSpPr>
          <p:cNvPr id="5" name="Text 3"/>
          <p:cNvSpPr/>
          <p:nvPr/>
        </p:nvSpPr>
        <p:spPr>
          <a:xfrm>
            <a:off x="317500" y="5207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0336" y="4647702"/>
            <a:ext cx="3449340" cy="2109787"/>
          </a:xfrm>
          <a:custGeom>
            <a:avLst/>
            <a:gdLst/>
            <a:ahLst/>
            <a:cxnLst/>
            <a:rect l="l" t="t" r="r" b="b"/>
            <a:pathLst>
              <a:path w="4332287" h="2109787">
                <a:moveTo>
                  <a:pt x="190493" y="0"/>
                </a:moveTo>
                <a:lnTo>
                  <a:pt x="4141795" y="0"/>
                </a:lnTo>
                <a:cubicBezTo>
                  <a:pt x="4246931" y="0"/>
                  <a:pt x="4332287" y="85357"/>
                  <a:pt x="4332287" y="190493"/>
                </a:cubicBezTo>
                <a:lnTo>
                  <a:pt x="4332287" y="1919295"/>
                </a:lnTo>
                <a:cubicBezTo>
                  <a:pt x="4332287" y="2024501"/>
                  <a:pt x="4247001" y="2109787"/>
                  <a:pt x="4141795" y="2109787"/>
                </a:cubicBezTo>
                <a:lnTo>
                  <a:pt x="190493" y="2109787"/>
                </a:lnTo>
                <a:cubicBezTo>
                  <a:pt x="85286" y="2109787"/>
                  <a:pt x="0" y="2024501"/>
                  <a:pt x="0" y="1919295"/>
                </a:cubicBezTo>
                <a:lnTo>
                  <a:pt x="0" y="190493"/>
                </a:lnTo>
                <a:cubicBezTo>
                  <a:pt x="0" y="85357"/>
                  <a:pt x="85357" y="0"/>
                  <a:pt x="19049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4010" y="4841375"/>
            <a:ext cx="353908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2916" y="4968375"/>
            <a:ext cx="132716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Text 28"/>
          <p:cNvSpPr/>
          <p:nvPr/>
        </p:nvSpPr>
        <p:spPr>
          <a:xfrm>
            <a:off x="494010" y="5412875"/>
            <a:ext cx="32167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4010" y="5730279"/>
            <a:ext cx="3197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drag-and-drop interface for uploading medical images with support for multiple formats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17014" y="4688977"/>
            <a:ext cx="3449340" cy="2109787"/>
          </a:xfrm>
          <a:custGeom>
            <a:avLst/>
            <a:gdLst/>
            <a:ahLst/>
            <a:cxnLst/>
            <a:rect l="l" t="t" r="r" b="b"/>
            <a:pathLst>
              <a:path w="4332287" h="2109787">
                <a:moveTo>
                  <a:pt x="190493" y="0"/>
                </a:moveTo>
                <a:lnTo>
                  <a:pt x="4141795" y="0"/>
                </a:lnTo>
                <a:cubicBezTo>
                  <a:pt x="4246931" y="0"/>
                  <a:pt x="4332287" y="85357"/>
                  <a:pt x="4332287" y="190493"/>
                </a:cubicBezTo>
                <a:lnTo>
                  <a:pt x="4332287" y="1919295"/>
                </a:lnTo>
                <a:cubicBezTo>
                  <a:pt x="4332287" y="2024501"/>
                  <a:pt x="4247001" y="2109787"/>
                  <a:pt x="4141795" y="2109787"/>
                </a:cubicBezTo>
                <a:lnTo>
                  <a:pt x="190493" y="2109787"/>
                </a:lnTo>
                <a:cubicBezTo>
                  <a:pt x="85286" y="2109787"/>
                  <a:pt x="0" y="2024501"/>
                  <a:pt x="0" y="1919295"/>
                </a:cubicBezTo>
                <a:lnTo>
                  <a:pt x="0" y="190493"/>
                </a:lnTo>
                <a:cubicBezTo>
                  <a:pt x="0" y="85357"/>
                  <a:pt x="85357" y="0"/>
                  <a:pt x="19049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10688" y="4882651"/>
            <a:ext cx="353908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25782" y="5009651"/>
            <a:ext cx="170635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35" name="Text 33"/>
          <p:cNvSpPr/>
          <p:nvPr/>
        </p:nvSpPr>
        <p:spPr>
          <a:xfrm>
            <a:off x="4510688" y="5454151"/>
            <a:ext cx="32167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Input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10688" y="5771550"/>
            <a:ext cx="3197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text area for entering symptoms with placeholder guidance for users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29911" y="4688977"/>
            <a:ext cx="3449340" cy="2109787"/>
          </a:xfrm>
          <a:custGeom>
            <a:avLst/>
            <a:gdLst/>
            <a:ahLst/>
            <a:cxnLst/>
            <a:rect l="l" t="t" r="r" b="b"/>
            <a:pathLst>
              <a:path w="4332287" h="2109787">
                <a:moveTo>
                  <a:pt x="190493" y="0"/>
                </a:moveTo>
                <a:lnTo>
                  <a:pt x="4141795" y="0"/>
                </a:lnTo>
                <a:cubicBezTo>
                  <a:pt x="4246931" y="0"/>
                  <a:pt x="4332287" y="85357"/>
                  <a:pt x="4332287" y="190493"/>
                </a:cubicBezTo>
                <a:lnTo>
                  <a:pt x="4332287" y="1919295"/>
                </a:lnTo>
                <a:cubicBezTo>
                  <a:pt x="4332287" y="2024501"/>
                  <a:pt x="4247001" y="2109787"/>
                  <a:pt x="4141795" y="2109787"/>
                </a:cubicBezTo>
                <a:lnTo>
                  <a:pt x="190493" y="2109787"/>
                </a:lnTo>
                <a:cubicBezTo>
                  <a:pt x="85286" y="2109787"/>
                  <a:pt x="0" y="2024501"/>
                  <a:pt x="0" y="1919295"/>
                </a:cubicBezTo>
                <a:lnTo>
                  <a:pt x="0" y="190493"/>
                </a:lnTo>
                <a:cubicBezTo>
                  <a:pt x="0" y="85357"/>
                  <a:pt x="85357" y="0"/>
                  <a:pt x="19049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523585" y="4882650"/>
            <a:ext cx="353908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650585" y="5009650"/>
            <a:ext cx="151675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80962" y="57150"/>
                </a:moveTo>
                <a:cubicBezTo>
                  <a:pt x="80962" y="53206"/>
                  <a:pt x="84162" y="50006"/>
                  <a:pt x="88106" y="50006"/>
                </a:cubicBezTo>
                <a:lnTo>
                  <a:pt x="102394" y="50006"/>
                </a:lnTo>
                <a:cubicBezTo>
                  <a:pt x="106338" y="50006"/>
                  <a:pt x="109537" y="53206"/>
                  <a:pt x="109537" y="57150"/>
                </a:cubicBezTo>
                <a:lnTo>
                  <a:pt x="109537" y="75009"/>
                </a:lnTo>
                <a:lnTo>
                  <a:pt x="127397" y="75009"/>
                </a:lnTo>
                <a:cubicBezTo>
                  <a:pt x="131341" y="75009"/>
                  <a:pt x="134541" y="78209"/>
                  <a:pt x="134541" y="82153"/>
                </a:cubicBezTo>
                <a:lnTo>
                  <a:pt x="134541" y="96441"/>
                </a:lnTo>
                <a:cubicBezTo>
                  <a:pt x="134541" y="100385"/>
                  <a:pt x="131341" y="103584"/>
                  <a:pt x="127397" y="103584"/>
                </a:cubicBezTo>
                <a:lnTo>
                  <a:pt x="109537" y="103584"/>
                </a:lnTo>
                <a:lnTo>
                  <a:pt x="109537" y="121444"/>
                </a:lnTo>
                <a:cubicBezTo>
                  <a:pt x="109537" y="125388"/>
                  <a:pt x="106338" y="128588"/>
                  <a:pt x="102394" y="128588"/>
                </a:cubicBezTo>
                <a:lnTo>
                  <a:pt x="88106" y="128588"/>
                </a:lnTo>
                <a:cubicBezTo>
                  <a:pt x="84162" y="128588"/>
                  <a:pt x="80962" y="125388"/>
                  <a:pt x="80962" y="121444"/>
                </a:cubicBezTo>
                <a:lnTo>
                  <a:pt x="80962" y="103584"/>
                </a:lnTo>
                <a:lnTo>
                  <a:pt x="63103" y="103584"/>
                </a:lnTo>
                <a:cubicBezTo>
                  <a:pt x="59159" y="103584"/>
                  <a:pt x="55959" y="100385"/>
                  <a:pt x="55959" y="96441"/>
                </a:cubicBezTo>
                <a:lnTo>
                  <a:pt x="55959" y="82153"/>
                </a:lnTo>
                <a:cubicBezTo>
                  <a:pt x="55959" y="78209"/>
                  <a:pt x="59159" y="75009"/>
                  <a:pt x="63103" y="75009"/>
                </a:cubicBezTo>
                <a:lnTo>
                  <a:pt x="80962" y="75009"/>
                </a:lnTo>
                <a:lnTo>
                  <a:pt x="80962" y="57150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40" name="Text 38"/>
          <p:cNvSpPr/>
          <p:nvPr/>
        </p:nvSpPr>
        <p:spPr>
          <a:xfrm>
            <a:off x="8523585" y="5454150"/>
            <a:ext cx="32167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Display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23585" y="5771557"/>
            <a:ext cx="319781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Clear, formatted display section for AI-generated medical guidance and recommendations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6789" y="53578"/>
                </a:moveTo>
                <a:cubicBezTo>
                  <a:pt x="32716" y="53578"/>
                  <a:pt x="37505" y="58367"/>
                  <a:pt x="37505" y="64294"/>
                </a:cubicBezTo>
                <a:lnTo>
                  <a:pt x="37505" y="150019"/>
                </a:lnTo>
                <a:cubicBezTo>
                  <a:pt x="37505" y="155946"/>
                  <a:pt x="32716" y="160734"/>
                  <a:pt x="26789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64294"/>
                </a:lnTo>
                <a:cubicBezTo>
                  <a:pt x="0" y="58367"/>
                  <a:pt x="4789" y="53578"/>
                  <a:pt x="10716" y="53578"/>
                </a:cubicBezTo>
                <a:lnTo>
                  <a:pt x="26789" y="53578"/>
                </a:lnTo>
                <a:close/>
                <a:moveTo>
                  <a:pt x="90614" y="5358"/>
                </a:moveTo>
                <a:cubicBezTo>
                  <a:pt x="99756" y="5358"/>
                  <a:pt x="107156" y="12758"/>
                  <a:pt x="107156" y="21900"/>
                </a:cubicBezTo>
                <a:lnTo>
                  <a:pt x="107156" y="23306"/>
                </a:lnTo>
                <a:cubicBezTo>
                  <a:pt x="107156" y="25584"/>
                  <a:pt x="106721" y="27861"/>
                  <a:pt x="105884" y="29970"/>
                </a:cubicBezTo>
                <a:lnTo>
                  <a:pt x="96441" y="53578"/>
                </a:lnTo>
                <a:lnTo>
                  <a:pt x="150019" y="53578"/>
                </a:lnTo>
                <a:cubicBezTo>
                  <a:pt x="158893" y="53578"/>
                  <a:pt x="166092" y="60778"/>
                  <a:pt x="166092" y="69652"/>
                </a:cubicBezTo>
                <a:cubicBezTo>
                  <a:pt x="166092" y="76248"/>
                  <a:pt x="162107" y="81908"/>
                  <a:pt x="156415" y="84386"/>
                </a:cubicBezTo>
                <a:cubicBezTo>
                  <a:pt x="162107" y="86864"/>
                  <a:pt x="166092" y="92523"/>
                  <a:pt x="166092" y="99120"/>
                </a:cubicBezTo>
                <a:cubicBezTo>
                  <a:pt x="166092" y="106955"/>
                  <a:pt x="160466" y="113485"/>
                  <a:pt x="153033" y="114892"/>
                </a:cubicBezTo>
                <a:cubicBezTo>
                  <a:pt x="154506" y="117336"/>
                  <a:pt x="155377" y="120182"/>
                  <a:pt x="155377" y="123230"/>
                </a:cubicBezTo>
                <a:cubicBezTo>
                  <a:pt x="155377" y="130664"/>
                  <a:pt x="150354" y="136892"/>
                  <a:pt x="143522" y="138734"/>
                </a:cubicBezTo>
                <a:cubicBezTo>
                  <a:pt x="144259" y="140576"/>
                  <a:pt x="144661" y="142585"/>
                  <a:pt x="144661" y="144661"/>
                </a:cubicBezTo>
                <a:cubicBezTo>
                  <a:pt x="144661" y="153535"/>
                  <a:pt x="137461" y="160734"/>
                  <a:pt x="128588" y="160734"/>
                </a:cubicBezTo>
                <a:lnTo>
                  <a:pt x="99153" y="160734"/>
                </a:lnTo>
                <a:cubicBezTo>
                  <a:pt x="86997" y="160734"/>
                  <a:pt x="75177" y="156582"/>
                  <a:pt x="65700" y="148981"/>
                </a:cubicBezTo>
                <a:lnTo>
                  <a:pt x="61615" y="145733"/>
                </a:lnTo>
                <a:cubicBezTo>
                  <a:pt x="56525" y="141681"/>
                  <a:pt x="53578" y="135519"/>
                  <a:pt x="53578" y="128989"/>
                </a:cubicBezTo>
                <a:lnTo>
                  <a:pt x="53578" y="66504"/>
                </a:lnTo>
                <a:cubicBezTo>
                  <a:pt x="53578" y="61514"/>
                  <a:pt x="54750" y="56592"/>
                  <a:pt x="56960" y="52138"/>
                </a:cubicBezTo>
                <a:lnTo>
                  <a:pt x="75780" y="14500"/>
                </a:lnTo>
                <a:cubicBezTo>
                  <a:pt x="78592" y="8907"/>
                  <a:pt x="84319" y="5358"/>
                  <a:pt x="90614" y="5358"/>
                </a:cubicBezTo>
                <a:close/>
              </a:path>
            </a:pathLst>
          </a:custGeom>
          <a:solidFill>
            <a:srgbClr val="0070C0">
              <a:alpha val="8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65910"/>
            <a:ext cx="5589270" cy="2331720"/>
          </a:xfrm>
          <a:custGeom>
            <a:avLst/>
            <a:gdLst/>
            <a:ahLst/>
            <a:cxnLst/>
            <a:rect l="l" t="t" r="r" b="b"/>
            <a:pathLst>
              <a:path w="5589270" h="2331720">
                <a:moveTo>
                  <a:pt x="228602" y="0"/>
                </a:moveTo>
                <a:lnTo>
                  <a:pt x="5360668" y="0"/>
                </a:lnTo>
                <a:cubicBezTo>
                  <a:pt x="5486921" y="0"/>
                  <a:pt x="5589270" y="102349"/>
                  <a:pt x="5589270" y="228602"/>
                </a:cubicBezTo>
                <a:lnTo>
                  <a:pt x="5589270" y="2103118"/>
                </a:lnTo>
                <a:cubicBezTo>
                  <a:pt x="5589270" y="2229371"/>
                  <a:pt x="5486921" y="2331720"/>
                  <a:pt x="5360668" y="2331720"/>
                </a:cubicBezTo>
                <a:lnTo>
                  <a:pt x="228602" y="2331720"/>
                </a:lnTo>
                <a:cubicBezTo>
                  <a:pt x="102349" y="2331720"/>
                  <a:pt x="0" y="2229371"/>
                  <a:pt x="0" y="210311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3420" y="18745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7726" y="203644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1493520" y="1874518"/>
            <a:ext cx="1695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93520" y="229361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693420" y="2636518"/>
            <a:ext cx="5067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quick initial medical guidance without waiting for appointments, reducing time to get preliminary healthcare information.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4110" y="1565910"/>
            <a:ext cx="5589270" cy="2331720"/>
          </a:xfrm>
          <a:custGeom>
            <a:avLst/>
            <a:gdLst/>
            <a:ahLst/>
            <a:cxnLst/>
            <a:rect l="l" t="t" r="r" b="b"/>
            <a:pathLst>
              <a:path w="5589270" h="2331720">
                <a:moveTo>
                  <a:pt x="228602" y="0"/>
                </a:moveTo>
                <a:lnTo>
                  <a:pt x="5360668" y="0"/>
                </a:lnTo>
                <a:cubicBezTo>
                  <a:pt x="5486921" y="0"/>
                  <a:pt x="5589270" y="102349"/>
                  <a:pt x="5589270" y="228602"/>
                </a:cubicBezTo>
                <a:lnTo>
                  <a:pt x="5589270" y="2103118"/>
                </a:lnTo>
                <a:cubicBezTo>
                  <a:pt x="5589270" y="2229371"/>
                  <a:pt x="5486921" y="2331720"/>
                  <a:pt x="5360668" y="2331720"/>
                </a:cubicBezTo>
                <a:lnTo>
                  <a:pt x="228602" y="2331720"/>
                </a:lnTo>
                <a:cubicBezTo>
                  <a:pt x="102349" y="2331720"/>
                  <a:pt x="0" y="2229371"/>
                  <a:pt x="0" y="210311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2720" y="18745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87026" y="203644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3154" y="0"/>
                </a:moveTo>
                <a:cubicBezTo>
                  <a:pt x="151358" y="0"/>
                  <a:pt x="158893" y="4521"/>
                  <a:pt x="162799" y="11720"/>
                </a:cubicBezTo>
                <a:lnTo>
                  <a:pt x="283350" y="234962"/>
                </a:lnTo>
                <a:cubicBezTo>
                  <a:pt x="287089" y="241883"/>
                  <a:pt x="286922" y="250254"/>
                  <a:pt x="282904" y="257008"/>
                </a:cubicBezTo>
                <a:cubicBezTo>
                  <a:pt x="278885" y="263761"/>
                  <a:pt x="271574" y="267891"/>
                  <a:pt x="263761" y="267891"/>
                </a:cubicBezTo>
                <a:lnTo>
                  <a:pt x="22659" y="267891"/>
                </a:lnTo>
                <a:cubicBezTo>
                  <a:pt x="14790" y="267891"/>
                  <a:pt x="7534" y="263761"/>
                  <a:pt x="3516" y="257008"/>
                </a:cubicBezTo>
                <a:cubicBezTo>
                  <a:pt x="-502" y="250254"/>
                  <a:pt x="-670" y="241883"/>
                  <a:pt x="3070" y="234962"/>
                </a:cubicBezTo>
                <a:lnTo>
                  <a:pt x="123620" y="11720"/>
                </a:lnTo>
                <a:lnTo>
                  <a:pt x="125239" y="9153"/>
                </a:lnTo>
                <a:cubicBezTo>
                  <a:pt x="129313" y="3460"/>
                  <a:pt x="135954" y="0"/>
                  <a:pt x="143154" y="0"/>
                </a:cubicBezTo>
                <a:close/>
                <a:moveTo>
                  <a:pt x="95101" y="139471"/>
                </a:moveTo>
                <a:lnTo>
                  <a:pt x="110058" y="154428"/>
                </a:lnTo>
                <a:cubicBezTo>
                  <a:pt x="113519" y="157888"/>
                  <a:pt x="119211" y="157888"/>
                  <a:pt x="122672" y="154428"/>
                </a:cubicBezTo>
                <a:lnTo>
                  <a:pt x="146838" y="130262"/>
                </a:lnTo>
                <a:cubicBezTo>
                  <a:pt x="150186" y="126913"/>
                  <a:pt x="154707" y="125016"/>
                  <a:pt x="159451" y="125016"/>
                </a:cubicBezTo>
                <a:lnTo>
                  <a:pt x="183338" y="125016"/>
                </a:lnTo>
                <a:lnTo>
                  <a:pt x="143098" y="50509"/>
                </a:lnTo>
                <a:lnTo>
                  <a:pt x="95045" y="139471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5" name="Text 13"/>
          <p:cNvSpPr/>
          <p:nvPr/>
        </p:nvSpPr>
        <p:spPr>
          <a:xfrm>
            <a:off x="7322820" y="1874518"/>
            <a:ext cx="2105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Access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22820" y="229361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7" name="Text 15"/>
          <p:cNvSpPr/>
          <p:nvPr/>
        </p:nvSpPr>
        <p:spPr>
          <a:xfrm>
            <a:off x="6522720" y="2636518"/>
            <a:ext cx="5067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Helpful in remote areas with limited healthcare access, bringing medical guidance to underserved communities.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4137660"/>
            <a:ext cx="5589270" cy="2331720"/>
          </a:xfrm>
          <a:custGeom>
            <a:avLst/>
            <a:gdLst/>
            <a:ahLst/>
            <a:cxnLst/>
            <a:rect l="l" t="t" r="r" b="b"/>
            <a:pathLst>
              <a:path w="5589270" h="2331720">
                <a:moveTo>
                  <a:pt x="228602" y="0"/>
                </a:moveTo>
                <a:lnTo>
                  <a:pt x="5360668" y="0"/>
                </a:lnTo>
                <a:cubicBezTo>
                  <a:pt x="5486921" y="0"/>
                  <a:pt x="5589270" y="102349"/>
                  <a:pt x="5589270" y="228602"/>
                </a:cubicBezTo>
                <a:lnTo>
                  <a:pt x="5589270" y="2103118"/>
                </a:lnTo>
                <a:cubicBezTo>
                  <a:pt x="5589270" y="2229371"/>
                  <a:pt x="5486921" y="2331720"/>
                  <a:pt x="5360668" y="2331720"/>
                </a:cubicBezTo>
                <a:lnTo>
                  <a:pt x="228602" y="2331720"/>
                </a:lnTo>
                <a:cubicBezTo>
                  <a:pt x="102349" y="2331720"/>
                  <a:pt x="0" y="2229371"/>
                  <a:pt x="0" y="210311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3420" y="444626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7726" y="46081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1493520" y="4446268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Guidance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93520" y="486536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3" name="Text 21"/>
          <p:cNvSpPr/>
          <p:nvPr/>
        </p:nvSpPr>
        <p:spPr>
          <a:xfrm>
            <a:off x="693420" y="5208268"/>
            <a:ext cx="5067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timely preliminary medical assessment, helping users understand when to seek professional care.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4110" y="4137660"/>
            <a:ext cx="5589270" cy="2331720"/>
          </a:xfrm>
          <a:custGeom>
            <a:avLst/>
            <a:gdLst/>
            <a:ahLst/>
            <a:cxnLst/>
            <a:rect l="l" t="t" r="r" b="b"/>
            <a:pathLst>
              <a:path w="5589270" h="2331720">
                <a:moveTo>
                  <a:pt x="228602" y="0"/>
                </a:moveTo>
                <a:lnTo>
                  <a:pt x="5360668" y="0"/>
                </a:lnTo>
                <a:cubicBezTo>
                  <a:pt x="5486921" y="0"/>
                  <a:pt x="5589270" y="102349"/>
                  <a:pt x="5589270" y="228602"/>
                </a:cubicBezTo>
                <a:lnTo>
                  <a:pt x="5589270" y="2103118"/>
                </a:lnTo>
                <a:cubicBezTo>
                  <a:pt x="5589270" y="2229371"/>
                  <a:pt x="5486921" y="2331720"/>
                  <a:pt x="5360668" y="2331720"/>
                </a:cubicBezTo>
                <a:lnTo>
                  <a:pt x="228602" y="2331720"/>
                </a:lnTo>
                <a:cubicBezTo>
                  <a:pt x="102349" y="2331720"/>
                  <a:pt x="0" y="2229371"/>
                  <a:pt x="0" y="210311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522720" y="444626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87026" y="460819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7" name="Text 25"/>
          <p:cNvSpPr/>
          <p:nvPr/>
        </p:nvSpPr>
        <p:spPr>
          <a:xfrm>
            <a:off x="7322820" y="4446268"/>
            <a:ext cx="1885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22820" y="486536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5856D6"/>
              </a:gs>
            </a:gsLst>
            <a:lin ang="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6522720" y="5208268"/>
            <a:ext cx="5067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image and text analysis for comprehensive understanding, providing more accurate guidance than single-modality systems.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625" y="328625"/>
            <a:ext cx="328625" cy="328625"/>
          </a:xfrm>
          <a:custGeom>
            <a:avLst/>
            <a:gdLst/>
            <a:ahLst/>
            <a:cxnLst/>
            <a:rect l="l" t="t" r="r" b="b"/>
            <a:pathLst>
              <a:path w="328625" h="328625">
                <a:moveTo>
                  <a:pt x="98588" y="0"/>
                </a:moveTo>
                <a:lnTo>
                  <a:pt x="230038" y="0"/>
                </a:lnTo>
                <a:cubicBezTo>
                  <a:pt x="284486" y="0"/>
                  <a:pt x="328625" y="44139"/>
                  <a:pt x="328625" y="98588"/>
                </a:cubicBezTo>
                <a:lnTo>
                  <a:pt x="328625" y="230038"/>
                </a:lnTo>
                <a:cubicBezTo>
                  <a:pt x="328625" y="284486"/>
                  <a:pt x="284486" y="328625"/>
                  <a:pt x="230038" y="328625"/>
                </a:cubicBezTo>
                <a:lnTo>
                  <a:pt x="98588" y="328625"/>
                </a:lnTo>
                <a:cubicBezTo>
                  <a:pt x="44139" y="328625"/>
                  <a:pt x="0" y="284486"/>
                  <a:pt x="0" y="230038"/>
                </a:cubicBezTo>
                <a:lnTo>
                  <a:pt x="0" y="98588"/>
                </a:lnTo>
                <a:cubicBezTo>
                  <a:pt x="0" y="44139"/>
                  <a:pt x="44139" y="0"/>
                  <a:pt x="98588" y="0"/>
                </a:cubicBezTo>
                <a:close/>
              </a:path>
            </a:pathLst>
          </a:custGeom>
          <a:solidFill>
            <a:srgbClr val="5856D6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1051" y="418997"/>
            <a:ext cx="147881" cy="147881"/>
          </a:xfrm>
          <a:custGeom>
            <a:avLst/>
            <a:gdLst/>
            <a:ahLst/>
            <a:cxnLst/>
            <a:rect l="l" t="t" r="r" b="b"/>
            <a:pathLst>
              <a:path w="147881" h="147881">
                <a:moveTo>
                  <a:pt x="36970" y="92426"/>
                </a:moveTo>
                <a:lnTo>
                  <a:pt x="7076" y="92426"/>
                </a:lnTo>
                <a:cubicBezTo>
                  <a:pt x="-116" y="92426"/>
                  <a:pt x="-4535" y="84599"/>
                  <a:pt x="-838" y="78418"/>
                </a:cubicBezTo>
                <a:lnTo>
                  <a:pt x="14442" y="52943"/>
                </a:lnTo>
                <a:cubicBezTo>
                  <a:pt x="16954" y="48755"/>
                  <a:pt x="21460" y="46213"/>
                  <a:pt x="26341" y="46213"/>
                </a:cubicBezTo>
                <a:lnTo>
                  <a:pt x="53780" y="46213"/>
                </a:lnTo>
                <a:cubicBezTo>
                  <a:pt x="75760" y="8983"/>
                  <a:pt x="108543" y="7105"/>
                  <a:pt x="130465" y="10311"/>
                </a:cubicBezTo>
                <a:cubicBezTo>
                  <a:pt x="134162" y="10860"/>
                  <a:pt x="137050" y="13748"/>
                  <a:pt x="137570" y="17417"/>
                </a:cubicBezTo>
                <a:cubicBezTo>
                  <a:pt x="140776" y="39339"/>
                  <a:pt x="138899" y="72121"/>
                  <a:pt x="101668" y="94101"/>
                </a:cubicBezTo>
                <a:lnTo>
                  <a:pt x="101668" y="121540"/>
                </a:lnTo>
                <a:cubicBezTo>
                  <a:pt x="101668" y="126421"/>
                  <a:pt x="99127" y="130927"/>
                  <a:pt x="94939" y="133440"/>
                </a:cubicBezTo>
                <a:lnTo>
                  <a:pt x="69464" y="148719"/>
                </a:lnTo>
                <a:cubicBezTo>
                  <a:pt x="63312" y="152416"/>
                  <a:pt x="55456" y="147968"/>
                  <a:pt x="55456" y="140805"/>
                </a:cubicBezTo>
                <a:lnTo>
                  <a:pt x="55456" y="110911"/>
                </a:lnTo>
                <a:cubicBezTo>
                  <a:pt x="55456" y="100715"/>
                  <a:pt x="47166" y="92426"/>
                  <a:pt x="36970" y="92426"/>
                </a:cubicBezTo>
                <a:lnTo>
                  <a:pt x="36941" y="92426"/>
                </a:lnTo>
                <a:close/>
                <a:moveTo>
                  <a:pt x="115532" y="46213"/>
                </a:moveTo>
                <a:cubicBezTo>
                  <a:pt x="115532" y="38561"/>
                  <a:pt x="109320" y="32349"/>
                  <a:pt x="101668" y="32349"/>
                </a:cubicBezTo>
                <a:cubicBezTo>
                  <a:pt x="94017" y="32349"/>
                  <a:pt x="87805" y="38561"/>
                  <a:pt x="87805" y="46213"/>
                </a:cubicBezTo>
                <a:cubicBezTo>
                  <a:pt x="87805" y="53865"/>
                  <a:pt x="94017" y="60077"/>
                  <a:pt x="101668" y="60077"/>
                </a:cubicBezTo>
                <a:cubicBezTo>
                  <a:pt x="109320" y="60077"/>
                  <a:pt x="115532" y="53865"/>
                  <a:pt x="115532" y="46213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4" name="Text 2"/>
          <p:cNvSpPr/>
          <p:nvPr/>
        </p:nvSpPr>
        <p:spPr>
          <a:xfrm>
            <a:off x="755838" y="410782"/>
            <a:ext cx="758637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</a:p>
        </p:txBody>
      </p:sp>
      <p:sp>
        <p:nvSpPr>
          <p:cNvPr id="5" name="Text 3"/>
          <p:cNvSpPr/>
          <p:nvPr/>
        </p:nvSpPr>
        <p:spPr>
          <a:xfrm>
            <a:off x="328625" y="755838"/>
            <a:ext cx="11731925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0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913" y="1350651"/>
            <a:ext cx="3268538" cy="2552324"/>
          </a:xfrm>
          <a:custGeom>
            <a:avLst/>
            <a:gdLst/>
            <a:ahLst/>
            <a:cxnLst/>
            <a:rect l="l" t="t" r="r" b="b"/>
            <a:pathLst>
              <a:path w="3711823" h="2898475">
                <a:moveTo>
                  <a:pt x="197183" y="0"/>
                </a:moveTo>
                <a:lnTo>
                  <a:pt x="3514640" y="0"/>
                </a:lnTo>
                <a:cubicBezTo>
                  <a:pt x="3623541" y="0"/>
                  <a:pt x="3711823" y="88282"/>
                  <a:pt x="3711823" y="197183"/>
                </a:cubicBezTo>
                <a:lnTo>
                  <a:pt x="3711823" y="2701292"/>
                </a:lnTo>
                <a:cubicBezTo>
                  <a:pt x="3711823" y="2810194"/>
                  <a:pt x="3623541" y="2898475"/>
                  <a:pt x="3514640" y="2898475"/>
                </a:cubicBezTo>
                <a:lnTo>
                  <a:pt x="197183" y="2898475"/>
                </a:lnTo>
                <a:cubicBezTo>
                  <a:pt x="88282" y="2898475"/>
                  <a:pt x="0" y="2810194"/>
                  <a:pt x="0" y="2701292"/>
                </a:cubicBezTo>
                <a:lnTo>
                  <a:pt x="0" y="197183"/>
                </a:lnTo>
                <a:cubicBezTo>
                  <a:pt x="0" y="88355"/>
                  <a:pt x="88355" y="0"/>
                  <a:pt x="19718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8098" y="1616835"/>
            <a:ext cx="525801" cy="525801"/>
          </a:xfrm>
          <a:custGeom>
            <a:avLst/>
            <a:gdLst/>
            <a:ahLst/>
            <a:cxnLst/>
            <a:rect l="l" t="t" r="r" b="b"/>
            <a:pathLst>
              <a:path w="525801" h="525801">
                <a:moveTo>
                  <a:pt x="131450" y="0"/>
                </a:moveTo>
                <a:lnTo>
                  <a:pt x="394350" y="0"/>
                </a:lnTo>
                <a:cubicBezTo>
                  <a:pt x="466900" y="0"/>
                  <a:pt x="525801" y="58901"/>
                  <a:pt x="525801" y="131450"/>
                </a:cubicBezTo>
                <a:lnTo>
                  <a:pt x="525801" y="394350"/>
                </a:lnTo>
                <a:cubicBezTo>
                  <a:pt x="525801" y="466900"/>
                  <a:pt x="466900" y="525801"/>
                  <a:pt x="394350" y="525801"/>
                </a:cubicBezTo>
                <a:lnTo>
                  <a:pt x="131450" y="525801"/>
                </a:lnTo>
                <a:cubicBezTo>
                  <a:pt x="58901" y="525801"/>
                  <a:pt x="0" y="466900"/>
                  <a:pt x="0" y="3943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0626" y="1756501"/>
            <a:ext cx="184852" cy="246469"/>
          </a:xfrm>
          <a:custGeom>
            <a:avLst/>
            <a:gdLst/>
            <a:ahLst/>
            <a:cxnLst/>
            <a:rect l="l" t="t" r="r" b="b"/>
            <a:pathLst>
              <a:path w="184852" h="246469">
                <a:moveTo>
                  <a:pt x="92426" y="0"/>
                </a:moveTo>
                <a:cubicBezTo>
                  <a:pt x="66912" y="0"/>
                  <a:pt x="46213" y="20700"/>
                  <a:pt x="46213" y="46213"/>
                </a:cubicBezTo>
                <a:lnTo>
                  <a:pt x="46213" y="107830"/>
                </a:lnTo>
                <a:cubicBezTo>
                  <a:pt x="46213" y="133344"/>
                  <a:pt x="66912" y="154043"/>
                  <a:pt x="92426" y="154043"/>
                </a:cubicBezTo>
                <a:cubicBezTo>
                  <a:pt x="117939" y="154043"/>
                  <a:pt x="138639" y="133344"/>
                  <a:pt x="138639" y="107830"/>
                </a:cubicBezTo>
                <a:lnTo>
                  <a:pt x="138639" y="46213"/>
                </a:lnTo>
                <a:cubicBezTo>
                  <a:pt x="138639" y="20700"/>
                  <a:pt x="117939" y="0"/>
                  <a:pt x="92426" y="0"/>
                </a:cubicBezTo>
                <a:close/>
                <a:moveTo>
                  <a:pt x="23106" y="88575"/>
                </a:moveTo>
                <a:cubicBezTo>
                  <a:pt x="23106" y="82172"/>
                  <a:pt x="17956" y="77022"/>
                  <a:pt x="11553" y="77022"/>
                </a:cubicBezTo>
                <a:cubicBezTo>
                  <a:pt x="5151" y="77022"/>
                  <a:pt x="0" y="82172"/>
                  <a:pt x="0" y="88575"/>
                </a:cubicBezTo>
                <a:lnTo>
                  <a:pt x="0" y="107830"/>
                </a:lnTo>
                <a:cubicBezTo>
                  <a:pt x="0" y="154958"/>
                  <a:pt x="35286" y="193854"/>
                  <a:pt x="80873" y="199534"/>
                </a:cubicBezTo>
                <a:lnTo>
                  <a:pt x="80873" y="223363"/>
                </a:lnTo>
                <a:lnTo>
                  <a:pt x="57766" y="223363"/>
                </a:lnTo>
                <a:cubicBezTo>
                  <a:pt x="51364" y="223363"/>
                  <a:pt x="46213" y="228513"/>
                  <a:pt x="46213" y="234916"/>
                </a:cubicBezTo>
                <a:cubicBezTo>
                  <a:pt x="46213" y="241318"/>
                  <a:pt x="51364" y="246469"/>
                  <a:pt x="57766" y="246469"/>
                </a:cubicBezTo>
                <a:lnTo>
                  <a:pt x="127086" y="246469"/>
                </a:lnTo>
                <a:cubicBezTo>
                  <a:pt x="133488" y="246469"/>
                  <a:pt x="138639" y="241318"/>
                  <a:pt x="138639" y="234916"/>
                </a:cubicBezTo>
                <a:cubicBezTo>
                  <a:pt x="138639" y="228513"/>
                  <a:pt x="133488" y="223363"/>
                  <a:pt x="127086" y="223363"/>
                </a:cubicBezTo>
                <a:lnTo>
                  <a:pt x="103979" y="223363"/>
                </a:lnTo>
                <a:lnTo>
                  <a:pt x="103979" y="199534"/>
                </a:lnTo>
                <a:cubicBezTo>
                  <a:pt x="149566" y="193854"/>
                  <a:pt x="184852" y="154958"/>
                  <a:pt x="184852" y="107830"/>
                </a:cubicBezTo>
                <a:lnTo>
                  <a:pt x="184852" y="88575"/>
                </a:lnTo>
                <a:cubicBezTo>
                  <a:pt x="184852" y="82172"/>
                  <a:pt x="179701" y="77022"/>
                  <a:pt x="173299" y="77022"/>
                </a:cubicBezTo>
                <a:cubicBezTo>
                  <a:pt x="166896" y="77022"/>
                  <a:pt x="161745" y="82172"/>
                  <a:pt x="161745" y="88575"/>
                </a:cubicBezTo>
                <a:lnTo>
                  <a:pt x="161745" y="107830"/>
                </a:lnTo>
                <a:cubicBezTo>
                  <a:pt x="161745" y="146100"/>
                  <a:pt x="130696" y="177150"/>
                  <a:pt x="92426" y="177150"/>
                </a:cubicBezTo>
                <a:cubicBezTo>
                  <a:pt x="54156" y="177150"/>
                  <a:pt x="23106" y="146100"/>
                  <a:pt x="23106" y="107830"/>
                </a:cubicBezTo>
                <a:lnTo>
                  <a:pt x="23106" y="88575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598098" y="2306948"/>
            <a:ext cx="3278038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098" y="2668332"/>
            <a:ext cx="3253391" cy="84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4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voice-based symptom description for improved accessibility and ease of use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098" y="3649070"/>
            <a:ext cx="3179450" cy="6573"/>
          </a:xfrm>
          <a:custGeom>
            <a:avLst/>
            <a:gdLst/>
            <a:ahLst/>
            <a:cxnLst/>
            <a:rect l="l" t="t" r="r" b="b"/>
            <a:pathLst>
              <a:path w="3179450" h="6573">
                <a:moveTo>
                  <a:pt x="0" y="0"/>
                </a:moveTo>
                <a:lnTo>
                  <a:pt x="3179450" y="0"/>
                </a:lnTo>
                <a:lnTo>
                  <a:pt x="3179450" y="6573"/>
                </a:lnTo>
                <a:lnTo>
                  <a:pt x="0" y="6573"/>
                </a:lnTo>
                <a:lnTo>
                  <a:pt x="0" y="0"/>
                </a:ln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43684" y="1350651"/>
            <a:ext cx="3268538" cy="2552324"/>
          </a:xfrm>
          <a:custGeom>
            <a:avLst/>
            <a:gdLst/>
            <a:ahLst/>
            <a:cxnLst/>
            <a:rect l="l" t="t" r="r" b="b"/>
            <a:pathLst>
              <a:path w="3711823" h="2898475">
                <a:moveTo>
                  <a:pt x="197183" y="0"/>
                </a:moveTo>
                <a:lnTo>
                  <a:pt x="3514640" y="0"/>
                </a:lnTo>
                <a:cubicBezTo>
                  <a:pt x="3623541" y="0"/>
                  <a:pt x="3711823" y="88282"/>
                  <a:pt x="3711823" y="197183"/>
                </a:cubicBezTo>
                <a:lnTo>
                  <a:pt x="3711823" y="2701292"/>
                </a:lnTo>
                <a:cubicBezTo>
                  <a:pt x="3711823" y="2810194"/>
                  <a:pt x="3623541" y="2898475"/>
                  <a:pt x="3514640" y="2898475"/>
                </a:cubicBezTo>
                <a:lnTo>
                  <a:pt x="197183" y="2898475"/>
                </a:lnTo>
                <a:cubicBezTo>
                  <a:pt x="88282" y="2898475"/>
                  <a:pt x="0" y="2810194"/>
                  <a:pt x="0" y="2701292"/>
                </a:cubicBezTo>
                <a:lnTo>
                  <a:pt x="0" y="197183"/>
                </a:lnTo>
                <a:cubicBezTo>
                  <a:pt x="0" y="88355"/>
                  <a:pt x="88355" y="0"/>
                  <a:pt x="19718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09869" y="1616835"/>
            <a:ext cx="525801" cy="525801"/>
          </a:xfrm>
          <a:custGeom>
            <a:avLst/>
            <a:gdLst/>
            <a:ahLst/>
            <a:cxnLst/>
            <a:rect l="l" t="t" r="r" b="b"/>
            <a:pathLst>
              <a:path w="525801" h="525801">
                <a:moveTo>
                  <a:pt x="131450" y="0"/>
                </a:moveTo>
                <a:lnTo>
                  <a:pt x="394350" y="0"/>
                </a:lnTo>
                <a:cubicBezTo>
                  <a:pt x="466900" y="0"/>
                  <a:pt x="525801" y="58901"/>
                  <a:pt x="525801" y="131450"/>
                </a:cubicBezTo>
                <a:lnTo>
                  <a:pt x="525801" y="394350"/>
                </a:lnTo>
                <a:cubicBezTo>
                  <a:pt x="525801" y="466900"/>
                  <a:pt x="466900" y="525801"/>
                  <a:pt x="394350" y="525801"/>
                </a:cubicBezTo>
                <a:lnTo>
                  <a:pt x="131450" y="525801"/>
                </a:lnTo>
                <a:cubicBezTo>
                  <a:pt x="58901" y="525801"/>
                  <a:pt x="0" y="466900"/>
                  <a:pt x="0" y="3943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36185" y="1756501"/>
            <a:ext cx="277278" cy="246469"/>
          </a:xfrm>
          <a:custGeom>
            <a:avLst/>
            <a:gdLst/>
            <a:ahLst/>
            <a:cxnLst/>
            <a:rect l="l" t="t" r="r" b="b"/>
            <a:pathLst>
              <a:path w="277278" h="246469">
                <a:moveTo>
                  <a:pt x="46213" y="0"/>
                </a:moveTo>
                <a:cubicBezTo>
                  <a:pt x="29220" y="0"/>
                  <a:pt x="15404" y="13816"/>
                  <a:pt x="15404" y="30809"/>
                </a:cubicBezTo>
                <a:lnTo>
                  <a:pt x="15404" y="215660"/>
                </a:lnTo>
                <a:cubicBezTo>
                  <a:pt x="15404" y="232653"/>
                  <a:pt x="29220" y="246469"/>
                  <a:pt x="46213" y="246469"/>
                </a:cubicBezTo>
                <a:lnTo>
                  <a:pt x="84724" y="246469"/>
                </a:lnTo>
                <a:lnTo>
                  <a:pt x="84724" y="192554"/>
                </a:lnTo>
                <a:cubicBezTo>
                  <a:pt x="84724" y="175561"/>
                  <a:pt x="98539" y="161745"/>
                  <a:pt x="115532" y="161745"/>
                </a:cubicBezTo>
                <a:lnTo>
                  <a:pt x="200256" y="161745"/>
                </a:lnTo>
                <a:lnTo>
                  <a:pt x="200256" y="82076"/>
                </a:lnTo>
                <a:cubicBezTo>
                  <a:pt x="200256" y="73893"/>
                  <a:pt x="197031" y="66046"/>
                  <a:pt x="191254" y="60269"/>
                </a:cubicBezTo>
                <a:lnTo>
                  <a:pt x="139939" y="9002"/>
                </a:lnTo>
                <a:cubicBezTo>
                  <a:pt x="134162" y="3225"/>
                  <a:pt x="126364" y="0"/>
                  <a:pt x="118180" y="0"/>
                </a:cubicBezTo>
                <a:lnTo>
                  <a:pt x="46213" y="0"/>
                </a:lnTo>
                <a:close/>
                <a:moveTo>
                  <a:pt x="172095" y="84724"/>
                </a:moveTo>
                <a:lnTo>
                  <a:pt x="127086" y="84724"/>
                </a:lnTo>
                <a:cubicBezTo>
                  <a:pt x="120683" y="84724"/>
                  <a:pt x="115532" y="79573"/>
                  <a:pt x="115532" y="73170"/>
                </a:cubicBezTo>
                <a:lnTo>
                  <a:pt x="115532" y="28161"/>
                </a:lnTo>
                <a:lnTo>
                  <a:pt x="172095" y="84724"/>
                </a:lnTo>
                <a:close/>
                <a:moveTo>
                  <a:pt x="115532" y="182926"/>
                </a:moveTo>
                <a:cubicBezTo>
                  <a:pt x="110237" y="182926"/>
                  <a:pt x="105905" y="187259"/>
                  <a:pt x="105905" y="192554"/>
                </a:cubicBezTo>
                <a:lnTo>
                  <a:pt x="105905" y="254171"/>
                </a:lnTo>
                <a:cubicBezTo>
                  <a:pt x="105905" y="259466"/>
                  <a:pt x="110237" y="263799"/>
                  <a:pt x="115532" y="263799"/>
                </a:cubicBezTo>
                <a:cubicBezTo>
                  <a:pt x="120828" y="263799"/>
                  <a:pt x="125160" y="259466"/>
                  <a:pt x="125160" y="254171"/>
                </a:cubicBezTo>
                <a:lnTo>
                  <a:pt x="125160" y="240692"/>
                </a:lnTo>
                <a:lnTo>
                  <a:pt x="130937" y="240692"/>
                </a:lnTo>
                <a:cubicBezTo>
                  <a:pt x="146870" y="240692"/>
                  <a:pt x="159820" y="227743"/>
                  <a:pt x="159820" y="211809"/>
                </a:cubicBezTo>
                <a:cubicBezTo>
                  <a:pt x="159820" y="195875"/>
                  <a:pt x="146870" y="182926"/>
                  <a:pt x="130937" y="182926"/>
                </a:cubicBezTo>
                <a:lnTo>
                  <a:pt x="115532" y="182926"/>
                </a:lnTo>
                <a:close/>
                <a:moveTo>
                  <a:pt x="130937" y="221437"/>
                </a:moveTo>
                <a:lnTo>
                  <a:pt x="125160" y="221437"/>
                </a:lnTo>
                <a:lnTo>
                  <a:pt x="125160" y="202182"/>
                </a:lnTo>
                <a:lnTo>
                  <a:pt x="130937" y="202182"/>
                </a:lnTo>
                <a:cubicBezTo>
                  <a:pt x="136232" y="202182"/>
                  <a:pt x="140564" y="206514"/>
                  <a:pt x="140564" y="211809"/>
                </a:cubicBezTo>
                <a:cubicBezTo>
                  <a:pt x="140564" y="217105"/>
                  <a:pt x="136232" y="221437"/>
                  <a:pt x="130937" y="221437"/>
                </a:cubicBezTo>
                <a:close/>
                <a:moveTo>
                  <a:pt x="177150" y="182926"/>
                </a:moveTo>
                <a:cubicBezTo>
                  <a:pt x="171854" y="182926"/>
                  <a:pt x="167522" y="187259"/>
                  <a:pt x="167522" y="192554"/>
                </a:cubicBezTo>
                <a:lnTo>
                  <a:pt x="167522" y="254171"/>
                </a:lnTo>
                <a:cubicBezTo>
                  <a:pt x="167522" y="259466"/>
                  <a:pt x="171854" y="263799"/>
                  <a:pt x="177150" y="263799"/>
                </a:cubicBezTo>
                <a:lnTo>
                  <a:pt x="192554" y="263799"/>
                </a:lnTo>
                <a:cubicBezTo>
                  <a:pt x="206370" y="263799"/>
                  <a:pt x="217586" y="252583"/>
                  <a:pt x="217586" y="238767"/>
                </a:cubicBezTo>
                <a:lnTo>
                  <a:pt x="217586" y="207958"/>
                </a:lnTo>
                <a:cubicBezTo>
                  <a:pt x="217586" y="194142"/>
                  <a:pt x="206370" y="182926"/>
                  <a:pt x="192554" y="182926"/>
                </a:cubicBezTo>
                <a:lnTo>
                  <a:pt x="177150" y="182926"/>
                </a:lnTo>
                <a:close/>
                <a:moveTo>
                  <a:pt x="186777" y="244543"/>
                </a:moveTo>
                <a:lnTo>
                  <a:pt x="186777" y="202182"/>
                </a:lnTo>
                <a:lnTo>
                  <a:pt x="192554" y="202182"/>
                </a:lnTo>
                <a:cubicBezTo>
                  <a:pt x="195731" y="202182"/>
                  <a:pt x="198331" y="204781"/>
                  <a:pt x="198331" y="207958"/>
                </a:cubicBezTo>
                <a:lnTo>
                  <a:pt x="198331" y="238767"/>
                </a:lnTo>
                <a:cubicBezTo>
                  <a:pt x="198331" y="241944"/>
                  <a:pt x="195731" y="244543"/>
                  <a:pt x="192554" y="244543"/>
                </a:cubicBezTo>
                <a:lnTo>
                  <a:pt x="186777" y="244543"/>
                </a:lnTo>
                <a:close/>
                <a:moveTo>
                  <a:pt x="229139" y="192554"/>
                </a:moveTo>
                <a:lnTo>
                  <a:pt x="229139" y="254171"/>
                </a:lnTo>
                <a:cubicBezTo>
                  <a:pt x="229139" y="259466"/>
                  <a:pt x="233472" y="263799"/>
                  <a:pt x="238767" y="263799"/>
                </a:cubicBezTo>
                <a:cubicBezTo>
                  <a:pt x="244062" y="263799"/>
                  <a:pt x="248395" y="259466"/>
                  <a:pt x="248395" y="254171"/>
                </a:cubicBezTo>
                <a:lnTo>
                  <a:pt x="248395" y="232990"/>
                </a:lnTo>
                <a:lnTo>
                  <a:pt x="261873" y="232990"/>
                </a:lnTo>
                <a:cubicBezTo>
                  <a:pt x="267169" y="232990"/>
                  <a:pt x="271501" y="228658"/>
                  <a:pt x="271501" y="223363"/>
                </a:cubicBezTo>
                <a:cubicBezTo>
                  <a:pt x="271501" y="218067"/>
                  <a:pt x="267169" y="213735"/>
                  <a:pt x="261873" y="213735"/>
                </a:cubicBezTo>
                <a:lnTo>
                  <a:pt x="248395" y="213735"/>
                </a:lnTo>
                <a:lnTo>
                  <a:pt x="248395" y="202182"/>
                </a:lnTo>
                <a:lnTo>
                  <a:pt x="261873" y="202182"/>
                </a:lnTo>
                <a:cubicBezTo>
                  <a:pt x="267169" y="202182"/>
                  <a:pt x="271501" y="197849"/>
                  <a:pt x="271501" y="192554"/>
                </a:cubicBezTo>
                <a:cubicBezTo>
                  <a:pt x="271501" y="187259"/>
                  <a:pt x="267169" y="182926"/>
                  <a:pt x="261873" y="182926"/>
                </a:cubicBezTo>
                <a:lnTo>
                  <a:pt x="238767" y="182926"/>
                </a:lnTo>
                <a:cubicBezTo>
                  <a:pt x="233472" y="182926"/>
                  <a:pt x="229139" y="187259"/>
                  <a:pt x="229139" y="192554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6" name="Text 14"/>
          <p:cNvSpPr/>
          <p:nvPr/>
        </p:nvSpPr>
        <p:spPr>
          <a:xfrm>
            <a:off x="4509869" y="2306948"/>
            <a:ext cx="3278038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09869" y="2668332"/>
            <a:ext cx="3253391" cy="84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4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report PDF upload and analysis for comprehensive health record understanding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9869" y="3649070"/>
            <a:ext cx="3179450" cy="6573"/>
          </a:xfrm>
          <a:custGeom>
            <a:avLst/>
            <a:gdLst/>
            <a:ahLst/>
            <a:cxnLst/>
            <a:rect l="l" t="t" r="r" b="b"/>
            <a:pathLst>
              <a:path w="3179450" h="6573">
                <a:moveTo>
                  <a:pt x="0" y="0"/>
                </a:moveTo>
                <a:lnTo>
                  <a:pt x="3179450" y="0"/>
                </a:lnTo>
                <a:lnTo>
                  <a:pt x="3179450" y="6573"/>
                </a:lnTo>
                <a:lnTo>
                  <a:pt x="0" y="6573"/>
                </a:lnTo>
                <a:lnTo>
                  <a:pt x="0" y="0"/>
                </a:ln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55558" y="1350651"/>
            <a:ext cx="3268538" cy="2552324"/>
          </a:xfrm>
          <a:custGeom>
            <a:avLst/>
            <a:gdLst/>
            <a:ahLst/>
            <a:cxnLst/>
            <a:rect l="l" t="t" r="r" b="b"/>
            <a:pathLst>
              <a:path w="3711823" h="2898475">
                <a:moveTo>
                  <a:pt x="197183" y="0"/>
                </a:moveTo>
                <a:lnTo>
                  <a:pt x="3514640" y="0"/>
                </a:lnTo>
                <a:cubicBezTo>
                  <a:pt x="3623541" y="0"/>
                  <a:pt x="3711823" y="88282"/>
                  <a:pt x="3711823" y="197183"/>
                </a:cubicBezTo>
                <a:lnTo>
                  <a:pt x="3711823" y="2701292"/>
                </a:lnTo>
                <a:cubicBezTo>
                  <a:pt x="3711823" y="2810194"/>
                  <a:pt x="3623541" y="2898475"/>
                  <a:pt x="3514640" y="2898475"/>
                </a:cubicBezTo>
                <a:lnTo>
                  <a:pt x="197183" y="2898475"/>
                </a:lnTo>
                <a:cubicBezTo>
                  <a:pt x="88282" y="2898475"/>
                  <a:pt x="0" y="2810194"/>
                  <a:pt x="0" y="2701292"/>
                </a:cubicBezTo>
                <a:lnTo>
                  <a:pt x="0" y="197183"/>
                </a:lnTo>
                <a:cubicBezTo>
                  <a:pt x="0" y="88355"/>
                  <a:pt x="88355" y="0"/>
                  <a:pt x="19718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21743" y="1616835"/>
            <a:ext cx="525801" cy="525801"/>
          </a:xfrm>
          <a:custGeom>
            <a:avLst/>
            <a:gdLst/>
            <a:ahLst/>
            <a:cxnLst/>
            <a:rect l="l" t="t" r="r" b="b"/>
            <a:pathLst>
              <a:path w="525801" h="525801">
                <a:moveTo>
                  <a:pt x="131450" y="0"/>
                </a:moveTo>
                <a:lnTo>
                  <a:pt x="394350" y="0"/>
                </a:lnTo>
                <a:cubicBezTo>
                  <a:pt x="466900" y="0"/>
                  <a:pt x="525801" y="58901"/>
                  <a:pt x="525801" y="131450"/>
                </a:cubicBezTo>
                <a:lnTo>
                  <a:pt x="525801" y="394350"/>
                </a:lnTo>
                <a:cubicBezTo>
                  <a:pt x="525801" y="466900"/>
                  <a:pt x="466900" y="525801"/>
                  <a:pt x="394350" y="525801"/>
                </a:cubicBezTo>
                <a:lnTo>
                  <a:pt x="131450" y="525801"/>
                </a:lnTo>
                <a:cubicBezTo>
                  <a:pt x="58901" y="525801"/>
                  <a:pt x="0" y="466900"/>
                  <a:pt x="0" y="3943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48059" y="1756501"/>
            <a:ext cx="277278" cy="246469"/>
          </a:xfrm>
          <a:custGeom>
            <a:avLst/>
            <a:gdLst/>
            <a:ahLst/>
            <a:cxnLst/>
            <a:rect l="l" t="t" r="r" b="b"/>
            <a:pathLst>
              <a:path w="277278" h="246469">
                <a:moveTo>
                  <a:pt x="138639" y="30809"/>
                </a:moveTo>
                <a:cubicBezTo>
                  <a:pt x="189666" y="30809"/>
                  <a:pt x="231065" y="72208"/>
                  <a:pt x="231065" y="123235"/>
                </a:cubicBezTo>
                <a:cubicBezTo>
                  <a:pt x="231065" y="174261"/>
                  <a:pt x="189666" y="215660"/>
                  <a:pt x="138639" y="215660"/>
                </a:cubicBezTo>
                <a:cubicBezTo>
                  <a:pt x="107253" y="215660"/>
                  <a:pt x="79477" y="200015"/>
                  <a:pt x="62773" y="176042"/>
                </a:cubicBezTo>
                <a:cubicBezTo>
                  <a:pt x="57911" y="169062"/>
                  <a:pt x="48283" y="167377"/>
                  <a:pt x="41303" y="172239"/>
                </a:cubicBezTo>
                <a:cubicBezTo>
                  <a:pt x="34323" y="177101"/>
                  <a:pt x="32638" y="186729"/>
                  <a:pt x="37500" y="193709"/>
                </a:cubicBezTo>
                <a:cubicBezTo>
                  <a:pt x="59740" y="225577"/>
                  <a:pt x="96758" y="246469"/>
                  <a:pt x="138639" y="246469"/>
                </a:cubicBezTo>
                <a:cubicBezTo>
                  <a:pt x="206707" y="246469"/>
                  <a:pt x="261873" y="191302"/>
                  <a:pt x="261873" y="123235"/>
                </a:cubicBezTo>
                <a:cubicBezTo>
                  <a:pt x="261873" y="55167"/>
                  <a:pt x="206707" y="0"/>
                  <a:pt x="138639" y="0"/>
                </a:cubicBezTo>
                <a:cubicBezTo>
                  <a:pt x="97384" y="0"/>
                  <a:pt x="60895" y="20266"/>
                  <a:pt x="38511" y="51364"/>
                </a:cubicBezTo>
                <a:lnTo>
                  <a:pt x="38511" y="38511"/>
                </a:lnTo>
                <a:cubicBezTo>
                  <a:pt x="38511" y="29990"/>
                  <a:pt x="31627" y="23106"/>
                  <a:pt x="23106" y="23106"/>
                </a:cubicBezTo>
                <a:cubicBezTo>
                  <a:pt x="14586" y="23106"/>
                  <a:pt x="7702" y="29990"/>
                  <a:pt x="7702" y="38511"/>
                </a:cubicBezTo>
                <a:lnTo>
                  <a:pt x="7702" y="92426"/>
                </a:lnTo>
                <a:cubicBezTo>
                  <a:pt x="7702" y="100946"/>
                  <a:pt x="14586" y="107830"/>
                  <a:pt x="23106" y="107830"/>
                </a:cubicBezTo>
                <a:lnTo>
                  <a:pt x="34949" y="107830"/>
                </a:lnTo>
                <a:cubicBezTo>
                  <a:pt x="35189" y="107830"/>
                  <a:pt x="35430" y="107830"/>
                  <a:pt x="35671" y="107830"/>
                </a:cubicBezTo>
                <a:lnTo>
                  <a:pt x="77070" y="107830"/>
                </a:lnTo>
                <a:cubicBezTo>
                  <a:pt x="85590" y="107830"/>
                  <a:pt x="92474" y="100946"/>
                  <a:pt x="92474" y="92426"/>
                </a:cubicBezTo>
                <a:cubicBezTo>
                  <a:pt x="92474" y="83905"/>
                  <a:pt x="85590" y="77022"/>
                  <a:pt x="77070" y="77022"/>
                </a:cubicBezTo>
                <a:lnTo>
                  <a:pt x="58633" y="77022"/>
                </a:lnTo>
                <a:cubicBezTo>
                  <a:pt x="74567" y="49390"/>
                  <a:pt x="104460" y="30809"/>
                  <a:pt x="138639" y="30809"/>
                </a:cubicBezTo>
                <a:close/>
                <a:moveTo>
                  <a:pt x="150192" y="73170"/>
                </a:moveTo>
                <a:cubicBezTo>
                  <a:pt x="150192" y="66768"/>
                  <a:pt x="145041" y="61617"/>
                  <a:pt x="138639" y="61617"/>
                </a:cubicBezTo>
                <a:cubicBezTo>
                  <a:pt x="132236" y="61617"/>
                  <a:pt x="127086" y="66768"/>
                  <a:pt x="127086" y="73170"/>
                </a:cubicBezTo>
                <a:lnTo>
                  <a:pt x="127086" y="123235"/>
                </a:lnTo>
                <a:cubicBezTo>
                  <a:pt x="127086" y="126315"/>
                  <a:pt x="128289" y="129252"/>
                  <a:pt x="130455" y="131418"/>
                </a:cubicBezTo>
                <a:lnTo>
                  <a:pt x="165115" y="166078"/>
                </a:lnTo>
                <a:cubicBezTo>
                  <a:pt x="169640" y="170603"/>
                  <a:pt x="176957" y="170603"/>
                  <a:pt x="181434" y="166078"/>
                </a:cubicBezTo>
                <a:cubicBezTo>
                  <a:pt x="185911" y="161553"/>
                  <a:pt x="185959" y="154236"/>
                  <a:pt x="181434" y="149759"/>
                </a:cubicBezTo>
                <a:lnTo>
                  <a:pt x="150144" y="118469"/>
                </a:lnTo>
                <a:lnTo>
                  <a:pt x="150144" y="73170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743" y="2306948"/>
            <a:ext cx="3278038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History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21744" y="2668332"/>
            <a:ext cx="2922532" cy="84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4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and retrieve past conversations for tracking medical queries over time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21743" y="3649070"/>
            <a:ext cx="3179450" cy="6573"/>
          </a:xfrm>
          <a:custGeom>
            <a:avLst/>
            <a:gdLst/>
            <a:ahLst/>
            <a:cxnLst/>
            <a:rect l="l" t="t" r="r" b="b"/>
            <a:pathLst>
              <a:path w="3179450" h="6573">
                <a:moveTo>
                  <a:pt x="0" y="0"/>
                </a:moveTo>
                <a:lnTo>
                  <a:pt x="3179450" y="0"/>
                </a:lnTo>
                <a:lnTo>
                  <a:pt x="3179450" y="6573"/>
                </a:lnTo>
                <a:lnTo>
                  <a:pt x="0" y="6573"/>
                </a:lnTo>
                <a:lnTo>
                  <a:pt x="0" y="0"/>
                </a:ln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31913" y="4165171"/>
            <a:ext cx="3268538" cy="2552324"/>
          </a:xfrm>
          <a:custGeom>
            <a:avLst/>
            <a:gdLst/>
            <a:ahLst/>
            <a:cxnLst/>
            <a:rect l="l" t="t" r="r" b="b"/>
            <a:pathLst>
              <a:path w="3711823" h="2898475">
                <a:moveTo>
                  <a:pt x="197183" y="0"/>
                </a:moveTo>
                <a:lnTo>
                  <a:pt x="3514640" y="0"/>
                </a:lnTo>
                <a:cubicBezTo>
                  <a:pt x="3623541" y="0"/>
                  <a:pt x="3711823" y="88282"/>
                  <a:pt x="3711823" y="197183"/>
                </a:cubicBezTo>
                <a:lnTo>
                  <a:pt x="3711823" y="2701292"/>
                </a:lnTo>
                <a:cubicBezTo>
                  <a:pt x="3711823" y="2810194"/>
                  <a:pt x="3623541" y="2898475"/>
                  <a:pt x="3514640" y="2898475"/>
                </a:cubicBezTo>
                <a:lnTo>
                  <a:pt x="197183" y="2898475"/>
                </a:lnTo>
                <a:cubicBezTo>
                  <a:pt x="88282" y="2898475"/>
                  <a:pt x="0" y="2810194"/>
                  <a:pt x="0" y="2701292"/>
                </a:cubicBezTo>
                <a:lnTo>
                  <a:pt x="0" y="197183"/>
                </a:lnTo>
                <a:cubicBezTo>
                  <a:pt x="0" y="88355"/>
                  <a:pt x="88355" y="0"/>
                  <a:pt x="197183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848" y="4431355"/>
            <a:ext cx="525801" cy="525801"/>
          </a:xfrm>
          <a:custGeom>
            <a:avLst/>
            <a:gdLst/>
            <a:ahLst/>
            <a:cxnLst/>
            <a:rect l="l" t="t" r="r" b="b"/>
            <a:pathLst>
              <a:path w="525801" h="525801">
                <a:moveTo>
                  <a:pt x="131450" y="0"/>
                </a:moveTo>
                <a:lnTo>
                  <a:pt x="394350" y="0"/>
                </a:lnTo>
                <a:cubicBezTo>
                  <a:pt x="466900" y="0"/>
                  <a:pt x="525801" y="58901"/>
                  <a:pt x="525801" y="131450"/>
                </a:cubicBezTo>
                <a:lnTo>
                  <a:pt x="525801" y="394350"/>
                </a:lnTo>
                <a:cubicBezTo>
                  <a:pt x="525801" y="466900"/>
                  <a:pt x="466900" y="525801"/>
                  <a:pt x="394350" y="525801"/>
                </a:cubicBezTo>
                <a:lnTo>
                  <a:pt x="131450" y="525801"/>
                </a:lnTo>
                <a:cubicBezTo>
                  <a:pt x="58901" y="525801"/>
                  <a:pt x="0" y="466900"/>
                  <a:pt x="0" y="3943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9972" y="4571021"/>
            <a:ext cx="215660" cy="246469"/>
          </a:xfrm>
          <a:custGeom>
            <a:avLst/>
            <a:gdLst/>
            <a:ahLst/>
            <a:cxnLst/>
            <a:rect l="l" t="t" r="r" b="b"/>
            <a:pathLst>
              <a:path w="215660" h="246469">
                <a:moveTo>
                  <a:pt x="215660" y="99069"/>
                </a:moveTo>
                <a:cubicBezTo>
                  <a:pt x="208536" y="103787"/>
                  <a:pt x="200352" y="107589"/>
                  <a:pt x="191832" y="110622"/>
                </a:cubicBezTo>
                <a:cubicBezTo>
                  <a:pt x="169207" y="118709"/>
                  <a:pt x="139505" y="123235"/>
                  <a:pt x="107830" y="123235"/>
                </a:cubicBezTo>
                <a:cubicBezTo>
                  <a:pt x="76155" y="123235"/>
                  <a:pt x="46405" y="118661"/>
                  <a:pt x="23829" y="110622"/>
                </a:cubicBezTo>
                <a:cubicBezTo>
                  <a:pt x="15356" y="107589"/>
                  <a:pt x="7124" y="103787"/>
                  <a:pt x="0" y="99069"/>
                </a:cubicBezTo>
                <a:lnTo>
                  <a:pt x="0" y="138639"/>
                </a:lnTo>
                <a:cubicBezTo>
                  <a:pt x="0" y="159916"/>
                  <a:pt x="48283" y="177150"/>
                  <a:pt x="107830" y="177150"/>
                </a:cubicBezTo>
                <a:cubicBezTo>
                  <a:pt x="167377" y="177150"/>
                  <a:pt x="215660" y="159916"/>
                  <a:pt x="215660" y="138639"/>
                </a:cubicBezTo>
                <a:lnTo>
                  <a:pt x="215660" y="99069"/>
                </a:lnTo>
                <a:close/>
                <a:moveTo>
                  <a:pt x="215660" y="61617"/>
                </a:moveTo>
                <a:lnTo>
                  <a:pt x="215660" y="38511"/>
                </a:lnTo>
                <a:cubicBezTo>
                  <a:pt x="215660" y="17234"/>
                  <a:pt x="167377" y="0"/>
                  <a:pt x="107830" y="0"/>
                </a:cubicBezTo>
                <a:cubicBezTo>
                  <a:pt x="48283" y="0"/>
                  <a:pt x="0" y="17234"/>
                  <a:pt x="0" y="38511"/>
                </a:cubicBezTo>
                <a:lnTo>
                  <a:pt x="0" y="61617"/>
                </a:lnTo>
                <a:cubicBezTo>
                  <a:pt x="0" y="82894"/>
                  <a:pt x="48283" y="100128"/>
                  <a:pt x="107830" y="100128"/>
                </a:cubicBezTo>
                <a:cubicBezTo>
                  <a:pt x="167377" y="100128"/>
                  <a:pt x="215660" y="82894"/>
                  <a:pt x="215660" y="61617"/>
                </a:cubicBezTo>
                <a:close/>
                <a:moveTo>
                  <a:pt x="191832" y="187644"/>
                </a:moveTo>
                <a:cubicBezTo>
                  <a:pt x="169255" y="195683"/>
                  <a:pt x="139553" y="200256"/>
                  <a:pt x="107830" y="200256"/>
                </a:cubicBezTo>
                <a:cubicBezTo>
                  <a:pt x="76107" y="200256"/>
                  <a:pt x="46405" y="195683"/>
                  <a:pt x="23829" y="187644"/>
                </a:cubicBezTo>
                <a:cubicBezTo>
                  <a:pt x="15356" y="184611"/>
                  <a:pt x="7124" y="180808"/>
                  <a:pt x="0" y="176091"/>
                </a:cubicBezTo>
                <a:lnTo>
                  <a:pt x="0" y="207958"/>
                </a:lnTo>
                <a:cubicBezTo>
                  <a:pt x="0" y="229235"/>
                  <a:pt x="48283" y="246469"/>
                  <a:pt x="107830" y="246469"/>
                </a:cubicBezTo>
                <a:cubicBezTo>
                  <a:pt x="167377" y="246469"/>
                  <a:pt x="215660" y="229235"/>
                  <a:pt x="215660" y="207958"/>
                </a:cubicBezTo>
                <a:lnTo>
                  <a:pt x="215660" y="176091"/>
                </a:lnTo>
                <a:cubicBezTo>
                  <a:pt x="208536" y="180808"/>
                  <a:pt x="200352" y="184611"/>
                  <a:pt x="191832" y="187644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848" y="5121469"/>
            <a:ext cx="3278038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849" y="5482852"/>
            <a:ext cx="3040452" cy="84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4" dirty="0">
                <a:solidFill>
                  <a:srgbClr val="1D1D1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storage for user profiles, medical history, and analysis results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2848" y="6463598"/>
            <a:ext cx="3179450" cy="6573"/>
          </a:xfrm>
          <a:custGeom>
            <a:avLst/>
            <a:gdLst/>
            <a:ahLst/>
            <a:cxnLst/>
            <a:rect l="l" t="t" r="r" b="b"/>
            <a:pathLst>
              <a:path w="3179450" h="6573">
                <a:moveTo>
                  <a:pt x="0" y="0"/>
                </a:moveTo>
                <a:lnTo>
                  <a:pt x="3179450" y="0"/>
                </a:lnTo>
                <a:lnTo>
                  <a:pt x="3179450" y="6573"/>
                </a:lnTo>
                <a:lnTo>
                  <a:pt x="0" y="6573"/>
                </a:lnTo>
                <a:lnTo>
                  <a:pt x="0" y="0"/>
                </a:ln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43683" y="4108020"/>
            <a:ext cx="7274721" cy="2609475"/>
          </a:xfrm>
          <a:custGeom>
            <a:avLst/>
            <a:gdLst/>
            <a:ahLst/>
            <a:cxnLst/>
            <a:rect l="l" t="t" r="r" b="b"/>
            <a:pathLst>
              <a:path w="7622465" h="2898475">
                <a:moveTo>
                  <a:pt x="197183" y="0"/>
                </a:moveTo>
                <a:lnTo>
                  <a:pt x="7425281" y="0"/>
                </a:lnTo>
                <a:cubicBezTo>
                  <a:pt x="7534183" y="0"/>
                  <a:pt x="7622465" y="88282"/>
                  <a:pt x="7622465" y="197183"/>
                </a:cubicBezTo>
                <a:lnTo>
                  <a:pt x="7622465" y="2701292"/>
                </a:lnTo>
                <a:cubicBezTo>
                  <a:pt x="7622465" y="2810194"/>
                  <a:pt x="7534183" y="2898475"/>
                  <a:pt x="7425281" y="2898475"/>
                </a:cubicBezTo>
                <a:lnTo>
                  <a:pt x="197183" y="2898475"/>
                </a:lnTo>
                <a:cubicBezTo>
                  <a:pt x="88282" y="2898475"/>
                  <a:pt x="0" y="2810194"/>
                  <a:pt x="0" y="2701292"/>
                </a:cubicBezTo>
                <a:lnTo>
                  <a:pt x="0" y="197183"/>
                </a:lnTo>
                <a:cubicBezTo>
                  <a:pt x="0" y="88355"/>
                  <a:pt x="88355" y="0"/>
                  <a:pt x="19718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506B"/>
              </a:gs>
              <a:gs pos="100000">
                <a:srgbClr val="5E8B7E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4509869" y="4374205"/>
            <a:ext cx="512625" cy="512625"/>
          </a:xfrm>
          <a:custGeom>
            <a:avLst/>
            <a:gdLst/>
            <a:ahLst/>
            <a:cxnLst/>
            <a:rect l="l" t="t" r="r" b="b"/>
            <a:pathLst>
              <a:path w="525801" h="525801">
                <a:moveTo>
                  <a:pt x="131450" y="0"/>
                </a:moveTo>
                <a:lnTo>
                  <a:pt x="394350" y="0"/>
                </a:lnTo>
                <a:cubicBezTo>
                  <a:pt x="466900" y="0"/>
                  <a:pt x="525801" y="58901"/>
                  <a:pt x="525801" y="131450"/>
                </a:cubicBezTo>
                <a:lnTo>
                  <a:pt x="525801" y="394350"/>
                </a:lnTo>
                <a:cubicBezTo>
                  <a:pt x="525801" y="466900"/>
                  <a:pt x="466900" y="525801"/>
                  <a:pt x="394350" y="525801"/>
                </a:cubicBezTo>
                <a:lnTo>
                  <a:pt x="131450" y="525801"/>
                </a:lnTo>
                <a:cubicBezTo>
                  <a:pt x="58901" y="525801"/>
                  <a:pt x="0" y="466900"/>
                  <a:pt x="0" y="3943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647" dist="821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51589" y="4513871"/>
            <a:ext cx="240293" cy="240293"/>
          </a:xfrm>
          <a:custGeom>
            <a:avLst/>
            <a:gdLst/>
            <a:ahLst/>
            <a:cxnLst/>
            <a:rect l="l" t="t" r="r" b="b"/>
            <a:pathLst>
              <a:path w="246469" h="246469">
                <a:moveTo>
                  <a:pt x="169399" y="134788"/>
                </a:moveTo>
                <a:lnTo>
                  <a:pt x="77503" y="134788"/>
                </a:lnTo>
                <a:cubicBezTo>
                  <a:pt x="78899" y="165837"/>
                  <a:pt x="85783" y="194431"/>
                  <a:pt x="95555" y="215372"/>
                </a:cubicBezTo>
                <a:cubicBezTo>
                  <a:pt x="101043" y="227165"/>
                  <a:pt x="106964" y="235493"/>
                  <a:pt x="112451" y="240596"/>
                </a:cubicBezTo>
                <a:cubicBezTo>
                  <a:pt x="117843" y="245651"/>
                  <a:pt x="121550" y="246469"/>
                  <a:pt x="123475" y="246469"/>
                </a:cubicBezTo>
                <a:cubicBezTo>
                  <a:pt x="125401" y="246469"/>
                  <a:pt x="129107" y="245651"/>
                  <a:pt x="134499" y="240596"/>
                </a:cubicBezTo>
                <a:cubicBezTo>
                  <a:pt x="139987" y="235493"/>
                  <a:pt x="145908" y="227117"/>
                  <a:pt x="151396" y="215372"/>
                </a:cubicBezTo>
                <a:cubicBezTo>
                  <a:pt x="161168" y="194431"/>
                  <a:pt x="168051" y="165837"/>
                  <a:pt x="169447" y="134788"/>
                </a:cubicBezTo>
                <a:close/>
                <a:moveTo>
                  <a:pt x="77455" y="111681"/>
                </a:moveTo>
                <a:lnTo>
                  <a:pt x="169351" y="111681"/>
                </a:lnTo>
                <a:cubicBezTo>
                  <a:pt x="168003" y="80632"/>
                  <a:pt x="161119" y="52038"/>
                  <a:pt x="151347" y="31097"/>
                </a:cubicBezTo>
                <a:cubicBezTo>
                  <a:pt x="145860" y="19352"/>
                  <a:pt x="139939" y="10976"/>
                  <a:pt x="134451" y="5873"/>
                </a:cubicBezTo>
                <a:cubicBezTo>
                  <a:pt x="129059" y="818"/>
                  <a:pt x="125353" y="0"/>
                  <a:pt x="123427" y="0"/>
                </a:cubicBezTo>
                <a:cubicBezTo>
                  <a:pt x="121502" y="0"/>
                  <a:pt x="117795" y="818"/>
                  <a:pt x="112403" y="5873"/>
                </a:cubicBezTo>
                <a:cubicBezTo>
                  <a:pt x="106916" y="10976"/>
                  <a:pt x="100995" y="19352"/>
                  <a:pt x="95507" y="31097"/>
                </a:cubicBezTo>
                <a:cubicBezTo>
                  <a:pt x="85735" y="52038"/>
                  <a:pt x="78851" y="80632"/>
                  <a:pt x="77455" y="111681"/>
                </a:cubicBezTo>
                <a:close/>
                <a:moveTo>
                  <a:pt x="54348" y="111681"/>
                </a:moveTo>
                <a:cubicBezTo>
                  <a:pt x="56033" y="70475"/>
                  <a:pt x="66672" y="32205"/>
                  <a:pt x="82221" y="7076"/>
                </a:cubicBezTo>
                <a:cubicBezTo>
                  <a:pt x="37885" y="22769"/>
                  <a:pt x="5247" y="63158"/>
                  <a:pt x="722" y="111681"/>
                </a:cubicBezTo>
                <a:lnTo>
                  <a:pt x="54348" y="111681"/>
                </a:lnTo>
                <a:close/>
                <a:moveTo>
                  <a:pt x="722" y="134788"/>
                </a:moveTo>
                <a:cubicBezTo>
                  <a:pt x="5247" y="183311"/>
                  <a:pt x="37885" y="223700"/>
                  <a:pt x="82221" y="239393"/>
                </a:cubicBezTo>
                <a:cubicBezTo>
                  <a:pt x="66672" y="214264"/>
                  <a:pt x="56033" y="175994"/>
                  <a:pt x="54348" y="134788"/>
                </a:cubicBezTo>
                <a:lnTo>
                  <a:pt x="722" y="134788"/>
                </a:lnTo>
                <a:close/>
                <a:moveTo>
                  <a:pt x="192506" y="134788"/>
                </a:moveTo>
                <a:cubicBezTo>
                  <a:pt x="190821" y="175994"/>
                  <a:pt x="180182" y="214264"/>
                  <a:pt x="164634" y="239393"/>
                </a:cubicBezTo>
                <a:cubicBezTo>
                  <a:pt x="208969" y="223651"/>
                  <a:pt x="241607" y="183311"/>
                  <a:pt x="246132" y="134788"/>
                </a:cubicBezTo>
                <a:lnTo>
                  <a:pt x="192506" y="134788"/>
                </a:lnTo>
                <a:close/>
                <a:moveTo>
                  <a:pt x="246132" y="111681"/>
                </a:moveTo>
                <a:cubicBezTo>
                  <a:pt x="241607" y="63158"/>
                  <a:pt x="208969" y="22769"/>
                  <a:pt x="164634" y="7076"/>
                </a:cubicBezTo>
                <a:cubicBezTo>
                  <a:pt x="180182" y="32205"/>
                  <a:pt x="190821" y="70475"/>
                  <a:pt x="192506" y="111681"/>
                </a:cubicBezTo>
                <a:lnTo>
                  <a:pt x="246132" y="111681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37" name="Text 35"/>
          <p:cNvSpPr/>
          <p:nvPr/>
        </p:nvSpPr>
        <p:spPr>
          <a:xfrm>
            <a:off x="4509869" y="5064319"/>
            <a:ext cx="7008535" cy="25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09869" y="5425702"/>
            <a:ext cx="6984506" cy="82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accessibility by supporting multiple languages for global healthcare reach, enabling users from different regions to interact with the system in their native language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55444" y="312302"/>
            <a:ext cx="1102672" cy="2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chemeClr val="accent2">
                    <a:lumMod val="7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</a:p>
        </p:txBody>
      </p:sp>
      <p:sp>
        <p:nvSpPr>
          <p:cNvPr id="6" name="Text 3"/>
          <p:cNvSpPr/>
          <p:nvPr/>
        </p:nvSpPr>
        <p:spPr>
          <a:xfrm>
            <a:off x="370296" y="384003"/>
            <a:ext cx="8572355" cy="208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374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AI-Doctor represents the future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374" b="1" dirty="0">
                <a:solidFill>
                  <a:srgbClr val="34C7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accessible healthcare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21877" y="2874243"/>
            <a:ext cx="7220774" cy="1444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49" dirty="0">
                <a:solidFill>
                  <a:srgbClr val="1D1D1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combining cutting-edge LLM technology with advanced image analysis, AI-Doctor demonstrates the transformative potential of multimodal AI in providing intelligent medical guidance using both visual and textual inputs.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725580" y="4692397"/>
            <a:ext cx="2210668" cy="1636709"/>
          </a:xfrm>
          <a:custGeom>
            <a:avLst/>
            <a:gdLst/>
            <a:ahLst/>
            <a:cxnLst/>
            <a:rect l="l" t="t" r="r" b="b"/>
            <a:pathLst>
              <a:path w="2210668" h="1636709">
                <a:moveTo>
                  <a:pt x="148122" y="0"/>
                </a:moveTo>
                <a:lnTo>
                  <a:pt x="2062546" y="0"/>
                </a:lnTo>
                <a:cubicBezTo>
                  <a:pt x="2144351" y="0"/>
                  <a:pt x="2210668" y="66317"/>
                  <a:pt x="2210668" y="148122"/>
                </a:cubicBezTo>
                <a:lnTo>
                  <a:pt x="2210668" y="1488587"/>
                </a:lnTo>
                <a:cubicBezTo>
                  <a:pt x="2210668" y="1570338"/>
                  <a:pt x="2144297" y="1636709"/>
                  <a:pt x="2062546" y="1636709"/>
                </a:cubicBezTo>
                <a:lnTo>
                  <a:pt x="148122" y="1636709"/>
                </a:lnTo>
                <a:cubicBezTo>
                  <a:pt x="66317" y="1636709"/>
                  <a:pt x="0" y="1570392"/>
                  <a:pt x="0" y="1488587"/>
                </a:cubicBezTo>
                <a:lnTo>
                  <a:pt x="0" y="148122"/>
                </a:lnTo>
                <a:cubicBezTo>
                  <a:pt x="0" y="66317"/>
                  <a:pt x="66317" y="0"/>
                  <a:pt x="14812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51461" y="4918276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111091" y="0"/>
                </a:moveTo>
                <a:lnTo>
                  <a:pt x="407324" y="0"/>
                </a:lnTo>
                <a:cubicBezTo>
                  <a:pt x="468636" y="0"/>
                  <a:pt x="518415" y="49778"/>
                  <a:pt x="518415" y="111091"/>
                </a:cubicBezTo>
                <a:lnTo>
                  <a:pt x="518415" y="407324"/>
                </a:lnTo>
                <a:cubicBezTo>
                  <a:pt x="518415" y="468677"/>
                  <a:pt x="468677" y="518415"/>
                  <a:pt x="407324" y="518415"/>
                </a:cubicBezTo>
                <a:lnTo>
                  <a:pt x="111091" y="518415"/>
                </a:lnTo>
                <a:cubicBezTo>
                  <a:pt x="49737" y="518415"/>
                  <a:pt x="0" y="468677"/>
                  <a:pt x="0" y="407324"/>
                </a:cubicBezTo>
                <a:lnTo>
                  <a:pt x="0" y="111091"/>
                </a:lnTo>
                <a:cubicBezTo>
                  <a:pt x="0" y="49778"/>
                  <a:pt x="49778" y="0"/>
                  <a:pt x="11109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099579" y="5066395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52073" y="24301"/>
                </a:moveTo>
                <a:cubicBezTo>
                  <a:pt x="52073" y="10892"/>
                  <a:pt x="62965" y="0"/>
                  <a:pt x="76374" y="0"/>
                </a:cubicBezTo>
                <a:lnTo>
                  <a:pt x="86788" y="0"/>
                </a:lnTo>
                <a:cubicBezTo>
                  <a:pt x="94469" y="0"/>
                  <a:pt x="100674" y="6205"/>
                  <a:pt x="100674" y="13886"/>
                </a:cubicBezTo>
                <a:lnTo>
                  <a:pt x="100674" y="208292"/>
                </a:lnTo>
                <a:cubicBezTo>
                  <a:pt x="100674" y="215972"/>
                  <a:pt x="94469" y="222178"/>
                  <a:pt x="86788" y="222178"/>
                </a:cubicBezTo>
                <a:lnTo>
                  <a:pt x="72902" y="222178"/>
                </a:lnTo>
                <a:cubicBezTo>
                  <a:pt x="59971" y="222178"/>
                  <a:pt x="49079" y="213325"/>
                  <a:pt x="45998" y="201349"/>
                </a:cubicBezTo>
                <a:cubicBezTo>
                  <a:pt x="45694" y="201349"/>
                  <a:pt x="45434" y="201349"/>
                  <a:pt x="45130" y="201349"/>
                </a:cubicBezTo>
                <a:cubicBezTo>
                  <a:pt x="25950" y="201349"/>
                  <a:pt x="10415" y="185813"/>
                  <a:pt x="10415" y="166633"/>
                </a:cubicBezTo>
                <a:cubicBezTo>
                  <a:pt x="10415" y="158822"/>
                  <a:pt x="13018" y="151619"/>
                  <a:pt x="17358" y="145804"/>
                </a:cubicBezTo>
                <a:cubicBezTo>
                  <a:pt x="8939" y="139469"/>
                  <a:pt x="3472" y="129401"/>
                  <a:pt x="3472" y="118032"/>
                </a:cubicBezTo>
                <a:cubicBezTo>
                  <a:pt x="3472" y="104623"/>
                  <a:pt x="11109" y="92950"/>
                  <a:pt x="22218" y="87179"/>
                </a:cubicBezTo>
                <a:cubicBezTo>
                  <a:pt x="19137" y="81971"/>
                  <a:pt x="17358" y="75896"/>
                  <a:pt x="17358" y="69431"/>
                </a:cubicBezTo>
                <a:cubicBezTo>
                  <a:pt x="17358" y="50250"/>
                  <a:pt x="32893" y="34715"/>
                  <a:pt x="52073" y="34715"/>
                </a:cubicBezTo>
                <a:lnTo>
                  <a:pt x="52073" y="24301"/>
                </a:lnTo>
                <a:close/>
                <a:moveTo>
                  <a:pt x="170105" y="24301"/>
                </a:moveTo>
                <a:lnTo>
                  <a:pt x="170105" y="34715"/>
                </a:lnTo>
                <a:cubicBezTo>
                  <a:pt x="189285" y="34715"/>
                  <a:pt x="204820" y="50250"/>
                  <a:pt x="204820" y="69431"/>
                </a:cubicBezTo>
                <a:cubicBezTo>
                  <a:pt x="204820" y="75940"/>
                  <a:pt x="203041" y="82015"/>
                  <a:pt x="199960" y="87179"/>
                </a:cubicBezTo>
                <a:cubicBezTo>
                  <a:pt x="211112" y="92950"/>
                  <a:pt x="218706" y="104580"/>
                  <a:pt x="218706" y="118032"/>
                </a:cubicBezTo>
                <a:cubicBezTo>
                  <a:pt x="218706" y="129401"/>
                  <a:pt x="213238" y="139469"/>
                  <a:pt x="204820" y="145804"/>
                </a:cubicBezTo>
                <a:cubicBezTo>
                  <a:pt x="209159" y="151619"/>
                  <a:pt x="211763" y="158822"/>
                  <a:pt x="211763" y="166633"/>
                </a:cubicBezTo>
                <a:cubicBezTo>
                  <a:pt x="211763" y="185813"/>
                  <a:pt x="196228" y="201349"/>
                  <a:pt x="177048" y="201349"/>
                </a:cubicBezTo>
                <a:cubicBezTo>
                  <a:pt x="176744" y="201349"/>
                  <a:pt x="176484" y="201349"/>
                  <a:pt x="176180" y="201349"/>
                </a:cubicBezTo>
                <a:cubicBezTo>
                  <a:pt x="173099" y="213325"/>
                  <a:pt x="162207" y="222178"/>
                  <a:pt x="149276" y="222178"/>
                </a:cubicBezTo>
                <a:lnTo>
                  <a:pt x="135390" y="222178"/>
                </a:lnTo>
                <a:cubicBezTo>
                  <a:pt x="127709" y="222178"/>
                  <a:pt x="121503" y="215972"/>
                  <a:pt x="121503" y="208292"/>
                </a:cubicBezTo>
                <a:lnTo>
                  <a:pt x="121503" y="13886"/>
                </a:lnTo>
                <a:cubicBezTo>
                  <a:pt x="121503" y="6205"/>
                  <a:pt x="127709" y="0"/>
                  <a:pt x="135390" y="0"/>
                </a:cubicBezTo>
                <a:lnTo>
                  <a:pt x="145804" y="0"/>
                </a:lnTo>
                <a:cubicBezTo>
                  <a:pt x="159213" y="0"/>
                  <a:pt x="170105" y="10892"/>
                  <a:pt x="170105" y="24301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2" name="Text 9"/>
          <p:cNvSpPr/>
          <p:nvPr/>
        </p:nvSpPr>
        <p:spPr>
          <a:xfrm>
            <a:off x="1951461" y="5584809"/>
            <a:ext cx="184222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51461" y="5881046"/>
            <a:ext cx="183296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Llama-4 Scout Model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69535" y="4692397"/>
            <a:ext cx="2210668" cy="1636709"/>
          </a:xfrm>
          <a:custGeom>
            <a:avLst/>
            <a:gdLst/>
            <a:ahLst/>
            <a:cxnLst/>
            <a:rect l="l" t="t" r="r" b="b"/>
            <a:pathLst>
              <a:path w="2210668" h="1636709">
                <a:moveTo>
                  <a:pt x="148122" y="0"/>
                </a:moveTo>
                <a:lnTo>
                  <a:pt x="2062546" y="0"/>
                </a:lnTo>
                <a:cubicBezTo>
                  <a:pt x="2144351" y="0"/>
                  <a:pt x="2210668" y="66317"/>
                  <a:pt x="2210668" y="148122"/>
                </a:cubicBezTo>
                <a:lnTo>
                  <a:pt x="2210668" y="1488587"/>
                </a:lnTo>
                <a:cubicBezTo>
                  <a:pt x="2210668" y="1570338"/>
                  <a:pt x="2144297" y="1636709"/>
                  <a:pt x="2062546" y="1636709"/>
                </a:cubicBezTo>
                <a:lnTo>
                  <a:pt x="148122" y="1636709"/>
                </a:lnTo>
                <a:cubicBezTo>
                  <a:pt x="66317" y="1636709"/>
                  <a:pt x="0" y="1570392"/>
                  <a:pt x="0" y="1488587"/>
                </a:cubicBezTo>
                <a:lnTo>
                  <a:pt x="0" y="148122"/>
                </a:lnTo>
                <a:cubicBezTo>
                  <a:pt x="0" y="66317"/>
                  <a:pt x="66317" y="0"/>
                  <a:pt x="14812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95415" y="4918276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111091" y="0"/>
                </a:moveTo>
                <a:lnTo>
                  <a:pt x="407324" y="0"/>
                </a:lnTo>
                <a:cubicBezTo>
                  <a:pt x="468636" y="0"/>
                  <a:pt x="518415" y="49778"/>
                  <a:pt x="518415" y="111091"/>
                </a:cubicBezTo>
                <a:lnTo>
                  <a:pt x="518415" y="407324"/>
                </a:lnTo>
                <a:cubicBezTo>
                  <a:pt x="518415" y="468677"/>
                  <a:pt x="468677" y="518415"/>
                  <a:pt x="407324" y="518415"/>
                </a:cubicBezTo>
                <a:lnTo>
                  <a:pt x="111091" y="518415"/>
                </a:lnTo>
                <a:cubicBezTo>
                  <a:pt x="49737" y="518415"/>
                  <a:pt x="0" y="468677"/>
                  <a:pt x="0" y="407324"/>
                </a:cubicBezTo>
                <a:lnTo>
                  <a:pt x="0" y="111091"/>
                </a:lnTo>
                <a:cubicBezTo>
                  <a:pt x="0" y="49778"/>
                  <a:pt x="49778" y="0"/>
                  <a:pt x="111091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543534" y="5066395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100891" y="2256"/>
                </a:moveTo>
                <a:cubicBezTo>
                  <a:pt x="107357" y="-738"/>
                  <a:pt x="114821" y="-738"/>
                  <a:pt x="121286" y="2256"/>
                </a:cubicBezTo>
                <a:lnTo>
                  <a:pt x="216146" y="46085"/>
                </a:lnTo>
                <a:cubicBezTo>
                  <a:pt x="219834" y="47777"/>
                  <a:pt x="222178" y="51465"/>
                  <a:pt x="222178" y="55544"/>
                </a:cubicBezTo>
                <a:cubicBezTo>
                  <a:pt x="222178" y="59623"/>
                  <a:pt x="219834" y="63312"/>
                  <a:pt x="216146" y="65004"/>
                </a:cubicBezTo>
                <a:lnTo>
                  <a:pt x="121286" y="108832"/>
                </a:lnTo>
                <a:cubicBezTo>
                  <a:pt x="114821" y="111827"/>
                  <a:pt x="107357" y="111827"/>
                  <a:pt x="100891" y="108832"/>
                </a:cubicBezTo>
                <a:lnTo>
                  <a:pt x="6032" y="65004"/>
                </a:lnTo>
                <a:cubicBezTo>
                  <a:pt x="2343" y="63269"/>
                  <a:pt x="0" y="59580"/>
                  <a:pt x="0" y="55544"/>
                </a:cubicBezTo>
                <a:cubicBezTo>
                  <a:pt x="0" y="51509"/>
                  <a:pt x="2343" y="47777"/>
                  <a:pt x="6032" y="46085"/>
                </a:cubicBezTo>
                <a:lnTo>
                  <a:pt x="100891" y="2256"/>
                </a:lnTo>
                <a:close/>
                <a:moveTo>
                  <a:pt x="20873" y="94773"/>
                </a:moveTo>
                <a:lnTo>
                  <a:pt x="92169" y="127709"/>
                </a:lnTo>
                <a:cubicBezTo>
                  <a:pt x="104189" y="133263"/>
                  <a:pt x="118032" y="133263"/>
                  <a:pt x="130052" y="127709"/>
                </a:cubicBezTo>
                <a:lnTo>
                  <a:pt x="201349" y="94773"/>
                </a:lnTo>
                <a:lnTo>
                  <a:pt x="216146" y="101629"/>
                </a:lnTo>
                <a:cubicBezTo>
                  <a:pt x="219834" y="103321"/>
                  <a:pt x="222178" y="107010"/>
                  <a:pt x="222178" y="111089"/>
                </a:cubicBezTo>
                <a:cubicBezTo>
                  <a:pt x="222178" y="115168"/>
                  <a:pt x="219834" y="118856"/>
                  <a:pt x="216146" y="120549"/>
                </a:cubicBezTo>
                <a:lnTo>
                  <a:pt x="121286" y="164377"/>
                </a:lnTo>
                <a:cubicBezTo>
                  <a:pt x="114821" y="167371"/>
                  <a:pt x="107357" y="167371"/>
                  <a:pt x="100891" y="164377"/>
                </a:cubicBezTo>
                <a:lnTo>
                  <a:pt x="6032" y="120549"/>
                </a:lnTo>
                <a:cubicBezTo>
                  <a:pt x="2343" y="118813"/>
                  <a:pt x="0" y="115124"/>
                  <a:pt x="0" y="111089"/>
                </a:cubicBezTo>
                <a:cubicBezTo>
                  <a:pt x="0" y="107053"/>
                  <a:pt x="2343" y="103321"/>
                  <a:pt x="6032" y="101629"/>
                </a:cubicBezTo>
                <a:lnTo>
                  <a:pt x="20829" y="94773"/>
                </a:lnTo>
                <a:close/>
                <a:moveTo>
                  <a:pt x="6032" y="157173"/>
                </a:moveTo>
                <a:lnTo>
                  <a:pt x="20829" y="150317"/>
                </a:lnTo>
                <a:lnTo>
                  <a:pt x="92126" y="183253"/>
                </a:lnTo>
                <a:cubicBezTo>
                  <a:pt x="104146" y="188808"/>
                  <a:pt x="117988" y="188808"/>
                  <a:pt x="130009" y="183253"/>
                </a:cubicBezTo>
                <a:lnTo>
                  <a:pt x="201305" y="150317"/>
                </a:lnTo>
                <a:lnTo>
                  <a:pt x="216103" y="157173"/>
                </a:lnTo>
                <a:cubicBezTo>
                  <a:pt x="219791" y="158866"/>
                  <a:pt x="222134" y="162554"/>
                  <a:pt x="222134" y="166633"/>
                </a:cubicBezTo>
                <a:cubicBezTo>
                  <a:pt x="222134" y="170712"/>
                  <a:pt x="219791" y="174401"/>
                  <a:pt x="216103" y="176093"/>
                </a:cubicBezTo>
                <a:lnTo>
                  <a:pt x="121243" y="219921"/>
                </a:lnTo>
                <a:cubicBezTo>
                  <a:pt x="114777" y="222915"/>
                  <a:pt x="107314" y="222915"/>
                  <a:pt x="100848" y="219921"/>
                </a:cubicBezTo>
                <a:lnTo>
                  <a:pt x="6032" y="176093"/>
                </a:lnTo>
                <a:cubicBezTo>
                  <a:pt x="2343" y="174357"/>
                  <a:pt x="0" y="170669"/>
                  <a:pt x="0" y="166633"/>
                </a:cubicBezTo>
                <a:cubicBezTo>
                  <a:pt x="0" y="162598"/>
                  <a:pt x="2343" y="158866"/>
                  <a:pt x="6032" y="157173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17" name="Text 14"/>
          <p:cNvSpPr/>
          <p:nvPr/>
        </p:nvSpPr>
        <p:spPr>
          <a:xfrm>
            <a:off x="4395415" y="5584809"/>
            <a:ext cx="184222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95415" y="5881046"/>
            <a:ext cx="183296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+ Text Analysis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13489" y="4692397"/>
            <a:ext cx="2210668" cy="1636709"/>
          </a:xfrm>
          <a:custGeom>
            <a:avLst/>
            <a:gdLst/>
            <a:ahLst/>
            <a:cxnLst/>
            <a:rect l="l" t="t" r="r" b="b"/>
            <a:pathLst>
              <a:path w="2210668" h="1636709">
                <a:moveTo>
                  <a:pt x="148122" y="0"/>
                </a:moveTo>
                <a:lnTo>
                  <a:pt x="2062546" y="0"/>
                </a:lnTo>
                <a:cubicBezTo>
                  <a:pt x="2144351" y="0"/>
                  <a:pt x="2210668" y="66317"/>
                  <a:pt x="2210668" y="148122"/>
                </a:cubicBezTo>
                <a:lnTo>
                  <a:pt x="2210668" y="1488587"/>
                </a:lnTo>
                <a:cubicBezTo>
                  <a:pt x="2210668" y="1570338"/>
                  <a:pt x="2144297" y="1636709"/>
                  <a:pt x="2062546" y="1636709"/>
                </a:cubicBezTo>
                <a:lnTo>
                  <a:pt x="148122" y="1636709"/>
                </a:lnTo>
                <a:cubicBezTo>
                  <a:pt x="66317" y="1636709"/>
                  <a:pt x="0" y="1570392"/>
                  <a:pt x="0" y="1488587"/>
                </a:cubicBezTo>
                <a:lnTo>
                  <a:pt x="0" y="148122"/>
                </a:lnTo>
                <a:cubicBezTo>
                  <a:pt x="0" y="66317"/>
                  <a:pt x="66317" y="0"/>
                  <a:pt x="14812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6000"/>
            </a:schemeClr>
          </a:solidFill>
          <a:ln w="10160">
            <a:solidFill>
              <a:srgbClr val="1D1D1F">
                <a:alpha val="5098"/>
              </a:srgbClr>
            </a:solidFill>
            <a:prstDash val="solid"/>
          </a:ln>
          <a:effectLst>
            <a:outerShdw blurRad="27688" dist="92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39369" y="4918276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111091" y="0"/>
                </a:moveTo>
                <a:lnTo>
                  <a:pt x="407324" y="0"/>
                </a:lnTo>
                <a:cubicBezTo>
                  <a:pt x="468636" y="0"/>
                  <a:pt x="518415" y="49778"/>
                  <a:pt x="518415" y="111091"/>
                </a:cubicBezTo>
                <a:lnTo>
                  <a:pt x="518415" y="407324"/>
                </a:lnTo>
                <a:cubicBezTo>
                  <a:pt x="518415" y="468677"/>
                  <a:pt x="468677" y="518415"/>
                  <a:pt x="407324" y="518415"/>
                </a:cubicBezTo>
                <a:lnTo>
                  <a:pt x="111091" y="518415"/>
                </a:lnTo>
                <a:cubicBezTo>
                  <a:pt x="49737" y="518415"/>
                  <a:pt x="0" y="468677"/>
                  <a:pt x="0" y="407324"/>
                </a:cubicBezTo>
                <a:lnTo>
                  <a:pt x="0" y="111091"/>
                </a:lnTo>
                <a:cubicBezTo>
                  <a:pt x="0" y="49778"/>
                  <a:pt x="49778" y="0"/>
                  <a:pt x="111091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987488" y="5066395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152704" y="121503"/>
                </a:moveTo>
                <a:lnTo>
                  <a:pt x="69864" y="121503"/>
                </a:lnTo>
                <a:cubicBezTo>
                  <a:pt x="71123" y="149493"/>
                  <a:pt x="77328" y="175269"/>
                  <a:pt x="86137" y="194145"/>
                </a:cubicBezTo>
                <a:cubicBezTo>
                  <a:pt x="91084" y="204777"/>
                  <a:pt x="96422" y="212284"/>
                  <a:pt x="101369" y="216884"/>
                </a:cubicBezTo>
                <a:cubicBezTo>
                  <a:pt x="106229" y="221440"/>
                  <a:pt x="109570" y="222178"/>
                  <a:pt x="111306" y="222178"/>
                </a:cubicBezTo>
                <a:cubicBezTo>
                  <a:pt x="113042" y="222178"/>
                  <a:pt x="116383" y="221440"/>
                  <a:pt x="121243" y="216884"/>
                </a:cubicBezTo>
                <a:cubicBezTo>
                  <a:pt x="126190" y="212284"/>
                  <a:pt x="131527" y="204733"/>
                  <a:pt x="136474" y="194145"/>
                </a:cubicBezTo>
                <a:cubicBezTo>
                  <a:pt x="145283" y="175269"/>
                  <a:pt x="151489" y="149493"/>
                  <a:pt x="152747" y="121503"/>
                </a:cubicBezTo>
                <a:close/>
                <a:moveTo>
                  <a:pt x="69821" y="100674"/>
                </a:moveTo>
                <a:lnTo>
                  <a:pt x="152660" y="100674"/>
                </a:lnTo>
                <a:cubicBezTo>
                  <a:pt x="151445" y="72685"/>
                  <a:pt x="145240" y="46909"/>
                  <a:pt x="136431" y="28033"/>
                </a:cubicBezTo>
                <a:cubicBezTo>
                  <a:pt x="131484" y="17444"/>
                  <a:pt x="126147" y="9894"/>
                  <a:pt x="121200" y="5294"/>
                </a:cubicBezTo>
                <a:cubicBezTo>
                  <a:pt x="116340" y="738"/>
                  <a:pt x="112998" y="0"/>
                  <a:pt x="111262" y="0"/>
                </a:cubicBezTo>
                <a:cubicBezTo>
                  <a:pt x="109527" y="0"/>
                  <a:pt x="106185" y="738"/>
                  <a:pt x="101325" y="5294"/>
                </a:cubicBezTo>
                <a:cubicBezTo>
                  <a:pt x="96378" y="9894"/>
                  <a:pt x="91041" y="17444"/>
                  <a:pt x="86094" y="28033"/>
                </a:cubicBezTo>
                <a:cubicBezTo>
                  <a:pt x="77285" y="46909"/>
                  <a:pt x="71079" y="72685"/>
                  <a:pt x="69821" y="100674"/>
                </a:cubicBezTo>
                <a:close/>
                <a:moveTo>
                  <a:pt x="48992" y="100674"/>
                </a:moveTo>
                <a:cubicBezTo>
                  <a:pt x="50511" y="63529"/>
                  <a:pt x="60101" y="29031"/>
                  <a:pt x="74117" y="6379"/>
                </a:cubicBezTo>
                <a:cubicBezTo>
                  <a:pt x="34151" y="20525"/>
                  <a:pt x="4730" y="56933"/>
                  <a:pt x="651" y="100674"/>
                </a:cubicBezTo>
                <a:lnTo>
                  <a:pt x="48992" y="100674"/>
                </a:lnTo>
                <a:close/>
                <a:moveTo>
                  <a:pt x="651" y="121503"/>
                </a:moveTo>
                <a:cubicBezTo>
                  <a:pt x="4730" y="165245"/>
                  <a:pt x="34151" y="201652"/>
                  <a:pt x="74117" y="215799"/>
                </a:cubicBezTo>
                <a:cubicBezTo>
                  <a:pt x="60101" y="193147"/>
                  <a:pt x="50511" y="158649"/>
                  <a:pt x="48992" y="121503"/>
                </a:cubicBezTo>
                <a:lnTo>
                  <a:pt x="651" y="121503"/>
                </a:lnTo>
                <a:close/>
                <a:moveTo>
                  <a:pt x="173533" y="121503"/>
                </a:moveTo>
                <a:cubicBezTo>
                  <a:pt x="172014" y="158649"/>
                  <a:pt x="162424" y="193147"/>
                  <a:pt x="148408" y="215799"/>
                </a:cubicBezTo>
                <a:cubicBezTo>
                  <a:pt x="188374" y="201609"/>
                  <a:pt x="217795" y="165245"/>
                  <a:pt x="221874" y="121503"/>
                </a:cubicBezTo>
                <a:lnTo>
                  <a:pt x="173533" y="121503"/>
                </a:lnTo>
                <a:close/>
                <a:moveTo>
                  <a:pt x="221874" y="100674"/>
                </a:moveTo>
                <a:cubicBezTo>
                  <a:pt x="217795" y="56933"/>
                  <a:pt x="188374" y="20525"/>
                  <a:pt x="148408" y="6379"/>
                </a:cubicBezTo>
                <a:cubicBezTo>
                  <a:pt x="162424" y="29031"/>
                  <a:pt x="172014" y="63529"/>
                  <a:pt x="173533" y="100674"/>
                </a:cubicBezTo>
                <a:lnTo>
                  <a:pt x="221874" y="100674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39369" y="5584809"/>
            <a:ext cx="184222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39369" y="5881046"/>
            <a:ext cx="183296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1D1D1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Web-Based Platform</a:t>
            </a:r>
            <a:endParaRPr lang="en-US" sz="1600" dirty="0"/>
          </a:p>
        </p:txBody>
      </p:sp>
      <p:sp>
        <p:nvSpPr>
          <p:cNvPr id="24" name="Shape 0"/>
          <p:cNvSpPr/>
          <p:nvPr/>
        </p:nvSpPr>
        <p:spPr>
          <a:xfrm>
            <a:off x="381000" y="229188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3e67a034345e486373e07b19e64469df94e35fe.jpg"/>
          <p:cNvPicPr>
            <a:picLocks noChangeAspect="1"/>
          </p:cNvPicPr>
          <p:nvPr/>
        </p:nvPicPr>
        <p:blipFill>
          <a:blip r:embed="rId3">
            <a:alphaModFix amt="25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73000"/>
            </a:schemeClr>
          </a:solidFill>
          <a:ln/>
        </p:spPr>
      </p:sp>
      <p:sp>
        <p:nvSpPr>
          <p:cNvPr id="4" name="Shape 1"/>
          <p:cNvSpPr/>
          <p:nvPr/>
        </p:nvSpPr>
        <p:spPr>
          <a:xfrm>
            <a:off x="5153526" y="1805543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5856D6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58326" y="21103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880510" y="3558143"/>
            <a:ext cx="360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24926" y="447254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5856D6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1243</Words>
  <Application>Microsoft Office PowerPoint</Application>
  <PresentationFormat>Custom</PresentationFormat>
  <Paragraphs>215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Liter</vt:lpstr>
      <vt:lpstr>Wingdings</vt:lpstr>
      <vt:lpstr>Hedvig Letters Sans</vt:lpstr>
      <vt:lpstr>Calibri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AI-DOCTOR: Medical Chatbot that Analyzes Image &amp; Text</dc:title>
  <dc:subject>AI-DOCTOR: Medical Chatbot that Analyzes Image &amp; Text</dc:subject>
  <dc:creator>Kimi</dc:creator>
  <cp:lastModifiedBy>Windows User</cp:lastModifiedBy>
  <cp:revision>32</cp:revision>
  <dcterms:created xsi:type="dcterms:W3CDTF">2026-02-03T10:19:53Z</dcterms:created>
  <dcterms:modified xsi:type="dcterms:W3CDTF">2026-02-03T11:53:20Z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{"Label":"AI-DOCTOR: Medical Chatbot that Analyzes Image &amp; Text","ContentProducer":"001191110108MACG2KBH8F10000","ProduceID":"19c2301a-7602-8eaa-8000-000027630a95","ReservedCode1":"","ContentPropagator":"001191110108MACG2KBH8F20000","PropagateID":"19c2301</vt:lpwstr>
  </property>
</Properties>
</file>